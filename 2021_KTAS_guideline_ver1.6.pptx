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87.xml" ContentType="application/vnd.openxmlformats-officedocument.presentationml.slideMaster+xml"/>
  <Override PartName="/ppt/slideMasters/slideMaster88.xml" ContentType="application/vnd.openxmlformats-officedocument.presentationml.slideMaster+xml"/>
  <Override PartName="/ppt/slideMasters/slideMaster89.xml" ContentType="application/vnd.openxmlformats-officedocument.presentationml.slideMaster+xml"/>
  <Override PartName="/ppt/slideMasters/slideMaster90.xml" ContentType="application/vnd.openxmlformats-officedocument.presentationml.slideMaster+xml"/>
  <Override PartName="/ppt/slideMasters/slideMaster91.xml" ContentType="application/vnd.openxmlformats-officedocument.presentationml.slideMaster+xml"/>
  <Override PartName="/ppt/slideMasters/slideMaster92.xml" ContentType="application/vnd.openxmlformats-officedocument.presentationml.slideMaster+xml"/>
  <Override PartName="/ppt/slideMasters/slideMaster93.xml" ContentType="application/vnd.openxmlformats-officedocument.presentationml.slideMaster+xml"/>
  <Override PartName="/ppt/slideMasters/slideMaster94.xml" ContentType="application/vnd.openxmlformats-officedocument.presentationml.slideMaster+xml"/>
  <Override PartName="/ppt/slideMasters/slideMaster95.xml" ContentType="application/vnd.openxmlformats-officedocument.presentationml.slideMaster+xml"/>
  <Override PartName="/ppt/slideMasters/slideMaster9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slideLayouts/slideLayout3.xml" ContentType="application/vnd.openxmlformats-officedocument.presentationml.slideLayout+xml"/>
  <Override PartName="/ppt/theme/theme3.xml" ContentType="application/vnd.openxmlformats-officedocument.theme+xml"/>
  <Override PartName="/ppt/slideLayouts/slideLayout4.xml" ContentType="application/vnd.openxmlformats-officedocument.presentationml.slideLayout+xml"/>
  <Override PartName="/ppt/theme/theme4.xml" ContentType="application/vnd.openxmlformats-officedocument.theme+xml"/>
  <Override PartName="/ppt/slideLayouts/slideLayout5.xml" ContentType="application/vnd.openxmlformats-officedocument.presentationml.slideLayout+xml"/>
  <Override PartName="/ppt/theme/theme5.xml" ContentType="application/vnd.openxmlformats-officedocument.theme+xml"/>
  <Override PartName="/ppt/slideLayouts/slideLayout6.xml" ContentType="application/vnd.openxmlformats-officedocument.presentationml.slideLayout+xml"/>
  <Override PartName="/ppt/theme/theme6.xml" ContentType="application/vnd.openxmlformats-officedocument.theme+xml"/>
  <Override PartName="/ppt/slideLayouts/slideLayout7.xml" ContentType="application/vnd.openxmlformats-officedocument.presentationml.slideLayout+xml"/>
  <Override PartName="/ppt/theme/theme7.xml" ContentType="application/vnd.openxmlformats-officedocument.theme+xml"/>
  <Override PartName="/ppt/slideLayouts/slideLayout8.xml" ContentType="application/vnd.openxmlformats-officedocument.presentationml.slideLayout+xml"/>
  <Override PartName="/ppt/theme/theme8.xml" ContentType="application/vnd.openxmlformats-officedocument.theme+xml"/>
  <Override PartName="/ppt/slideLayouts/slideLayout9.xml" ContentType="application/vnd.openxmlformats-officedocument.presentationml.slideLayout+xml"/>
  <Override PartName="/ppt/theme/theme9.xml" ContentType="application/vnd.openxmlformats-officedocument.theme+xml"/>
  <Override PartName="/ppt/slideLayouts/slideLayout10.xml" ContentType="application/vnd.openxmlformats-officedocument.presentationml.slideLayout+xml"/>
  <Override PartName="/ppt/theme/theme10.xml" ContentType="application/vnd.openxmlformats-officedocument.theme+xml"/>
  <Override PartName="/ppt/slideLayouts/slideLayout11.xml" ContentType="application/vnd.openxmlformats-officedocument.presentationml.slideLayout+xml"/>
  <Override PartName="/ppt/theme/theme11.xml" ContentType="application/vnd.openxmlformats-officedocument.theme+xml"/>
  <Override PartName="/ppt/slideLayouts/slideLayout12.xml" ContentType="application/vnd.openxmlformats-officedocument.presentationml.slideLayout+xml"/>
  <Override PartName="/ppt/theme/theme12.xml" ContentType="application/vnd.openxmlformats-officedocument.theme+xml"/>
  <Override PartName="/ppt/slideLayouts/slideLayout13.xml" ContentType="application/vnd.openxmlformats-officedocument.presentationml.slideLayout+xml"/>
  <Override PartName="/ppt/theme/theme13.xml" ContentType="application/vnd.openxmlformats-officedocument.theme+xml"/>
  <Override PartName="/ppt/slideLayouts/slideLayout14.xml" ContentType="application/vnd.openxmlformats-officedocument.presentationml.slideLayout+xml"/>
  <Override PartName="/ppt/theme/theme14.xml" ContentType="application/vnd.openxmlformats-officedocument.theme+xml"/>
  <Override PartName="/ppt/slideLayouts/slideLayout15.xml" ContentType="application/vnd.openxmlformats-officedocument.presentationml.slideLayout+xml"/>
  <Override PartName="/ppt/theme/theme15.xml" ContentType="application/vnd.openxmlformats-officedocument.theme+xml"/>
  <Override PartName="/ppt/slideLayouts/slideLayout16.xml" ContentType="application/vnd.openxmlformats-officedocument.presentationml.slideLayout+xml"/>
  <Override PartName="/ppt/theme/theme16.xml" ContentType="application/vnd.openxmlformats-officedocument.theme+xml"/>
  <Override PartName="/ppt/slideLayouts/slideLayout17.xml" ContentType="application/vnd.openxmlformats-officedocument.presentationml.slideLayout+xml"/>
  <Override PartName="/ppt/theme/theme17.xml" ContentType="application/vnd.openxmlformats-officedocument.theme+xml"/>
  <Override PartName="/ppt/slideLayouts/slideLayout18.xml" ContentType="application/vnd.openxmlformats-officedocument.presentationml.slideLayout+xml"/>
  <Override PartName="/ppt/theme/theme18.xml" ContentType="application/vnd.openxmlformats-officedocument.theme+xml"/>
  <Override PartName="/ppt/slideLayouts/slideLayout19.xml" ContentType="application/vnd.openxmlformats-officedocument.presentationml.slideLayout+xml"/>
  <Override PartName="/ppt/theme/theme19.xml" ContentType="application/vnd.openxmlformats-officedocument.theme+xml"/>
  <Override PartName="/ppt/slideLayouts/slideLayout20.xml" ContentType="application/vnd.openxmlformats-officedocument.presentationml.slideLayout+xml"/>
  <Override PartName="/ppt/theme/theme20.xml" ContentType="application/vnd.openxmlformats-officedocument.theme+xml"/>
  <Override PartName="/ppt/slideLayouts/slideLayout21.xml" ContentType="application/vnd.openxmlformats-officedocument.presentationml.slideLayout+xml"/>
  <Override PartName="/ppt/theme/theme21.xml" ContentType="application/vnd.openxmlformats-officedocument.theme+xml"/>
  <Override PartName="/ppt/slideLayouts/slideLayout22.xml" ContentType="application/vnd.openxmlformats-officedocument.presentationml.slideLayout+xml"/>
  <Override PartName="/ppt/theme/theme22.xml" ContentType="application/vnd.openxmlformats-officedocument.theme+xml"/>
  <Override PartName="/ppt/slideLayouts/slideLayout23.xml" ContentType="application/vnd.openxmlformats-officedocument.presentationml.slideLayout+xml"/>
  <Override PartName="/ppt/theme/theme23.xml" ContentType="application/vnd.openxmlformats-officedocument.theme+xml"/>
  <Override PartName="/ppt/slideLayouts/slideLayout24.xml" ContentType="application/vnd.openxmlformats-officedocument.presentationml.slideLayout+xml"/>
  <Override PartName="/ppt/theme/theme24.xml" ContentType="application/vnd.openxmlformats-officedocument.theme+xml"/>
  <Override PartName="/ppt/slideLayouts/slideLayout25.xml" ContentType="application/vnd.openxmlformats-officedocument.presentationml.slideLayout+xml"/>
  <Override PartName="/ppt/theme/theme25.xml" ContentType="application/vnd.openxmlformats-officedocument.theme+xml"/>
  <Override PartName="/ppt/slideLayouts/slideLayout26.xml" ContentType="application/vnd.openxmlformats-officedocument.presentationml.slideLayout+xml"/>
  <Override PartName="/ppt/theme/theme26.xml" ContentType="application/vnd.openxmlformats-officedocument.theme+xml"/>
  <Override PartName="/ppt/slideLayouts/slideLayout27.xml" ContentType="application/vnd.openxmlformats-officedocument.presentationml.slideLayout+xml"/>
  <Override PartName="/ppt/theme/theme27.xml" ContentType="application/vnd.openxmlformats-officedocument.theme+xml"/>
  <Override PartName="/ppt/slideLayouts/slideLayout28.xml" ContentType="application/vnd.openxmlformats-officedocument.presentationml.slideLayout+xml"/>
  <Override PartName="/ppt/theme/theme28.xml" ContentType="application/vnd.openxmlformats-officedocument.theme+xml"/>
  <Override PartName="/ppt/slideLayouts/slideLayout29.xml" ContentType="application/vnd.openxmlformats-officedocument.presentationml.slideLayout+xml"/>
  <Override PartName="/ppt/theme/theme29.xml" ContentType="application/vnd.openxmlformats-officedocument.theme+xml"/>
  <Override PartName="/ppt/slideLayouts/slideLayout30.xml" ContentType="application/vnd.openxmlformats-officedocument.presentationml.slideLayout+xml"/>
  <Override PartName="/ppt/theme/theme30.xml" ContentType="application/vnd.openxmlformats-officedocument.theme+xml"/>
  <Override PartName="/ppt/slideLayouts/slideLayout31.xml" ContentType="application/vnd.openxmlformats-officedocument.presentationml.slideLayout+xml"/>
  <Override PartName="/ppt/theme/theme31.xml" ContentType="application/vnd.openxmlformats-officedocument.theme+xml"/>
  <Override PartName="/ppt/slideLayouts/slideLayout32.xml" ContentType="application/vnd.openxmlformats-officedocument.presentationml.slideLayout+xml"/>
  <Override PartName="/ppt/theme/theme32.xml" ContentType="application/vnd.openxmlformats-officedocument.theme+xml"/>
  <Override PartName="/ppt/slideLayouts/slideLayout33.xml" ContentType="application/vnd.openxmlformats-officedocument.presentationml.slideLayout+xml"/>
  <Override PartName="/ppt/theme/theme33.xml" ContentType="application/vnd.openxmlformats-officedocument.theme+xml"/>
  <Override PartName="/ppt/slideLayouts/slideLayout34.xml" ContentType="application/vnd.openxmlformats-officedocument.presentationml.slideLayout+xml"/>
  <Override PartName="/ppt/theme/theme34.xml" ContentType="application/vnd.openxmlformats-officedocument.theme+xml"/>
  <Override PartName="/ppt/slideLayouts/slideLayout35.xml" ContentType="application/vnd.openxmlformats-officedocument.presentationml.slideLayout+xml"/>
  <Override PartName="/ppt/theme/theme35.xml" ContentType="application/vnd.openxmlformats-officedocument.theme+xml"/>
  <Override PartName="/ppt/slideLayouts/slideLayout36.xml" ContentType="application/vnd.openxmlformats-officedocument.presentationml.slideLayout+xml"/>
  <Override PartName="/ppt/theme/theme36.xml" ContentType="application/vnd.openxmlformats-officedocument.theme+xml"/>
  <Override PartName="/ppt/slideLayouts/slideLayout37.xml" ContentType="application/vnd.openxmlformats-officedocument.presentationml.slideLayout+xml"/>
  <Override PartName="/ppt/theme/theme37.xml" ContentType="application/vnd.openxmlformats-officedocument.theme+xml"/>
  <Override PartName="/ppt/slideLayouts/slideLayout38.xml" ContentType="application/vnd.openxmlformats-officedocument.presentationml.slideLayout+xml"/>
  <Override PartName="/ppt/theme/theme38.xml" ContentType="application/vnd.openxmlformats-officedocument.theme+xml"/>
  <Override PartName="/ppt/slideLayouts/slideLayout39.xml" ContentType="application/vnd.openxmlformats-officedocument.presentationml.slideLayout+xml"/>
  <Override PartName="/ppt/theme/theme39.xml" ContentType="application/vnd.openxmlformats-officedocument.theme+xml"/>
  <Override PartName="/ppt/slideLayouts/slideLayout40.xml" ContentType="application/vnd.openxmlformats-officedocument.presentationml.slideLayout+xml"/>
  <Override PartName="/ppt/theme/theme40.xml" ContentType="application/vnd.openxmlformats-officedocument.theme+xml"/>
  <Override PartName="/ppt/slideLayouts/slideLayout41.xml" ContentType="application/vnd.openxmlformats-officedocument.presentationml.slideLayout+xml"/>
  <Override PartName="/ppt/theme/theme41.xml" ContentType="application/vnd.openxmlformats-officedocument.theme+xml"/>
  <Override PartName="/ppt/slideLayouts/slideLayout42.xml" ContentType="application/vnd.openxmlformats-officedocument.presentationml.slideLayout+xml"/>
  <Override PartName="/ppt/theme/theme42.xml" ContentType="application/vnd.openxmlformats-officedocument.theme+xml"/>
  <Override PartName="/ppt/slideLayouts/slideLayout43.xml" ContentType="application/vnd.openxmlformats-officedocument.presentationml.slideLayout+xml"/>
  <Override PartName="/ppt/theme/theme43.xml" ContentType="application/vnd.openxmlformats-officedocument.theme+xml"/>
  <Override PartName="/ppt/slideLayouts/slideLayout44.xml" ContentType="application/vnd.openxmlformats-officedocument.presentationml.slideLayout+xml"/>
  <Override PartName="/ppt/theme/theme44.xml" ContentType="application/vnd.openxmlformats-officedocument.theme+xml"/>
  <Override PartName="/ppt/slideLayouts/slideLayout45.xml" ContentType="application/vnd.openxmlformats-officedocument.presentationml.slideLayout+xml"/>
  <Override PartName="/ppt/theme/theme45.xml" ContentType="application/vnd.openxmlformats-officedocument.theme+xml"/>
  <Override PartName="/ppt/slideLayouts/slideLayout46.xml" ContentType="application/vnd.openxmlformats-officedocument.presentationml.slideLayout+xml"/>
  <Override PartName="/ppt/theme/theme46.xml" ContentType="application/vnd.openxmlformats-officedocument.theme+xml"/>
  <Override PartName="/ppt/slideLayouts/slideLayout47.xml" ContentType="application/vnd.openxmlformats-officedocument.presentationml.slideLayout+xml"/>
  <Override PartName="/ppt/theme/theme47.xml" ContentType="application/vnd.openxmlformats-officedocument.theme+xml"/>
  <Override PartName="/ppt/slideLayouts/slideLayout48.xml" ContentType="application/vnd.openxmlformats-officedocument.presentationml.slideLayout+xml"/>
  <Override PartName="/ppt/theme/theme48.xml" ContentType="application/vnd.openxmlformats-officedocument.theme+xml"/>
  <Override PartName="/ppt/slideLayouts/slideLayout49.xml" ContentType="application/vnd.openxmlformats-officedocument.presentationml.slideLayout+xml"/>
  <Override PartName="/ppt/theme/theme49.xml" ContentType="application/vnd.openxmlformats-officedocument.theme+xml"/>
  <Override PartName="/ppt/slideLayouts/slideLayout50.xml" ContentType="application/vnd.openxmlformats-officedocument.presentationml.slideLayout+xml"/>
  <Override PartName="/ppt/theme/theme50.xml" ContentType="application/vnd.openxmlformats-officedocument.theme+xml"/>
  <Override PartName="/ppt/slideLayouts/slideLayout51.xml" ContentType="application/vnd.openxmlformats-officedocument.presentationml.slideLayout+xml"/>
  <Override PartName="/ppt/theme/theme51.xml" ContentType="application/vnd.openxmlformats-officedocument.theme+xml"/>
  <Override PartName="/ppt/slideLayouts/slideLayout52.xml" ContentType="application/vnd.openxmlformats-officedocument.presentationml.slideLayout+xml"/>
  <Override PartName="/ppt/theme/theme52.xml" ContentType="application/vnd.openxmlformats-officedocument.theme+xml"/>
  <Override PartName="/ppt/slideLayouts/slideLayout53.xml" ContentType="application/vnd.openxmlformats-officedocument.presentationml.slideLayout+xml"/>
  <Override PartName="/ppt/theme/theme53.xml" ContentType="application/vnd.openxmlformats-officedocument.theme+xml"/>
  <Override PartName="/ppt/slideLayouts/slideLayout54.xml" ContentType="application/vnd.openxmlformats-officedocument.presentationml.slideLayout+xml"/>
  <Override PartName="/ppt/theme/theme54.xml" ContentType="application/vnd.openxmlformats-officedocument.theme+xml"/>
  <Override PartName="/ppt/slideLayouts/slideLayout55.xml" ContentType="application/vnd.openxmlformats-officedocument.presentationml.slideLayout+xml"/>
  <Override PartName="/ppt/theme/theme55.xml" ContentType="application/vnd.openxmlformats-officedocument.theme+xml"/>
  <Override PartName="/ppt/slideLayouts/slideLayout56.xml" ContentType="application/vnd.openxmlformats-officedocument.presentationml.slideLayout+xml"/>
  <Override PartName="/ppt/theme/theme56.xml" ContentType="application/vnd.openxmlformats-officedocument.theme+xml"/>
  <Override PartName="/ppt/slideLayouts/slideLayout57.xml" ContentType="application/vnd.openxmlformats-officedocument.presentationml.slideLayout+xml"/>
  <Override PartName="/ppt/theme/theme57.xml" ContentType="application/vnd.openxmlformats-officedocument.theme+xml"/>
  <Override PartName="/ppt/slideLayouts/slideLayout58.xml" ContentType="application/vnd.openxmlformats-officedocument.presentationml.slideLayout+xml"/>
  <Override PartName="/ppt/theme/theme58.xml" ContentType="application/vnd.openxmlformats-officedocument.theme+xml"/>
  <Override PartName="/ppt/slideLayouts/slideLayout59.xml" ContentType="application/vnd.openxmlformats-officedocument.presentationml.slideLayout+xml"/>
  <Override PartName="/ppt/theme/theme59.xml" ContentType="application/vnd.openxmlformats-officedocument.theme+xml"/>
  <Override PartName="/ppt/slideLayouts/slideLayout60.xml" ContentType="application/vnd.openxmlformats-officedocument.presentationml.slideLayout+xml"/>
  <Override PartName="/ppt/theme/theme60.xml" ContentType="application/vnd.openxmlformats-officedocument.theme+xml"/>
  <Override PartName="/ppt/slideLayouts/slideLayout61.xml" ContentType="application/vnd.openxmlformats-officedocument.presentationml.slideLayout+xml"/>
  <Override PartName="/ppt/theme/theme61.xml" ContentType="application/vnd.openxmlformats-officedocument.theme+xml"/>
  <Override PartName="/ppt/slideLayouts/slideLayout62.xml" ContentType="application/vnd.openxmlformats-officedocument.presentationml.slideLayout+xml"/>
  <Override PartName="/ppt/theme/theme62.xml" ContentType="application/vnd.openxmlformats-officedocument.theme+xml"/>
  <Override PartName="/ppt/slideLayouts/slideLayout63.xml" ContentType="application/vnd.openxmlformats-officedocument.presentationml.slideLayout+xml"/>
  <Override PartName="/ppt/theme/theme63.xml" ContentType="application/vnd.openxmlformats-officedocument.theme+xml"/>
  <Override PartName="/ppt/slideLayouts/slideLayout64.xml" ContentType="application/vnd.openxmlformats-officedocument.presentationml.slideLayout+xml"/>
  <Override PartName="/ppt/theme/theme64.xml" ContentType="application/vnd.openxmlformats-officedocument.theme+xml"/>
  <Override PartName="/ppt/slideLayouts/slideLayout65.xml" ContentType="application/vnd.openxmlformats-officedocument.presentationml.slideLayout+xml"/>
  <Override PartName="/ppt/theme/theme65.xml" ContentType="application/vnd.openxmlformats-officedocument.theme+xml"/>
  <Override PartName="/ppt/slideLayouts/slideLayout66.xml" ContentType="application/vnd.openxmlformats-officedocument.presentationml.slideLayout+xml"/>
  <Override PartName="/ppt/theme/theme66.xml" ContentType="application/vnd.openxmlformats-officedocument.theme+xml"/>
  <Override PartName="/ppt/slideLayouts/slideLayout67.xml" ContentType="application/vnd.openxmlformats-officedocument.presentationml.slideLayout+xml"/>
  <Override PartName="/ppt/theme/theme67.xml" ContentType="application/vnd.openxmlformats-officedocument.theme+xml"/>
  <Override PartName="/ppt/slideLayouts/slideLayout68.xml" ContentType="application/vnd.openxmlformats-officedocument.presentationml.slideLayout+xml"/>
  <Override PartName="/ppt/theme/theme68.xml" ContentType="application/vnd.openxmlformats-officedocument.theme+xml"/>
  <Override PartName="/ppt/slideLayouts/slideLayout69.xml" ContentType="application/vnd.openxmlformats-officedocument.presentationml.slideLayout+xml"/>
  <Override PartName="/ppt/theme/theme69.xml" ContentType="application/vnd.openxmlformats-officedocument.theme+xml"/>
  <Override PartName="/ppt/slideLayouts/slideLayout70.xml" ContentType="application/vnd.openxmlformats-officedocument.presentationml.slideLayout+xml"/>
  <Override PartName="/ppt/theme/theme70.xml" ContentType="application/vnd.openxmlformats-officedocument.theme+xml"/>
  <Override PartName="/ppt/slideLayouts/slideLayout71.xml" ContentType="application/vnd.openxmlformats-officedocument.presentationml.slideLayout+xml"/>
  <Override PartName="/ppt/theme/theme71.xml" ContentType="application/vnd.openxmlformats-officedocument.theme+xml"/>
  <Override PartName="/ppt/slideLayouts/slideLayout72.xml" ContentType="application/vnd.openxmlformats-officedocument.presentationml.slideLayout+xml"/>
  <Override PartName="/ppt/theme/theme72.xml" ContentType="application/vnd.openxmlformats-officedocument.theme+xml"/>
  <Override PartName="/ppt/slideLayouts/slideLayout73.xml" ContentType="application/vnd.openxmlformats-officedocument.presentationml.slideLayout+xml"/>
  <Override PartName="/ppt/theme/theme73.xml" ContentType="application/vnd.openxmlformats-officedocument.theme+xml"/>
  <Override PartName="/ppt/slideLayouts/slideLayout74.xml" ContentType="application/vnd.openxmlformats-officedocument.presentationml.slideLayout+xml"/>
  <Override PartName="/ppt/theme/theme74.xml" ContentType="application/vnd.openxmlformats-officedocument.theme+xml"/>
  <Override PartName="/ppt/slideLayouts/slideLayout75.xml" ContentType="application/vnd.openxmlformats-officedocument.presentationml.slideLayout+xml"/>
  <Override PartName="/ppt/theme/theme75.xml" ContentType="application/vnd.openxmlformats-officedocument.theme+xml"/>
  <Override PartName="/ppt/slideLayouts/slideLayout76.xml" ContentType="application/vnd.openxmlformats-officedocument.presentationml.slideLayout+xml"/>
  <Override PartName="/ppt/theme/theme76.xml" ContentType="application/vnd.openxmlformats-officedocument.theme+xml"/>
  <Override PartName="/ppt/slideLayouts/slideLayout77.xml" ContentType="application/vnd.openxmlformats-officedocument.presentationml.slideLayout+xml"/>
  <Override PartName="/ppt/theme/theme77.xml" ContentType="application/vnd.openxmlformats-officedocument.theme+xml"/>
  <Override PartName="/ppt/slideLayouts/slideLayout78.xml" ContentType="application/vnd.openxmlformats-officedocument.presentationml.slideLayout+xml"/>
  <Override PartName="/ppt/theme/theme78.xml" ContentType="application/vnd.openxmlformats-officedocument.theme+xml"/>
  <Override PartName="/ppt/slideLayouts/slideLayout79.xml" ContentType="application/vnd.openxmlformats-officedocument.presentationml.slideLayout+xml"/>
  <Override PartName="/ppt/theme/theme79.xml" ContentType="application/vnd.openxmlformats-officedocument.theme+xml"/>
  <Override PartName="/ppt/slideLayouts/slideLayout80.xml" ContentType="application/vnd.openxmlformats-officedocument.presentationml.slideLayout+xml"/>
  <Override PartName="/ppt/theme/theme80.xml" ContentType="application/vnd.openxmlformats-officedocument.theme+xml"/>
  <Override PartName="/ppt/slideLayouts/slideLayout81.xml" ContentType="application/vnd.openxmlformats-officedocument.presentationml.slideLayout+xml"/>
  <Override PartName="/ppt/theme/theme81.xml" ContentType="application/vnd.openxmlformats-officedocument.theme+xml"/>
  <Override PartName="/ppt/slideLayouts/slideLayout82.xml" ContentType="application/vnd.openxmlformats-officedocument.presentationml.slideLayout+xml"/>
  <Override PartName="/ppt/theme/theme82.xml" ContentType="application/vnd.openxmlformats-officedocument.theme+xml"/>
  <Override PartName="/ppt/slideLayouts/slideLayout83.xml" ContentType="application/vnd.openxmlformats-officedocument.presentationml.slideLayout+xml"/>
  <Override PartName="/ppt/theme/theme83.xml" ContentType="application/vnd.openxmlformats-officedocument.theme+xml"/>
  <Override PartName="/ppt/slideLayouts/slideLayout84.xml" ContentType="application/vnd.openxmlformats-officedocument.presentationml.slideLayout+xml"/>
  <Override PartName="/ppt/theme/theme84.xml" ContentType="application/vnd.openxmlformats-officedocument.theme+xml"/>
  <Override PartName="/ppt/slideLayouts/slideLayout85.xml" ContentType="application/vnd.openxmlformats-officedocument.presentationml.slideLayout+xml"/>
  <Override PartName="/ppt/theme/theme85.xml" ContentType="application/vnd.openxmlformats-officedocument.theme+xml"/>
  <Override PartName="/ppt/slideLayouts/slideLayout86.xml" ContentType="application/vnd.openxmlformats-officedocument.presentationml.slideLayout+xml"/>
  <Override PartName="/ppt/theme/theme86.xml" ContentType="application/vnd.openxmlformats-officedocument.theme+xml"/>
  <Override PartName="/ppt/slideLayouts/slideLayout87.xml" ContentType="application/vnd.openxmlformats-officedocument.presentationml.slideLayout+xml"/>
  <Override PartName="/ppt/theme/theme87.xml" ContentType="application/vnd.openxmlformats-officedocument.theme+xml"/>
  <Override PartName="/ppt/slideLayouts/slideLayout88.xml" ContentType="application/vnd.openxmlformats-officedocument.presentationml.slideLayout+xml"/>
  <Override PartName="/ppt/theme/theme88.xml" ContentType="application/vnd.openxmlformats-officedocument.theme+xml"/>
  <Override PartName="/ppt/slideLayouts/slideLayout89.xml" ContentType="application/vnd.openxmlformats-officedocument.presentationml.slideLayout+xml"/>
  <Override PartName="/ppt/theme/theme89.xml" ContentType="application/vnd.openxmlformats-officedocument.theme+xml"/>
  <Override PartName="/ppt/slideLayouts/slideLayout90.xml" ContentType="application/vnd.openxmlformats-officedocument.presentationml.slideLayout+xml"/>
  <Override PartName="/ppt/theme/theme90.xml" ContentType="application/vnd.openxmlformats-officedocument.theme+xml"/>
  <Override PartName="/ppt/slideLayouts/slideLayout91.xml" ContentType="application/vnd.openxmlformats-officedocument.presentationml.slideLayout+xml"/>
  <Override PartName="/ppt/theme/theme91.xml" ContentType="application/vnd.openxmlformats-officedocument.theme+xml"/>
  <Override PartName="/ppt/slideLayouts/slideLayout92.xml" ContentType="application/vnd.openxmlformats-officedocument.presentationml.slideLayout+xml"/>
  <Override PartName="/ppt/theme/theme92.xml" ContentType="application/vnd.openxmlformats-officedocument.theme+xml"/>
  <Override PartName="/ppt/slideLayouts/slideLayout93.xml" ContentType="application/vnd.openxmlformats-officedocument.presentationml.slideLayout+xml"/>
  <Override PartName="/ppt/theme/theme93.xml" ContentType="application/vnd.openxmlformats-officedocument.theme+xml"/>
  <Override PartName="/ppt/slideLayouts/slideLayout94.xml" ContentType="application/vnd.openxmlformats-officedocument.presentationml.slideLayout+xml"/>
  <Override PartName="/ppt/theme/theme94.xml" ContentType="application/vnd.openxmlformats-officedocument.theme+xml"/>
  <Override PartName="/ppt/slideLayouts/slideLayout95.xml" ContentType="application/vnd.openxmlformats-officedocument.presentationml.slideLayout+xml"/>
  <Override PartName="/ppt/theme/theme95.xml" ContentType="application/vnd.openxmlformats-officedocument.theme+xml"/>
  <Override PartName="/ppt/slideLayouts/slideLayout96.xml" ContentType="application/vnd.openxmlformats-officedocument.presentationml.slideLayout+xml"/>
  <Override PartName="/ppt/theme/theme96.xml" ContentType="application/vnd.openxmlformats-officedocument.theme+xml"/>
  <Override PartName="/ppt/theme/theme97.xml" ContentType="application/vnd.openxmlformats-officedocument.theme+xml"/>
  <Override PartName="/ppt/theme/theme98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 autoCompressPictures="0">
  <p:sldMasterIdLst>
    <p:sldMasterId id="2147483648" r:id="rId1"/>
    <p:sldMasterId id="2147483737" r:id="rId2"/>
    <p:sldMasterId id="2147483650" r:id="rId3"/>
    <p:sldMasterId id="2147483680" r:id="rId4"/>
    <p:sldMasterId id="2147483652" r:id="rId5"/>
    <p:sldMasterId id="2147483676" r:id="rId6"/>
    <p:sldMasterId id="2147483660" r:id="rId7"/>
    <p:sldMasterId id="2147483688" r:id="rId8"/>
    <p:sldMasterId id="2147483686" r:id="rId9"/>
    <p:sldMasterId id="2147483690" r:id="rId10"/>
    <p:sldMasterId id="2147483684" r:id="rId11"/>
    <p:sldMasterId id="2147483696" r:id="rId12"/>
    <p:sldMasterId id="2147483692" r:id="rId13"/>
    <p:sldMasterId id="2147483694" r:id="rId14"/>
    <p:sldMasterId id="2147483682" r:id="rId15"/>
    <p:sldMasterId id="2147483715" r:id="rId16"/>
    <p:sldMasterId id="2147483755" r:id="rId17"/>
    <p:sldMasterId id="2147483698" r:id="rId18"/>
    <p:sldMasterId id="2147483729" r:id="rId19"/>
    <p:sldMasterId id="2147483702" r:id="rId20"/>
    <p:sldMasterId id="2147483743" r:id="rId21"/>
    <p:sldMasterId id="2147483704" r:id="rId22"/>
    <p:sldMasterId id="2147483745" r:id="rId23"/>
    <p:sldMasterId id="2147483700" r:id="rId24"/>
    <p:sldMasterId id="2147483741" r:id="rId25"/>
    <p:sldMasterId id="2147483708" r:id="rId26"/>
    <p:sldMasterId id="2147483733" r:id="rId27"/>
    <p:sldMasterId id="2147483706" r:id="rId28"/>
    <p:sldMasterId id="2147483656" r:id="rId29"/>
    <p:sldMasterId id="2147483710" r:id="rId30"/>
    <p:sldMasterId id="2147483751" r:id="rId31"/>
    <p:sldMasterId id="2147483666" r:id="rId32"/>
    <p:sldMasterId id="2147483731" r:id="rId33"/>
    <p:sldMasterId id="2147483712" r:id="rId34"/>
    <p:sldMasterId id="2147483668" r:id="rId35"/>
    <p:sldMasterId id="2147483678" r:id="rId36"/>
    <p:sldMasterId id="2147483747" r:id="rId37"/>
    <p:sldMasterId id="2147483719" r:id="rId38"/>
    <p:sldMasterId id="2147483739" r:id="rId39"/>
    <p:sldMasterId id="2147483721" r:id="rId40"/>
    <p:sldMasterId id="2147483749" r:id="rId41"/>
    <p:sldMasterId id="2147483723" r:id="rId42"/>
    <p:sldMasterId id="2147483757" r:id="rId43"/>
    <p:sldMasterId id="2147483725" r:id="rId44"/>
    <p:sldMasterId id="2147483735" r:id="rId45"/>
    <p:sldMasterId id="2147483717" r:id="rId46"/>
    <p:sldMasterId id="2147483753" r:id="rId47"/>
    <p:sldMasterId id="2147483727" r:id="rId48"/>
    <p:sldMasterId id="2147483759" r:id="rId49"/>
    <p:sldMasterId id="2147483658" r:id="rId50"/>
    <p:sldMasterId id="2147483765" r:id="rId51"/>
    <p:sldMasterId id="2147483761" r:id="rId52"/>
    <p:sldMasterId id="2147483763" r:id="rId53"/>
    <p:sldMasterId id="2147483767" r:id="rId54"/>
    <p:sldMasterId id="2147483769" r:id="rId55"/>
    <p:sldMasterId id="2147483771" r:id="rId56"/>
    <p:sldMasterId id="2147483773" r:id="rId57"/>
    <p:sldMasterId id="2147483775" r:id="rId58"/>
    <p:sldMasterId id="2147483777" r:id="rId59"/>
    <p:sldMasterId id="2147483674" r:id="rId60"/>
    <p:sldMasterId id="2147483670" r:id="rId61"/>
    <p:sldMasterId id="2147483819" r:id="rId62"/>
    <p:sldMasterId id="2147483783" r:id="rId63"/>
    <p:sldMasterId id="2147483833" r:id="rId64"/>
    <p:sldMasterId id="2147483785" r:id="rId65"/>
    <p:sldMasterId id="2147483831" r:id="rId66"/>
    <p:sldMasterId id="2147483787" r:id="rId67"/>
    <p:sldMasterId id="2147483827" r:id="rId68"/>
    <p:sldMasterId id="2147483789" r:id="rId69"/>
    <p:sldMasterId id="2147483841" r:id="rId70"/>
    <p:sldMasterId id="2147483791" r:id="rId71"/>
    <p:sldMasterId id="2147483843" r:id="rId72"/>
    <p:sldMasterId id="2147483793" r:id="rId73"/>
    <p:sldMasterId id="2147483848" r:id="rId74"/>
    <p:sldMasterId id="2147483795" r:id="rId75"/>
    <p:sldMasterId id="2147483823" r:id="rId76"/>
    <p:sldMasterId id="2147483797" r:id="rId77"/>
    <p:sldMasterId id="2147483845" r:id="rId78"/>
    <p:sldMasterId id="2147483799" r:id="rId79"/>
    <p:sldMasterId id="2147483837" r:id="rId80"/>
    <p:sldMasterId id="2147483801" r:id="rId81"/>
    <p:sldMasterId id="2147483829" r:id="rId82"/>
    <p:sldMasterId id="2147483803" r:id="rId83"/>
    <p:sldMasterId id="2147483835" r:id="rId84"/>
    <p:sldMasterId id="2147483805" r:id="rId85"/>
    <p:sldMasterId id="2147483825" r:id="rId86"/>
    <p:sldMasterId id="2147483807" r:id="rId87"/>
    <p:sldMasterId id="2147483817" r:id="rId88"/>
    <p:sldMasterId id="2147483809" r:id="rId89"/>
    <p:sldMasterId id="2147483839" r:id="rId90"/>
    <p:sldMasterId id="2147483811" r:id="rId91"/>
    <p:sldMasterId id="2147483821" r:id="rId92"/>
    <p:sldMasterId id="2147483813" r:id="rId93"/>
    <p:sldMasterId id="2147483654" r:id="rId94"/>
    <p:sldMasterId id="2147483850" r:id="rId95"/>
    <p:sldMasterId id="2147483852" r:id="rId96"/>
  </p:sldMasterIdLst>
  <p:notesMasterIdLst>
    <p:notesMasterId r:id="rId495"/>
  </p:notesMasterIdLst>
  <p:handoutMasterIdLst>
    <p:handoutMasterId r:id="rId496"/>
  </p:handoutMasterIdLst>
  <p:sldIdLst>
    <p:sldId id="257" r:id="rId97"/>
    <p:sldId id="370" r:id="rId98"/>
    <p:sldId id="270" r:id="rId99"/>
    <p:sldId id="267" r:id="rId100"/>
    <p:sldId id="263" r:id="rId101"/>
    <p:sldId id="289" r:id="rId102"/>
    <p:sldId id="290" r:id="rId103"/>
    <p:sldId id="281" r:id="rId104"/>
    <p:sldId id="297" r:id="rId105"/>
    <p:sldId id="298" r:id="rId106"/>
    <p:sldId id="294" r:id="rId107"/>
    <p:sldId id="301" r:id="rId108"/>
    <p:sldId id="299" r:id="rId109"/>
    <p:sldId id="300" r:id="rId110"/>
    <p:sldId id="302" r:id="rId111"/>
    <p:sldId id="293" r:id="rId112"/>
    <p:sldId id="292" r:id="rId113"/>
    <p:sldId id="283" r:id="rId114"/>
    <p:sldId id="304" r:id="rId115"/>
    <p:sldId id="305" r:id="rId116"/>
    <p:sldId id="303" r:id="rId117"/>
    <p:sldId id="306" r:id="rId118"/>
    <p:sldId id="307" r:id="rId119"/>
    <p:sldId id="308" r:id="rId120"/>
    <p:sldId id="309" r:id="rId121"/>
    <p:sldId id="311" r:id="rId122"/>
    <p:sldId id="369" r:id="rId123"/>
    <p:sldId id="312" r:id="rId124"/>
    <p:sldId id="313" r:id="rId125"/>
    <p:sldId id="315" r:id="rId126"/>
    <p:sldId id="316" r:id="rId127"/>
    <p:sldId id="317" r:id="rId128"/>
    <p:sldId id="318" r:id="rId129"/>
    <p:sldId id="319" r:id="rId130"/>
    <p:sldId id="320" r:id="rId131"/>
    <p:sldId id="321" r:id="rId132"/>
    <p:sldId id="322" r:id="rId133"/>
    <p:sldId id="323" r:id="rId134"/>
    <p:sldId id="324" r:id="rId135"/>
    <p:sldId id="325" r:id="rId136"/>
    <p:sldId id="326" r:id="rId137"/>
    <p:sldId id="327" r:id="rId138"/>
    <p:sldId id="328" r:id="rId139"/>
    <p:sldId id="329" r:id="rId140"/>
    <p:sldId id="330" r:id="rId141"/>
    <p:sldId id="331" r:id="rId142"/>
    <p:sldId id="332" r:id="rId143"/>
    <p:sldId id="333" r:id="rId144"/>
    <p:sldId id="334" r:id="rId145"/>
    <p:sldId id="335" r:id="rId146"/>
    <p:sldId id="336" r:id="rId147"/>
    <p:sldId id="337" r:id="rId148"/>
    <p:sldId id="272" r:id="rId149"/>
    <p:sldId id="338" r:id="rId150"/>
    <p:sldId id="339" r:id="rId151"/>
    <p:sldId id="340" r:id="rId152"/>
    <p:sldId id="341" r:id="rId153"/>
    <p:sldId id="342" r:id="rId154"/>
    <p:sldId id="343" r:id="rId155"/>
    <p:sldId id="344" r:id="rId156"/>
    <p:sldId id="345" r:id="rId157"/>
    <p:sldId id="346" r:id="rId158"/>
    <p:sldId id="347" r:id="rId159"/>
    <p:sldId id="348" r:id="rId160"/>
    <p:sldId id="349" r:id="rId161"/>
    <p:sldId id="350" r:id="rId162"/>
    <p:sldId id="351" r:id="rId163"/>
    <p:sldId id="352" r:id="rId164"/>
    <p:sldId id="353" r:id="rId165"/>
    <p:sldId id="354" r:id="rId166"/>
    <p:sldId id="355" r:id="rId167"/>
    <p:sldId id="279" r:id="rId168"/>
    <p:sldId id="357" r:id="rId169"/>
    <p:sldId id="358" r:id="rId170"/>
    <p:sldId id="359" r:id="rId171"/>
    <p:sldId id="360" r:id="rId172"/>
    <p:sldId id="356" r:id="rId173"/>
    <p:sldId id="361" r:id="rId174"/>
    <p:sldId id="362" r:id="rId175"/>
    <p:sldId id="363" r:id="rId176"/>
    <p:sldId id="364" r:id="rId177"/>
    <p:sldId id="365" r:id="rId178"/>
    <p:sldId id="366" r:id="rId179"/>
    <p:sldId id="287" r:id="rId180"/>
    <p:sldId id="367" r:id="rId181"/>
    <p:sldId id="368" r:id="rId182"/>
    <p:sldId id="373" r:id="rId183"/>
    <p:sldId id="374" r:id="rId184"/>
    <p:sldId id="375" r:id="rId185"/>
    <p:sldId id="376" r:id="rId186"/>
    <p:sldId id="377" r:id="rId187"/>
    <p:sldId id="378" r:id="rId188"/>
    <p:sldId id="379" r:id="rId189"/>
    <p:sldId id="380" r:id="rId190"/>
    <p:sldId id="381" r:id="rId191"/>
    <p:sldId id="382" r:id="rId192"/>
    <p:sldId id="387" r:id="rId193"/>
    <p:sldId id="386" r:id="rId194"/>
    <p:sldId id="385" r:id="rId195"/>
    <p:sldId id="388" r:id="rId196"/>
    <p:sldId id="389" r:id="rId197"/>
    <p:sldId id="390" r:id="rId198"/>
    <p:sldId id="391" r:id="rId199"/>
    <p:sldId id="430" r:id="rId200"/>
    <p:sldId id="392" r:id="rId201"/>
    <p:sldId id="393" r:id="rId202"/>
    <p:sldId id="394" r:id="rId203"/>
    <p:sldId id="395" r:id="rId204"/>
    <p:sldId id="396" r:id="rId205"/>
    <p:sldId id="397" r:id="rId206"/>
    <p:sldId id="398" r:id="rId207"/>
    <p:sldId id="399" r:id="rId208"/>
    <p:sldId id="400" r:id="rId209"/>
    <p:sldId id="401" r:id="rId210"/>
    <p:sldId id="402" r:id="rId211"/>
    <p:sldId id="403" r:id="rId212"/>
    <p:sldId id="404" r:id="rId213"/>
    <p:sldId id="405" r:id="rId214"/>
    <p:sldId id="406" r:id="rId215"/>
    <p:sldId id="407" r:id="rId216"/>
    <p:sldId id="408" r:id="rId217"/>
    <p:sldId id="409" r:id="rId218"/>
    <p:sldId id="410" r:id="rId219"/>
    <p:sldId id="411" r:id="rId220"/>
    <p:sldId id="412" r:id="rId221"/>
    <p:sldId id="413" r:id="rId222"/>
    <p:sldId id="414" r:id="rId223"/>
    <p:sldId id="415" r:id="rId224"/>
    <p:sldId id="416" r:id="rId225"/>
    <p:sldId id="417" r:id="rId226"/>
    <p:sldId id="418" r:id="rId227"/>
    <p:sldId id="419" r:id="rId228"/>
    <p:sldId id="420" r:id="rId229"/>
    <p:sldId id="421" r:id="rId230"/>
    <p:sldId id="422" r:id="rId231"/>
    <p:sldId id="423" r:id="rId232"/>
    <p:sldId id="424" r:id="rId233"/>
    <p:sldId id="425" r:id="rId234"/>
    <p:sldId id="426" r:id="rId235"/>
    <p:sldId id="427" r:id="rId236"/>
    <p:sldId id="428" r:id="rId237"/>
    <p:sldId id="429" r:id="rId238"/>
    <p:sldId id="431" r:id="rId239"/>
    <p:sldId id="432" r:id="rId240"/>
    <p:sldId id="433" r:id="rId241"/>
    <p:sldId id="434" r:id="rId242"/>
    <p:sldId id="435" r:id="rId243"/>
    <p:sldId id="436" r:id="rId244"/>
    <p:sldId id="437" r:id="rId245"/>
    <p:sldId id="438" r:id="rId246"/>
    <p:sldId id="439" r:id="rId247"/>
    <p:sldId id="440" r:id="rId248"/>
    <p:sldId id="441" r:id="rId249"/>
    <p:sldId id="442" r:id="rId250"/>
    <p:sldId id="443" r:id="rId251"/>
    <p:sldId id="444" r:id="rId252"/>
    <p:sldId id="445" r:id="rId253"/>
    <p:sldId id="446" r:id="rId254"/>
    <p:sldId id="447" r:id="rId255"/>
    <p:sldId id="448" r:id="rId256"/>
    <p:sldId id="449" r:id="rId257"/>
    <p:sldId id="450" r:id="rId258"/>
    <p:sldId id="451" r:id="rId259"/>
    <p:sldId id="452" r:id="rId260"/>
    <p:sldId id="453" r:id="rId261"/>
    <p:sldId id="454" r:id="rId262"/>
    <p:sldId id="455" r:id="rId263"/>
    <p:sldId id="456" r:id="rId264"/>
    <p:sldId id="457" r:id="rId265"/>
    <p:sldId id="458" r:id="rId266"/>
    <p:sldId id="459" r:id="rId267"/>
    <p:sldId id="460" r:id="rId268"/>
    <p:sldId id="461" r:id="rId269"/>
    <p:sldId id="462" r:id="rId270"/>
    <p:sldId id="463" r:id="rId271"/>
    <p:sldId id="464" r:id="rId272"/>
    <p:sldId id="465" r:id="rId273"/>
    <p:sldId id="466" r:id="rId274"/>
    <p:sldId id="467" r:id="rId275"/>
    <p:sldId id="468" r:id="rId276"/>
    <p:sldId id="469" r:id="rId277"/>
    <p:sldId id="470" r:id="rId278"/>
    <p:sldId id="471" r:id="rId279"/>
    <p:sldId id="472" r:id="rId280"/>
    <p:sldId id="473" r:id="rId281"/>
    <p:sldId id="474" r:id="rId282"/>
    <p:sldId id="475" r:id="rId283"/>
    <p:sldId id="476" r:id="rId284"/>
    <p:sldId id="477" r:id="rId285"/>
    <p:sldId id="478" r:id="rId286"/>
    <p:sldId id="479" r:id="rId287"/>
    <p:sldId id="268" r:id="rId288"/>
    <p:sldId id="483" r:id="rId289"/>
    <p:sldId id="686" r:id="rId290"/>
    <p:sldId id="482" r:id="rId291"/>
    <p:sldId id="484" r:id="rId292"/>
    <p:sldId id="485" r:id="rId293"/>
    <p:sldId id="486" r:id="rId294"/>
    <p:sldId id="489" r:id="rId295"/>
    <p:sldId id="487" r:id="rId296"/>
    <p:sldId id="488" r:id="rId297"/>
    <p:sldId id="491" r:id="rId298"/>
    <p:sldId id="490" r:id="rId299"/>
    <p:sldId id="282" r:id="rId300"/>
    <p:sldId id="492" r:id="rId301"/>
    <p:sldId id="493" r:id="rId302"/>
    <p:sldId id="494" r:id="rId303"/>
    <p:sldId id="495" r:id="rId304"/>
    <p:sldId id="496" r:id="rId305"/>
    <p:sldId id="497" r:id="rId306"/>
    <p:sldId id="498" r:id="rId307"/>
    <p:sldId id="499" r:id="rId308"/>
    <p:sldId id="500" r:id="rId309"/>
    <p:sldId id="508" r:id="rId310"/>
    <p:sldId id="502" r:id="rId311"/>
    <p:sldId id="503" r:id="rId312"/>
    <p:sldId id="504" r:id="rId313"/>
    <p:sldId id="505" r:id="rId314"/>
    <p:sldId id="506" r:id="rId315"/>
    <p:sldId id="507" r:id="rId316"/>
    <p:sldId id="276" r:id="rId317"/>
    <p:sldId id="510" r:id="rId318"/>
    <p:sldId id="511" r:id="rId319"/>
    <p:sldId id="512" r:id="rId320"/>
    <p:sldId id="513" r:id="rId321"/>
    <p:sldId id="514" r:id="rId322"/>
    <p:sldId id="515" r:id="rId323"/>
    <p:sldId id="516" r:id="rId324"/>
    <p:sldId id="517" r:id="rId325"/>
    <p:sldId id="518" r:id="rId326"/>
    <p:sldId id="519" r:id="rId327"/>
    <p:sldId id="520" r:id="rId328"/>
    <p:sldId id="521" r:id="rId329"/>
    <p:sldId id="522" r:id="rId330"/>
    <p:sldId id="523" r:id="rId331"/>
    <p:sldId id="524" r:id="rId332"/>
    <p:sldId id="525" r:id="rId333"/>
    <p:sldId id="526" r:id="rId334"/>
    <p:sldId id="527" r:id="rId335"/>
    <p:sldId id="528" r:id="rId336"/>
    <p:sldId id="529" r:id="rId337"/>
    <p:sldId id="530" r:id="rId338"/>
    <p:sldId id="531" r:id="rId339"/>
    <p:sldId id="532" r:id="rId340"/>
    <p:sldId id="533" r:id="rId341"/>
    <p:sldId id="534" r:id="rId342"/>
    <p:sldId id="535" r:id="rId343"/>
    <p:sldId id="536" r:id="rId344"/>
    <p:sldId id="537" r:id="rId345"/>
    <p:sldId id="538" r:id="rId346"/>
    <p:sldId id="539" r:id="rId347"/>
    <p:sldId id="540" r:id="rId348"/>
    <p:sldId id="541" r:id="rId349"/>
    <p:sldId id="542" r:id="rId350"/>
    <p:sldId id="543" r:id="rId351"/>
    <p:sldId id="544" r:id="rId352"/>
    <p:sldId id="545" r:id="rId353"/>
    <p:sldId id="546" r:id="rId354"/>
    <p:sldId id="547" r:id="rId355"/>
    <p:sldId id="548" r:id="rId356"/>
    <p:sldId id="549" r:id="rId357"/>
    <p:sldId id="550" r:id="rId358"/>
    <p:sldId id="551" r:id="rId359"/>
    <p:sldId id="552" r:id="rId360"/>
    <p:sldId id="553" r:id="rId361"/>
    <p:sldId id="554" r:id="rId362"/>
    <p:sldId id="555" r:id="rId363"/>
    <p:sldId id="556" r:id="rId364"/>
    <p:sldId id="557" r:id="rId365"/>
    <p:sldId id="558" r:id="rId366"/>
    <p:sldId id="559" r:id="rId367"/>
    <p:sldId id="560" r:id="rId368"/>
    <p:sldId id="616" r:id="rId369"/>
    <p:sldId id="617" r:id="rId370"/>
    <p:sldId id="561" r:id="rId371"/>
    <p:sldId id="562" r:id="rId372"/>
    <p:sldId id="563" r:id="rId373"/>
    <p:sldId id="564" r:id="rId374"/>
    <p:sldId id="565" r:id="rId375"/>
    <p:sldId id="566" r:id="rId376"/>
    <p:sldId id="567" r:id="rId377"/>
    <p:sldId id="568" r:id="rId378"/>
    <p:sldId id="569" r:id="rId379"/>
    <p:sldId id="570" r:id="rId380"/>
    <p:sldId id="571" r:id="rId381"/>
    <p:sldId id="572" r:id="rId382"/>
    <p:sldId id="573" r:id="rId383"/>
    <p:sldId id="574" r:id="rId384"/>
    <p:sldId id="575" r:id="rId385"/>
    <p:sldId id="576" r:id="rId386"/>
    <p:sldId id="577" r:id="rId387"/>
    <p:sldId id="623" r:id="rId388"/>
    <p:sldId id="622" r:id="rId389"/>
    <p:sldId id="578" r:id="rId390"/>
    <p:sldId id="579" r:id="rId391"/>
    <p:sldId id="580" r:id="rId392"/>
    <p:sldId id="581" r:id="rId393"/>
    <p:sldId id="582" r:id="rId394"/>
    <p:sldId id="583" r:id="rId395"/>
    <p:sldId id="584" r:id="rId396"/>
    <p:sldId id="585" r:id="rId397"/>
    <p:sldId id="586" r:id="rId398"/>
    <p:sldId id="587" r:id="rId399"/>
    <p:sldId id="588" r:id="rId400"/>
    <p:sldId id="624" r:id="rId401"/>
    <p:sldId id="589" r:id="rId402"/>
    <p:sldId id="590" r:id="rId403"/>
    <p:sldId id="591" r:id="rId404"/>
    <p:sldId id="592" r:id="rId405"/>
    <p:sldId id="593" r:id="rId406"/>
    <p:sldId id="594" r:id="rId407"/>
    <p:sldId id="595" r:id="rId408"/>
    <p:sldId id="596" r:id="rId409"/>
    <p:sldId id="597" r:id="rId410"/>
    <p:sldId id="598" r:id="rId411"/>
    <p:sldId id="599" r:id="rId412"/>
    <p:sldId id="600" r:id="rId413"/>
    <p:sldId id="601" r:id="rId414"/>
    <p:sldId id="602" r:id="rId415"/>
    <p:sldId id="603" r:id="rId416"/>
    <p:sldId id="604" r:id="rId417"/>
    <p:sldId id="605" r:id="rId418"/>
    <p:sldId id="606" r:id="rId419"/>
    <p:sldId id="607" r:id="rId420"/>
    <p:sldId id="608" r:id="rId421"/>
    <p:sldId id="609" r:id="rId422"/>
    <p:sldId id="610" r:id="rId423"/>
    <p:sldId id="611" r:id="rId424"/>
    <p:sldId id="612" r:id="rId425"/>
    <p:sldId id="613" r:id="rId426"/>
    <p:sldId id="614" r:id="rId427"/>
    <p:sldId id="615" r:id="rId428"/>
    <p:sldId id="620" r:id="rId429"/>
    <p:sldId id="619" r:id="rId430"/>
    <p:sldId id="621" r:id="rId431"/>
    <p:sldId id="625" r:id="rId432"/>
    <p:sldId id="627" r:id="rId433"/>
    <p:sldId id="628" r:id="rId434"/>
    <p:sldId id="629" r:id="rId435"/>
    <p:sldId id="630" r:id="rId436"/>
    <p:sldId id="631" r:id="rId437"/>
    <p:sldId id="632" r:id="rId438"/>
    <p:sldId id="633" r:id="rId439"/>
    <p:sldId id="634" r:id="rId440"/>
    <p:sldId id="635" r:id="rId441"/>
    <p:sldId id="636" r:id="rId442"/>
    <p:sldId id="637" r:id="rId443"/>
    <p:sldId id="638" r:id="rId444"/>
    <p:sldId id="639" r:id="rId445"/>
    <p:sldId id="640" r:id="rId446"/>
    <p:sldId id="641" r:id="rId447"/>
    <p:sldId id="642" r:id="rId448"/>
    <p:sldId id="643" r:id="rId449"/>
    <p:sldId id="644" r:id="rId450"/>
    <p:sldId id="645" r:id="rId451"/>
    <p:sldId id="646" r:id="rId452"/>
    <p:sldId id="647" r:id="rId453"/>
    <p:sldId id="648" r:id="rId454"/>
    <p:sldId id="649" r:id="rId455"/>
    <p:sldId id="650" r:id="rId456"/>
    <p:sldId id="651" r:id="rId457"/>
    <p:sldId id="652" r:id="rId458"/>
    <p:sldId id="653" r:id="rId459"/>
    <p:sldId id="654" r:id="rId460"/>
    <p:sldId id="655" r:id="rId461"/>
    <p:sldId id="656" r:id="rId462"/>
    <p:sldId id="657" r:id="rId463"/>
    <p:sldId id="658" r:id="rId464"/>
    <p:sldId id="659" r:id="rId465"/>
    <p:sldId id="660" r:id="rId466"/>
    <p:sldId id="661" r:id="rId467"/>
    <p:sldId id="662" r:id="rId468"/>
    <p:sldId id="663" r:id="rId469"/>
    <p:sldId id="664" r:id="rId470"/>
    <p:sldId id="665" r:id="rId471"/>
    <p:sldId id="666" r:id="rId472"/>
    <p:sldId id="667" r:id="rId473"/>
    <p:sldId id="668" r:id="rId474"/>
    <p:sldId id="669" r:id="rId475"/>
    <p:sldId id="670" r:id="rId476"/>
    <p:sldId id="671" r:id="rId477"/>
    <p:sldId id="672" r:id="rId478"/>
    <p:sldId id="673" r:id="rId479"/>
    <p:sldId id="674" r:id="rId480"/>
    <p:sldId id="675" r:id="rId481"/>
    <p:sldId id="618" r:id="rId482"/>
    <p:sldId id="626" r:id="rId483"/>
    <p:sldId id="676" r:id="rId484"/>
    <p:sldId id="677" r:id="rId485"/>
    <p:sldId id="680" r:id="rId486"/>
    <p:sldId id="681" r:id="rId487"/>
    <p:sldId id="678" r:id="rId488"/>
    <p:sldId id="679" r:id="rId489"/>
    <p:sldId id="288" r:id="rId490"/>
    <p:sldId id="372" r:id="rId491"/>
    <p:sldId id="682" r:id="rId492"/>
    <p:sldId id="684" r:id="rId493"/>
    <p:sldId id="683" r:id="rId494"/>
  </p:sldIdLst>
  <p:sldSz cx="12192000" cy="6858000"/>
  <p:notesSz cx="6858000" cy="9144000"/>
  <p:embeddedFontLst>
    <p:embeddedFont>
      <p:font typeface="Calibri" panose="020F0502020204030204" pitchFamily="34" charset="0"/>
      <p:regular r:id="rId497"/>
      <p:bold r:id="rId498"/>
      <p:italic r:id="rId499"/>
      <p:boldItalic r:id="rId500"/>
    </p:embeddedFont>
    <p:embeddedFont>
      <p:font typeface="나눔고딕" panose="020D0604000000000000" pitchFamily="50" charset="-127"/>
      <p:regular r:id="rId501"/>
      <p:bold r:id="rId502"/>
    </p:embeddedFont>
    <p:embeddedFont>
      <p:font typeface="맑은 고딕" panose="020B0503020000020004" pitchFamily="50" charset="-127"/>
      <p:regular r:id="rId503"/>
      <p:bold r:id="rId504"/>
    </p:embeddedFont>
  </p:embeddedFontLst>
  <p:defaultTextStyle>
    <a:defPPr>
      <a:defRPr lang="ko-Kore-K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8CNX1go3ErRWCfEfNga3Fg==" hashData="+TQZcTjr5rzux3Bx8CqJi+JCELe3jC97pt/fzUxkhvLkqq6+IvY05rasAtQsoQclvMKC1G2cpLkayDVqqJlqlA=="/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3" orient="horz" pos="3929" userDrawn="1">
          <p15:clr>
            <a:srgbClr val="A4A3A4"/>
          </p15:clr>
        </p15:guide>
        <p15:guide id="4" pos="846" userDrawn="1">
          <p15:clr>
            <a:srgbClr val="A4A3A4"/>
          </p15:clr>
        </p15:guide>
        <p15:guide id="5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수영 김" initials="수김" lastIdx="3" clrIdx="0">
    <p:extLst>
      <p:ext uri="{19B8F6BF-5375-455C-9EA6-DF929625EA0E}">
        <p15:presenceInfo xmlns:p15="http://schemas.microsoft.com/office/powerpoint/2012/main" userId="d8e6a20e905410c7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47B53"/>
    <a:srgbClr val="E4A927"/>
    <a:srgbClr val="8B7A9E"/>
    <a:srgbClr val="D49375"/>
    <a:srgbClr val="B91F26"/>
    <a:srgbClr val="017DC4"/>
    <a:srgbClr val="016DAF"/>
    <a:srgbClr val="0F3D97"/>
    <a:srgbClr val="3D8F60"/>
    <a:srgbClr val="0275B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815" autoAdjust="0"/>
    <p:restoredTop sz="95615" autoAdjust="0"/>
  </p:normalViewPr>
  <p:slideViewPr>
    <p:cSldViewPr snapToGrid="0" snapToObjects="1" showGuides="1">
      <p:cViewPr varScale="1">
        <p:scale>
          <a:sx n="102" d="100"/>
          <a:sy n="102" d="100"/>
        </p:scale>
        <p:origin x="138" y="306"/>
      </p:cViewPr>
      <p:guideLst>
        <p:guide orient="horz" pos="2160"/>
        <p:guide orient="horz" pos="3929"/>
        <p:guide pos="846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-16458"/>
    </p:cViewPr>
  </p:sorterViewPr>
  <p:notesViewPr>
    <p:cSldViewPr snapToGrid="0" snapToObjects="1" showGuides="1">
      <p:cViewPr varScale="1">
        <p:scale>
          <a:sx n="70" d="100"/>
          <a:sy n="70" d="100"/>
        </p:scale>
        <p:origin x="2310" y="7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21.xml"/><Relationship Id="rId299" Type="http://schemas.openxmlformats.org/officeDocument/2006/relationships/slide" Target="slides/slide203.xml"/><Relationship Id="rId21" Type="http://schemas.openxmlformats.org/officeDocument/2006/relationships/slideMaster" Target="slideMasters/slideMaster21.xml"/><Relationship Id="rId63" Type="http://schemas.openxmlformats.org/officeDocument/2006/relationships/slideMaster" Target="slideMasters/slideMaster63.xml"/><Relationship Id="rId159" Type="http://schemas.openxmlformats.org/officeDocument/2006/relationships/slide" Target="slides/slide63.xml"/><Relationship Id="rId324" Type="http://schemas.openxmlformats.org/officeDocument/2006/relationships/slide" Target="slides/slide228.xml"/><Relationship Id="rId366" Type="http://schemas.openxmlformats.org/officeDocument/2006/relationships/slide" Target="slides/slide270.xml"/><Relationship Id="rId170" Type="http://schemas.openxmlformats.org/officeDocument/2006/relationships/slide" Target="slides/slide74.xml"/><Relationship Id="rId226" Type="http://schemas.openxmlformats.org/officeDocument/2006/relationships/slide" Target="slides/slide130.xml"/><Relationship Id="rId433" Type="http://schemas.openxmlformats.org/officeDocument/2006/relationships/slide" Target="slides/slide337.xml"/><Relationship Id="rId268" Type="http://schemas.openxmlformats.org/officeDocument/2006/relationships/slide" Target="slides/slide172.xml"/><Relationship Id="rId475" Type="http://schemas.openxmlformats.org/officeDocument/2006/relationships/slide" Target="slides/slide379.xml"/><Relationship Id="rId32" Type="http://schemas.openxmlformats.org/officeDocument/2006/relationships/slideMaster" Target="slideMasters/slideMaster32.xml"/><Relationship Id="rId74" Type="http://schemas.openxmlformats.org/officeDocument/2006/relationships/slideMaster" Target="slideMasters/slideMaster74.xml"/><Relationship Id="rId128" Type="http://schemas.openxmlformats.org/officeDocument/2006/relationships/slide" Target="slides/slide32.xml"/><Relationship Id="rId335" Type="http://schemas.openxmlformats.org/officeDocument/2006/relationships/slide" Target="slides/slide239.xml"/><Relationship Id="rId377" Type="http://schemas.openxmlformats.org/officeDocument/2006/relationships/slide" Target="slides/slide281.xml"/><Relationship Id="rId500" Type="http://schemas.openxmlformats.org/officeDocument/2006/relationships/font" Target="fonts/font4.fntdata"/><Relationship Id="rId5" Type="http://schemas.openxmlformats.org/officeDocument/2006/relationships/slideMaster" Target="slideMasters/slideMaster5.xml"/><Relationship Id="rId181" Type="http://schemas.openxmlformats.org/officeDocument/2006/relationships/slide" Target="slides/slide85.xml"/><Relationship Id="rId237" Type="http://schemas.openxmlformats.org/officeDocument/2006/relationships/slide" Target="slides/slide141.xml"/><Relationship Id="rId402" Type="http://schemas.openxmlformats.org/officeDocument/2006/relationships/slide" Target="slides/slide306.xml"/><Relationship Id="rId279" Type="http://schemas.openxmlformats.org/officeDocument/2006/relationships/slide" Target="slides/slide183.xml"/><Relationship Id="rId444" Type="http://schemas.openxmlformats.org/officeDocument/2006/relationships/slide" Target="slides/slide348.xml"/><Relationship Id="rId486" Type="http://schemas.openxmlformats.org/officeDocument/2006/relationships/slide" Target="slides/slide390.xml"/><Relationship Id="rId43" Type="http://schemas.openxmlformats.org/officeDocument/2006/relationships/slideMaster" Target="slideMasters/slideMaster43.xml"/><Relationship Id="rId139" Type="http://schemas.openxmlformats.org/officeDocument/2006/relationships/slide" Target="slides/slide43.xml"/><Relationship Id="rId290" Type="http://schemas.openxmlformats.org/officeDocument/2006/relationships/slide" Target="slides/slide194.xml"/><Relationship Id="rId304" Type="http://schemas.openxmlformats.org/officeDocument/2006/relationships/slide" Target="slides/slide208.xml"/><Relationship Id="rId346" Type="http://schemas.openxmlformats.org/officeDocument/2006/relationships/slide" Target="slides/slide250.xml"/><Relationship Id="rId388" Type="http://schemas.openxmlformats.org/officeDocument/2006/relationships/slide" Target="slides/slide292.xml"/><Relationship Id="rId85" Type="http://schemas.openxmlformats.org/officeDocument/2006/relationships/slideMaster" Target="slideMasters/slideMaster85.xml"/><Relationship Id="rId150" Type="http://schemas.openxmlformats.org/officeDocument/2006/relationships/slide" Target="slides/slide54.xml"/><Relationship Id="rId192" Type="http://schemas.openxmlformats.org/officeDocument/2006/relationships/slide" Target="slides/slide96.xml"/><Relationship Id="rId206" Type="http://schemas.openxmlformats.org/officeDocument/2006/relationships/slide" Target="slides/slide110.xml"/><Relationship Id="rId413" Type="http://schemas.openxmlformats.org/officeDocument/2006/relationships/slide" Target="slides/slide317.xml"/><Relationship Id="rId248" Type="http://schemas.openxmlformats.org/officeDocument/2006/relationships/slide" Target="slides/slide152.xml"/><Relationship Id="rId455" Type="http://schemas.openxmlformats.org/officeDocument/2006/relationships/slide" Target="slides/slide359.xml"/><Relationship Id="rId497" Type="http://schemas.openxmlformats.org/officeDocument/2006/relationships/font" Target="fonts/font1.fntdata"/><Relationship Id="rId12" Type="http://schemas.openxmlformats.org/officeDocument/2006/relationships/slideMaster" Target="slideMasters/slideMaster12.xml"/><Relationship Id="rId108" Type="http://schemas.openxmlformats.org/officeDocument/2006/relationships/slide" Target="slides/slide12.xml"/><Relationship Id="rId315" Type="http://schemas.openxmlformats.org/officeDocument/2006/relationships/slide" Target="slides/slide219.xml"/><Relationship Id="rId357" Type="http://schemas.openxmlformats.org/officeDocument/2006/relationships/slide" Target="slides/slide261.xml"/><Relationship Id="rId54" Type="http://schemas.openxmlformats.org/officeDocument/2006/relationships/slideMaster" Target="slideMasters/slideMaster54.xml"/><Relationship Id="rId96" Type="http://schemas.openxmlformats.org/officeDocument/2006/relationships/slideMaster" Target="slideMasters/slideMaster96.xml"/><Relationship Id="rId161" Type="http://schemas.openxmlformats.org/officeDocument/2006/relationships/slide" Target="slides/slide65.xml"/><Relationship Id="rId217" Type="http://schemas.openxmlformats.org/officeDocument/2006/relationships/slide" Target="slides/slide121.xml"/><Relationship Id="rId399" Type="http://schemas.openxmlformats.org/officeDocument/2006/relationships/slide" Target="slides/slide303.xml"/><Relationship Id="rId259" Type="http://schemas.openxmlformats.org/officeDocument/2006/relationships/slide" Target="slides/slide163.xml"/><Relationship Id="rId424" Type="http://schemas.openxmlformats.org/officeDocument/2006/relationships/slide" Target="slides/slide328.xml"/><Relationship Id="rId466" Type="http://schemas.openxmlformats.org/officeDocument/2006/relationships/slide" Target="slides/slide370.xml"/><Relationship Id="rId23" Type="http://schemas.openxmlformats.org/officeDocument/2006/relationships/slideMaster" Target="slideMasters/slideMaster23.xml"/><Relationship Id="rId119" Type="http://schemas.openxmlformats.org/officeDocument/2006/relationships/slide" Target="slides/slide23.xml"/><Relationship Id="rId270" Type="http://schemas.openxmlformats.org/officeDocument/2006/relationships/slide" Target="slides/slide174.xml"/><Relationship Id="rId326" Type="http://schemas.openxmlformats.org/officeDocument/2006/relationships/slide" Target="slides/slide230.xml"/><Relationship Id="rId65" Type="http://schemas.openxmlformats.org/officeDocument/2006/relationships/slideMaster" Target="slideMasters/slideMaster65.xml"/><Relationship Id="rId130" Type="http://schemas.openxmlformats.org/officeDocument/2006/relationships/slide" Target="slides/slide34.xml"/><Relationship Id="rId368" Type="http://schemas.openxmlformats.org/officeDocument/2006/relationships/slide" Target="slides/slide272.xml"/><Relationship Id="rId172" Type="http://schemas.openxmlformats.org/officeDocument/2006/relationships/slide" Target="slides/slide76.xml"/><Relationship Id="rId228" Type="http://schemas.openxmlformats.org/officeDocument/2006/relationships/slide" Target="slides/slide132.xml"/><Relationship Id="rId435" Type="http://schemas.openxmlformats.org/officeDocument/2006/relationships/slide" Target="slides/slide339.xml"/><Relationship Id="rId477" Type="http://schemas.openxmlformats.org/officeDocument/2006/relationships/slide" Target="slides/slide381.xml"/><Relationship Id="rId281" Type="http://schemas.openxmlformats.org/officeDocument/2006/relationships/slide" Target="slides/slide185.xml"/><Relationship Id="rId337" Type="http://schemas.openxmlformats.org/officeDocument/2006/relationships/slide" Target="slides/slide241.xml"/><Relationship Id="rId502" Type="http://schemas.openxmlformats.org/officeDocument/2006/relationships/font" Target="fonts/font6.fntdata"/><Relationship Id="rId34" Type="http://schemas.openxmlformats.org/officeDocument/2006/relationships/slideMaster" Target="slideMasters/slideMaster34.xml"/><Relationship Id="rId76" Type="http://schemas.openxmlformats.org/officeDocument/2006/relationships/slideMaster" Target="slideMasters/slideMaster76.xml"/><Relationship Id="rId141" Type="http://schemas.openxmlformats.org/officeDocument/2006/relationships/slide" Target="slides/slide45.xml"/><Relationship Id="rId379" Type="http://schemas.openxmlformats.org/officeDocument/2006/relationships/slide" Target="slides/slide283.xml"/><Relationship Id="rId7" Type="http://schemas.openxmlformats.org/officeDocument/2006/relationships/slideMaster" Target="slideMasters/slideMaster7.xml"/><Relationship Id="rId183" Type="http://schemas.openxmlformats.org/officeDocument/2006/relationships/slide" Target="slides/slide87.xml"/><Relationship Id="rId239" Type="http://schemas.openxmlformats.org/officeDocument/2006/relationships/slide" Target="slides/slide143.xml"/><Relationship Id="rId390" Type="http://schemas.openxmlformats.org/officeDocument/2006/relationships/slide" Target="slides/slide294.xml"/><Relationship Id="rId404" Type="http://schemas.openxmlformats.org/officeDocument/2006/relationships/slide" Target="slides/slide308.xml"/><Relationship Id="rId446" Type="http://schemas.openxmlformats.org/officeDocument/2006/relationships/slide" Target="slides/slide350.xml"/><Relationship Id="rId250" Type="http://schemas.openxmlformats.org/officeDocument/2006/relationships/slide" Target="slides/slide154.xml"/><Relationship Id="rId292" Type="http://schemas.openxmlformats.org/officeDocument/2006/relationships/slide" Target="slides/slide196.xml"/><Relationship Id="rId306" Type="http://schemas.openxmlformats.org/officeDocument/2006/relationships/slide" Target="slides/slide210.xml"/><Relationship Id="rId488" Type="http://schemas.openxmlformats.org/officeDocument/2006/relationships/slide" Target="slides/slide392.xml"/><Relationship Id="rId45" Type="http://schemas.openxmlformats.org/officeDocument/2006/relationships/slideMaster" Target="slideMasters/slideMaster45.xml"/><Relationship Id="rId87" Type="http://schemas.openxmlformats.org/officeDocument/2006/relationships/slideMaster" Target="slideMasters/slideMaster87.xml"/><Relationship Id="rId110" Type="http://schemas.openxmlformats.org/officeDocument/2006/relationships/slide" Target="slides/slide14.xml"/><Relationship Id="rId348" Type="http://schemas.openxmlformats.org/officeDocument/2006/relationships/slide" Target="slides/slide252.xml"/><Relationship Id="rId152" Type="http://schemas.openxmlformats.org/officeDocument/2006/relationships/slide" Target="slides/slide56.xml"/><Relationship Id="rId194" Type="http://schemas.openxmlformats.org/officeDocument/2006/relationships/slide" Target="slides/slide98.xml"/><Relationship Id="rId208" Type="http://schemas.openxmlformats.org/officeDocument/2006/relationships/slide" Target="slides/slide112.xml"/><Relationship Id="rId415" Type="http://schemas.openxmlformats.org/officeDocument/2006/relationships/slide" Target="slides/slide319.xml"/><Relationship Id="rId457" Type="http://schemas.openxmlformats.org/officeDocument/2006/relationships/slide" Target="slides/slide361.xml"/><Relationship Id="rId261" Type="http://schemas.openxmlformats.org/officeDocument/2006/relationships/slide" Target="slides/slide165.xml"/><Relationship Id="rId499" Type="http://schemas.openxmlformats.org/officeDocument/2006/relationships/font" Target="fonts/font3.fntdata"/><Relationship Id="rId14" Type="http://schemas.openxmlformats.org/officeDocument/2006/relationships/slideMaster" Target="slideMasters/slideMaster14.xml"/><Relationship Id="rId56" Type="http://schemas.openxmlformats.org/officeDocument/2006/relationships/slideMaster" Target="slideMasters/slideMaster56.xml"/><Relationship Id="rId317" Type="http://schemas.openxmlformats.org/officeDocument/2006/relationships/slide" Target="slides/slide221.xml"/><Relationship Id="rId359" Type="http://schemas.openxmlformats.org/officeDocument/2006/relationships/slide" Target="slides/slide263.xml"/><Relationship Id="rId98" Type="http://schemas.openxmlformats.org/officeDocument/2006/relationships/slide" Target="slides/slide2.xml"/><Relationship Id="rId121" Type="http://schemas.openxmlformats.org/officeDocument/2006/relationships/slide" Target="slides/slide25.xml"/><Relationship Id="rId163" Type="http://schemas.openxmlformats.org/officeDocument/2006/relationships/slide" Target="slides/slide67.xml"/><Relationship Id="rId219" Type="http://schemas.openxmlformats.org/officeDocument/2006/relationships/slide" Target="slides/slide123.xml"/><Relationship Id="rId370" Type="http://schemas.openxmlformats.org/officeDocument/2006/relationships/slide" Target="slides/slide274.xml"/><Relationship Id="rId426" Type="http://schemas.openxmlformats.org/officeDocument/2006/relationships/slide" Target="slides/slide330.xml"/><Relationship Id="rId230" Type="http://schemas.openxmlformats.org/officeDocument/2006/relationships/slide" Target="slides/slide134.xml"/><Relationship Id="rId468" Type="http://schemas.openxmlformats.org/officeDocument/2006/relationships/slide" Target="slides/slide372.xml"/><Relationship Id="rId25" Type="http://schemas.openxmlformats.org/officeDocument/2006/relationships/slideMaster" Target="slideMasters/slideMaster25.xml"/><Relationship Id="rId67" Type="http://schemas.openxmlformats.org/officeDocument/2006/relationships/slideMaster" Target="slideMasters/slideMaster67.xml"/><Relationship Id="rId272" Type="http://schemas.openxmlformats.org/officeDocument/2006/relationships/slide" Target="slides/slide176.xml"/><Relationship Id="rId328" Type="http://schemas.openxmlformats.org/officeDocument/2006/relationships/slide" Target="slides/slide232.xml"/><Relationship Id="rId132" Type="http://schemas.openxmlformats.org/officeDocument/2006/relationships/slide" Target="slides/slide36.xml"/><Relationship Id="rId174" Type="http://schemas.openxmlformats.org/officeDocument/2006/relationships/slide" Target="slides/slide78.xml"/><Relationship Id="rId381" Type="http://schemas.openxmlformats.org/officeDocument/2006/relationships/slide" Target="slides/slide285.xml"/><Relationship Id="rId241" Type="http://schemas.openxmlformats.org/officeDocument/2006/relationships/slide" Target="slides/slide145.xml"/><Relationship Id="rId437" Type="http://schemas.openxmlformats.org/officeDocument/2006/relationships/slide" Target="slides/slide341.xml"/><Relationship Id="rId479" Type="http://schemas.openxmlformats.org/officeDocument/2006/relationships/slide" Target="slides/slide383.xml"/><Relationship Id="rId36" Type="http://schemas.openxmlformats.org/officeDocument/2006/relationships/slideMaster" Target="slideMasters/slideMaster36.xml"/><Relationship Id="rId283" Type="http://schemas.openxmlformats.org/officeDocument/2006/relationships/slide" Target="slides/slide187.xml"/><Relationship Id="rId339" Type="http://schemas.openxmlformats.org/officeDocument/2006/relationships/slide" Target="slides/slide243.xml"/><Relationship Id="rId490" Type="http://schemas.openxmlformats.org/officeDocument/2006/relationships/slide" Target="slides/slide394.xml"/><Relationship Id="rId504" Type="http://schemas.openxmlformats.org/officeDocument/2006/relationships/font" Target="fonts/font8.fntdata"/><Relationship Id="rId78" Type="http://schemas.openxmlformats.org/officeDocument/2006/relationships/slideMaster" Target="slideMasters/slideMaster78.xml"/><Relationship Id="rId101" Type="http://schemas.openxmlformats.org/officeDocument/2006/relationships/slide" Target="slides/slide5.xml"/><Relationship Id="rId143" Type="http://schemas.openxmlformats.org/officeDocument/2006/relationships/slide" Target="slides/slide47.xml"/><Relationship Id="rId185" Type="http://schemas.openxmlformats.org/officeDocument/2006/relationships/slide" Target="slides/slide89.xml"/><Relationship Id="rId350" Type="http://schemas.openxmlformats.org/officeDocument/2006/relationships/slide" Target="slides/slide254.xml"/><Relationship Id="rId406" Type="http://schemas.openxmlformats.org/officeDocument/2006/relationships/slide" Target="slides/slide310.xml"/><Relationship Id="rId9" Type="http://schemas.openxmlformats.org/officeDocument/2006/relationships/slideMaster" Target="slideMasters/slideMaster9.xml"/><Relationship Id="rId210" Type="http://schemas.openxmlformats.org/officeDocument/2006/relationships/slide" Target="slides/slide114.xml"/><Relationship Id="rId392" Type="http://schemas.openxmlformats.org/officeDocument/2006/relationships/slide" Target="slides/slide296.xml"/><Relationship Id="rId448" Type="http://schemas.openxmlformats.org/officeDocument/2006/relationships/slide" Target="slides/slide352.xml"/><Relationship Id="rId252" Type="http://schemas.openxmlformats.org/officeDocument/2006/relationships/slide" Target="slides/slide156.xml"/><Relationship Id="rId294" Type="http://schemas.openxmlformats.org/officeDocument/2006/relationships/slide" Target="slides/slide198.xml"/><Relationship Id="rId308" Type="http://schemas.openxmlformats.org/officeDocument/2006/relationships/slide" Target="slides/slide212.xml"/><Relationship Id="rId47" Type="http://schemas.openxmlformats.org/officeDocument/2006/relationships/slideMaster" Target="slideMasters/slideMaster47.xml"/><Relationship Id="rId89" Type="http://schemas.openxmlformats.org/officeDocument/2006/relationships/slideMaster" Target="slideMasters/slideMaster89.xml"/><Relationship Id="rId112" Type="http://schemas.openxmlformats.org/officeDocument/2006/relationships/slide" Target="slides/slide16.xml"/><Relationship Id="rId154" Type="http://schemas.openxmlformats.org/officeDocument/2006/relationships/slide" Target="slides/slide58.xml"/><Relationship Id="rId361" Type="http://schemas.openxmlformats.org/officeDocument/2006/relationships/slide" Target="slides/slide265.xml"/><Relationship Id="rId196" Type="http://schemas.openxmlformats.org/officeDocument/2006/relationships/slide" Target="slides/slide100.xml"/><Relationship Id="rId417" Type="http://schemas.openxmlformats.org/officeDocument/2006/relationships/slide" Target="slides/slide321.xml"/><Relationship Id="rId459" Type="http://schemas.openxmlformats.org/officeDocument/2006/relationships/slide" Target="slides/slide363.xml"/><Relationship Id="rId16" Type="http://schemas.openxmlformats.org/officeDocument/2006/relationships/slideMaster" Target="slideMasters/slideMaster16.xml"/><Relationship Id="rId221" Type="http://schemas.openxmlformats.org/officeDocument/2006/relationships/slide" Target="slides/slide125.xml"/><Relationship Id="rId263" Type="http://schemas.openxmlformats.org/officeDocument/2006/relationships/slide" Target="slides/slide167.xml"/><Relationship Id="rId319" Type="http://schemas.openxmlformats.org/officeDocument/2006/relationships/slide" Target="slides/slide223.xml"/><Relationship Id="rId470" Type="http://schemas.openxmlformats.org/officeDocument/2006/relationships/slide" Target="slides/slide374.xml"/><Relationship Id="rId58" Type="http://schemas.openxmlformats.org/officeDocument/2006/relationships/slideMaster" Target="slideMasters/slideMaster58.xml"/><Relationship Id="rId123" Type="http://schemas.openxmlformats.org/officeDocument/2006/relationships/slide" Target="slides/slide27.xml"/><Relationship Id="rId330" Type="http://schemas.openxmlformats.org/officeDocument/2006/relationships/slide" Target="slides/slide234.xml"/><Relationship Id="rId165" Type="http://schemas.openxmlformats.org/officeDocument/2006/relationships/slide" Target="slides/slide69.xml"/><Relationship Id="rId372" Type="http://schemas.openxmlformats.org/officeDocument/2006/relationships/slide" Target="slides/slide276.xml"/><Relationship Id="rId428" Type="http://schemas.openxmlformats.org/officeDocument/2006/relationships/slide" Target="slides/slide332.xml"/><Relationship Id="rId232" Type="http://schemas.openxmlformats.org/officeDocument/2006/relationships/slide" Target="slides/slide136.xml"/><Relationship Id="rId274" Type="http://schemas.openxmlformats.org/officeDocument/2006/relationships/slide" Target="slides/slide178.xml"/><Relationship Id="rId481" Type="http://schemas.openxmlformats.org/officeDocument/2006/relationships/slide" Target="slides/slide385.xml"/><Relationship Id="rId27" Type="http://schemas.openxmlformats.org/officeDocument/2006/relationships/slideMaster" Target="slideMasters/slideMaster27.xml"/><Relationship Id="rId69" Type="http://schemas.openxmlformats.org/officeDocument/2006/relationships/slideMaster" Target="slideMasters/slideMaster69.xml"/><Relationship Id="rId134" Type="http://schemas.openxmlformats.org/officeDocument/2006/relationships/slide" Target="slides/slide38.xml"/><Relationship Id="rId80" Type="http://schemas.openxmlformats.org/officeDocument/2006/relationships/slideMaster" Target="slideMasters/slideMaster80.xml"/><Relationship Id="rId176" Type="http://schemas.openxmlformats.org/officeDocument/2006/relationships/slide" Target="slides/slide80.xml"/><Relationship Id="rId341" Type="http://schemas.openxmlformats.org/officeDocument/2006/relationships/slide" Target="slides/slide245.xml"/><Relationship Id="rId383" Type="http://schemas.openxmlformats.org/officeDocument/2006/relationships/slide" Target="slides/slide287.xml"/><Relationship Id="rId439" Type="http://schemas.openxmlformats.org/officeDocument/2006/relationships/slide" Target="slides/slide343.xml"/><Relationship Id="rId201" Type="http://schemas.openxmlformats.org/officeDocument/2006/relationships/slide" Target="slides/slide105.xml"/><Relationship Id="rId243" Type="http://schemas.openxmlformats.org/officeDocument/2006/relationships/slide" Target="slides/slide147.xml"/><Relationship Id="rId285" Type="http://schemas.openxmlformats.org/officeDocument/2006/relationships/slide" Target="slides/slide189.xml"/><Relationship Id="rId450" Type="http://schemas.openxmlformats.org/officeDocument/2006/relationships/slide" Target="slides/slide354.xml"/><Relationship Id="rId506" Type="http://schemas.openxmlformats.org/officeDocument/2006/relationships/presProps" Target="presProps.xml"/><Relationship Id="rId38" Type="http://schemas.openxmlformats.org/officeDocument/2006/relationships/slideMaster" Target="slideMasters/slideMaster38.xml"/><Relationship Id="rId103" Type="http://schemas.openxmlformats.org/officeDocument/2006/relationships/slide" Target="slides/slide7.xml"/><Relationship Id="rId310" Type="http://schemas.openxmlformats.org/officeDocument/2006/relationships/slide" Target="slides/slide214.xml"/><Relationship Id="rId492" Type="http://schemas.openxmlformats.org/officeDocument/2006/relationships/slide" Target="slides/slide396.xml"/><Relationship Id="rId91" Type="http://schemas.openxmlformats.org/officeDocument/2006/relationships/slideMaster" Target="slideMasters/slideMaster91.xml"/><Relationship Id="rId145" Type="http://schemas.openxmlformats.org/officeDocument/2006/relationships/slide" Target="slides/slide49.xml"/><Relationship Id="rId187" Type="http://schemas.openxmlformats.org/officeDocument/2006/relationships/slide" Target="slides/slide91.xml"/><Relationship Id="rId352" Type="http://schemas.openxmlformats.org/officeDocument/2006/relationships/slide" Target="slides/slide256.xml"/><Relationship Id="rId394" Type="http://schemas.openxmlformats.org/officeDocument/2006/relationships/slide" Target="slides/slide298.xml"/><Relationship Id="rId408" Type="http://schemas.openxmlformats.org/officeDocument/2006/relationships/slide" Target="slides/slide312.xml"/><Relationship Id="rId212" Type="http://schemas.openxmlformats.org/officeDocument/2006/relationships/slide" Target="slides/slide116.xml"/><Relationship Id="rId254" Type="http://schemas.openxmlformats.org/officeDocument/2006/relationships/slide" Target="slides/slide158.xml"/><Relationship Id="rId49" Type="http://schemas.openxmlformats.org/officeDocument/2006/relationships/slideMaster" Target="slideMasters/slideMaster49.xml"/><Relationship Id="rId114" Type="http://schemas.openxmlformats.org/officeDocument/2006/relationships/slide" Target="slides/slide18.xml"/><Relationship Id="rId296" Type="http://schemas.openxmlformats.org/officeDocument/2006/relationships/slide" Target="slides/slide200.xml"/><Relationship Id="rId461" Type="http://schemas.openxmlformats.org/officeDocument/2006/relationships/slide" Target="slides/slide365.xml"/><Relationship Id="rId60" Type="http://schemas.openxmlformats.org/officeDocument/2006/relationships/slideMaster" Target="slideMasters/slideMaster60.xml"/><Relationship Id="rId156" Type="http://schemas.openxmlformats.org/officeDocument/2006/relationships/slide" Target="slides/slide60.xml"/><Relationship Id="rId198" Type="http://schemas.openxmlformats.org/officeDocument/2006/relationships/slide" Target="slides/slide102.xml"/><Relationship Id="rId321" Type="http://schemas.openxmlformats.org/officeDocument/2006/relationships/slide" Target="slides/slide225.xml"/><Relationship Id="rId363" Type="http://schemas.openxmlformats.org/officeDocument/2006/relationships/slide" Target="slides/slide267.xml"/><Relationship Id="rId419" Type="http://schemas.openxmlformats.org/officeDocument/2006/relationships/slide" Target="slides/slide323.xml"/><Relationship Id="rId223" Type="http://schemas.openxmlformats.org/officeDocument/2006/relationships/slide" Target="slides/slide127.xml"/><Relationship Id="rId430" Type="http://schemas.openxmlformats.org/officeDocument/2006/relationships/slide" Target="slides/slide334.xml"/><Relationship Id="rId18" Type="http://schemas.openxmlformats.org/officeDocument/2006/relationships/slideMaster" Target="slideMasters/slideMaster18.xml"/><Relationship Id="rId265" Type="http://schemas.openxmlformats.org/officeDocument/2006/relationships/slide" Target="slides/slide169.xml"/><Relationship Id="rId472" Type="http://schemas.openxmlformats.org/officeDocument/2006/relationships/slide" Target="slides/slide376.xml"/><Relationship Id="rId125" Type="http://schemas.openxmlformats.org/officeDocument/2006/relationships/slide" Target="slides/slide29.xml"/><Relationship Id="rId167" Type="http://schemas.openxmlformats.org/officeDocument/2006/relationships/slide" Target="slides/slide71.xml"/><Relationship Id="rId332" Type="http://schemas.openxmlformats.org/officeDocument/2006/relationships/slide" Target="slides/slide236.xml"/><Relationship Id="rId374" Type="http://schemas.openxmlformats.org/officeDocument/2006/relationships/slide" Target="slides/slide278.xml"/><Relationship Id="rId71" Type="http://schemas.openxmlformats.org/officeDocument/2006/relationships/slideMaster" Target="slideMasters/slideMaster71.xml"/><Relationship Id="rId234" Type="http://schemas.openxmlformats.org/officeDocument/2006/relationships/slide" Target="slides/slide138.xml"/><Relationship Id="rId2" Type="http://schemas.openxmlformats.org/officeDocument/2006/relationships/slideMaster" Target="slideMasters/slideMaster2.xml"/><Relationship Id="rId29" Type="http://schemas.openxmlformats.org/officeDocument/2006/relationships/slideMaster" Target="slideMasters/slideMaster29.xml"/><Relationship Id="rId276" Type="http://schemas.openxmlformats.org/officeDocument/2006/relationships/slide" Target="slides/slide180.xml"/><Relationship Id="rId441" Type="http://schemas.openxmlformats.org/officeDocument/2006/relationships/slide" Target="slides/slide345.xml"/><Relationship Id="rId483" Type="http://schemas.openxmlformats.org/officeDocument/2006/relationships/slide" Target="slides/slide387.xml"/><Relationship Id="rId40" Type="http://schemas.openxmlformats.org/officeDocument/2006/relationships/slideMaster" Target="slideMasters/slideMaster40.xml"/><Relationship Id="rId136" Type="http://schemas.openxmlformats.org/officeDocument/2006/relationships/slide" Target="slides/slide40.xml"/><Relationship Id="rId178" Type="http://schemas.openxmlformats.org/officeDocument/2006/relationships/slide" Target="slides/slide82.xml"/><Relationship Id="rId301" Type="http://schemas.openxmlformats.org/officeDocument/2006/relationships/slide" Target="slides/slide205.xml"/><Relationship Id="rId343" Type="http://schemas.openxmlformats.org/officeDocument/2006/relationships/slide" Target="slides/slide247.xml"/><Relationship Id="rId82" Type="http://schemas.openxmlformats.org/officeDocument/2006/relationships/slideMaster" Target="slideMasters/slideMaster82.xml"/><Relationship Id="rId203" Type="http://schemas.openxmlformats.org/officeDocument/2006/relationships/slide" Target="slides/slide107.xml"/><Relationship Id="rId385" Type="http://schemas.openxmlformats.org/officeDocument/2006/relationships/slide" Target="slides/slide289.xml"/><Relationship Id="rId245" Type="http://schemas.openxmlformats.org/officeDocument/2006/relationships/slide" Target="slides/slide149.xml"/><Relationship Id="rId287" Type="http://schemas.openxmlformats.org/officeDocument/2006/relationships/slide" Target="slides/slide191.xml"/><Relationship Id="rId410" Type="http://schemas.openxmlformats.org/officeDocument/2006/relationships/slide" Target="slides/slide314.xml"/><Relationship Id="rId452" Type="http://schemas.openxmlformats.org/officeDocument/2006/relationships/slide" Target="slides/slide356.xml"/><Relationship Id="rId494" Type="http://schemas.openxmlformats.org/officeDocument/2006/relationships/slide" Target="slides/slide398.xml"/><Relationship Id="rId508" Type="http://schemas.openxmlformats.org/officeDocument/2006/relationships/theme" Target="theme/theme1.xml"/><Relationship Id="rId105" Type="http://schemas.openxmlformats.org/officeDocument/2006/relationships/slide" Target="slides/slide9.xml"/><Relationship Id="rId147" Type="http://schemas.openxmlformats.org/officeDocument/2006/relationships/slide" Target="slides/slide51.xml"/><Relationship Id="rId312" Type="http://schemas.openxmlformats.org/officeDocument/2006/relationships/slide" Target="slides/slide216.xml"/><Relationship Id="rId354" Type="http://schemas.openxmlformats.org/officeDocument/2006/relationships/slide" Target="slides/slide258.xml"/><Relationship Id="rId51" Type="http://schemas.openxmlformats.org/officeDocument/2006/relationships/slideMaster" Target="slideMasters/slideMaster51.xml"/><Relationship Id="rId93" Type="http://schemas.openxmlformats.org/officeDocument/2006/relationships/slideMaster" Target="slideMasters/slideMaster93.xml"/><Relationship Id="rId189" Type="http://schemas.openxmlformats.org/officeDocument/2006/relationships/slide" Target="slides/slide93.xml"/><Relationship Id="rId396" Type="http://schemas.openxmlformats.org/officeDocument/2006/relationships/slide" Target="slides/slide300.xml"/><Relationship Id="rId214" Type="http://schemas.openxmlformats.org/officeDocument/2006/relationships/slide" Target="slides/slide118.xml"/><Relationship Id="rId256" Type="http://schemas.openxmlformats.org/officeDocument/2006/relationships/slide" Target="slides/slide160.xml"/><Relationship Id="rId298" Type="http://schemas.openxmlformats.org/officeDocument/2006/relationships/slide" Target="slides/slide202.xml"/><Relationship Id="rId421" Type="http://schemas.openxmlformats.org/officeDocument/2006/relationships/slide" Target="slides/slide325.xml"/><Relationship Id="rId463" Type="http://schemas.openxmlformats.org/officeDocument/2006/relationships/slide" Target="slides/slide367.xml"/><Relationship Id="rId116" Type="http://schemas.openxmlformats.org/officeDocument/2006/relationships/slide" Target="slides/slide20.xml"/><Relationship Id="rId158" Type="http://schemas.openxmlformats.org/officeDocument/2006/relationships/slide" Target="slides/slide62.xml"/><Relationship Id="rId323" Type="http://schemas.openxmlformats.org/officeDocument/2006/relationships/slide" Target="slides/slide227.xml"/><Relationship Id="rId20" Type="http://schemas.openxmlformats.org/officeDocument/2006/relationships/slideMaster" Target="slideMasters/slideMaster20.xml"/><Relationship Id="rId62" Type="http://schemas.openxmlformats.org/officeDocument/2006/relationships/slideMaster" Target="slideMasters/slideMaster62.xml"/><Relationship Id="rId365" Type="http://schemas.openxmlformats.org/officeDocument/2006/relationships/slide" Target="slides/slide269.xml"/><Relationship Id="rId225" Type="http://schemas.openxmlformats.org/officeDocument/2006/relationships/slide" Target="slides/slide129.xml"/><Relationship Id="rId267" Type="http://schemas.openxmlformats.org/officeDocument/2006/relationships/slide" Target="slides/slide171.xml"/><Relationship Id="rId432" Type="http://schemas.openxmlformats.org/officeDocument/2006/relationships/slide" Target="slides/slide336.xml"/><Relationship Id="rId474" Type="http://schemas.openxmlformats.org/officeDocument/2006/relationships/slide" Target="slides/slide378.xml"/><Relationship Id="rId127" Type="http://schemas.openxmlformats.org/officeDocument/2006/relationships/slide" Target="slides/slide31.xml"/><Relationship Id="rId31" Type="http://schemas.openxmlformats.org/officeDocument/2006/relationships/slideMaster" Target="slideMasters/slideMaster31.xml"/><Relationship Id="rId73" Type="http://schemas.openxmlformats.org/officeDocument/2006/relationships/slideMaster" Target="slideMasters/slideMaster73.xml"/><Relationship Id="rId169" Type="http://schemas.openxmlformats.org/officeDocument/2006/relationships/slide" Target="slides/slide73.xml"/><Relationship Id="rId334" Type="http://schemas.openxmlformats.org/officeDocument/2006/relationships/slide" Target="slides/slide238.xml"/><Relationship Id="rId376" Type="http://schemas.openxmlformats.org/officeDocument/2006/relationships/slide" Target="slides/slide280.xml"/><Relationship Id="rId4" Type="http://schemas.openxmlformats.org/officeDocument/2006/relationships/slideMaster" Target="slideMasters/slideMaster4.xml"/><Relationship Id="rId180" Type="http://schemas.openxmlformats.org/officeDocument/2006/relationships/slide" Target="slides/slide84.xml"/><Relationship Id="rId236" Type="http://schemas.openxmlformats.org/officeDocument/2006/relationships/slide" Target="slides/slide140.xml"/><Relationship Id="rId278" Type="http://schemas.openxmlformats.org/officeDocument/2006/relationships/slide" Target="slides/slide182.xml"/><Relationship Id="rId401" Type="http://schemas.openxmlformats.org/officeDocument/2006/relationships/slide" Target="slides/slide305.xml"/><Relationship Id="rId443" Type="http://schemas.openxmlformats.org/officeDocument/2006/relationships/slide" Target="slides/slide347.xml"/><Relationship Id="rId303" Type="http://schemas.openxmlformats.org/officeDocument/2006/relationships/slide" Target="slides/slide207.xml"/><Relationship Id="rId485" Type="http://schemas.openxmlformats.org/officeDocument/2006/relationships/slide" Target="slides/slide389.xml"/><Relationship Id="rId42" Type="http://schemas.openxmlformats.org/officeDocument/2006/relationships/slideMaster" Target="slideMasters/slideMaster42.xml"/><Relationship Id="rId84" Type="http://schemas.openxmlformats.org/officeDocument/2006/relationships/slideMaster" Target="slideMasters/slideMaster84.xml"/><Relationship Id="rId138" Type="http://schemas.openxmlformats.org/officeDocument/2006/relationships/slide" Target="slides/slide42.xml"/><Relationship Id="rId345" Type="http://schemas.openxmlformats.org/officeDocument/2006/relationships/slide" Target="slides/slide249.xml"/><Relationship Id="rId387" Type="http://schemas.openxmlformats.org/officeDocument/2006/relationships/slide" Target="slides/slide291.xml"/><Relationship Id="rId191" Type="http://schemas.openxmlformats.org/officeDocument/2006/relationships/slide" Target="slides/slide95.xml"/><Relationship Id="rId205" Type="http://schemas.openxmlformats.org/officeDocument/2006/relationships/slide" Target="slides/slide109.xml"/><Relationship Id="rId247" Type="http://schemas.openxmlformats.org/officeDocument/2006/relationships/slide" Target="slides/slide151.xml"/><Relationship Id="rId412" Type="http://schemas.openxmlformats.org/officeDocument/2006/relationships/slide" Target="slides/slide316.xml"/><Relationship Id="rId107" Type="http://schemas.openxmlformats.org/officeDocument/2006/relationships/slide" Target="slides/slide11.xml"/><Relationship Id="rId289" Type="http://schemas.openxmlformats.org/officeDocument/2006/relationships/slide" Target="slides/slide193.xml"/><Relationship Id="rId454" Type="http://schemas.openxmlformats.org/officeDocument/2006/relationships/slide" Target="slides/slide358.xml"/><Relationship Id="rId496" Type="http://schemas.openxmlformats.org/officeDocument/2006/relationships/handoutMaster" Target="handoutMasters/handoutMaster1.xml"/><Relationship Id="rId11" Type="http://schemas.openxmlformats.org/officeDocument/2006/relationships/slideMaster" Target="slideMasters/slideMaster11.xml"/><Relationship Id="rId53" Type="http://schemas.openxmlformats.org/officeDocument/2006/relationships/slideMaster" Target="slideMasters/slideMaster53.xml"/><Relationship Id="rId149" Type="http://schemas.openxmlformats.org/officeDocument/2006/relationships/slide" Target="slides/slide53.xml"/><Relationship Id="rId314" Type="http://schemas.openxmlformats.org/officeDocument/2006/relationships/slide" Target="slides/slide218.xml"/><Relationship Id="rId356" Type="http://schemas.openxmlformats.org/officeDocument/2006/relationships/slide" Target="slides/slide260.xml"/><Relationship Id="rId398" Type="http://schemas.openxmlformats.org/officeDocument/2006/relationships/slide" Target="slides/slide302.xml"/><Relationship Id="rId95" Type="http://schemas.openxmlformats.org/officeDocument/2006/relationships/slideMaster" Target="slideMasters/slideMaster95.xml"/><Relationship Id="rId160" Type="http://schemas.openxmlformats.org/officeDocument/2006/relationships/slide" Target="slides/slide64.xml"/><Relationship Id="rId216" Type="http://schemas.openxmlformats.org/officeDocument/2006/relationships/slide" Target="slides/slide120.xml"/><Relationship Id="rId423" Type="http://schemas.openxmlformats.org/officeDocument/2006/relationships/slide" Target="slides/slide327.xml"/><Relationship Id="rId258" Type="http://schemas.openxmlformats.org/officeDocument/2006/relationships/slide" Target="slides/slide162.xml"/><Relationship Id="rId465" Type="http://schemas.openxmlformats.org/officeDocument/2006/relationships/slide" Target="slides/slide369.xml"/><Relationship Id="rId22" Type="http://schemas.openxmlformats.org/officeDocument/2006/relationships/slideMaster" Target="slideMasters/slideMaster22.xml"/><Relationship Id="rId64" Type="http://schemas.openxmlformats.org/officeDocument/2006/relationships/slideMaster" Target="slideMasters/slideMaster64.xml"/><Relationship Id="rId118" Type="http://schemas.openxmlformats.org/officeDocument/2006/relationships/slide" Target="slides/slide22.xml"/><Relationship Id="rId325" Type="http://schemas.openxmlformats.org/officeDocument/2006/relationships/slide" Target="slides/slide229.xml"/><Relationship Id="rId367" Type="http://schemas.openxmlformats.org/officeDocument/2006/relationships/slide" Target="slides/slide271.xml"/><Relationship Id="rId171" Type="http://schemas.openxmlformats.org/officeDocument/2006/relationships/slide" Target="slides/slide75.xml"/><Relationship Id="rId227" Type="http://schemas.openxmlformats.org/officeDocument/2006/relationships/slide" Target="slides/slide131.xml"/><Relationship Id="rId269" Type="http://schemas.openxmlformats.org/officeDocument/2006/relationships/slide" Target="slides/slide173.xml"/><Relationship Id="rId434" Type="http://schemas.openxmlformats.org/officeDocument/2006/relationships/slide" Target="slides/slide338.xml"/><Relationship Id="rId476" Type="http://schemas.openxmlformats.org/officeDocument/2006/relationships/slide" Target="slides/slide380.xml"/><Relationship Id="rId33" Type="http://schemas.openxmlformats.org/officeDocument/2006/relationships/slideMaster" Target="slideMasters/slideMaster33.xml"/><Relationship Id="rId129" Type="http://schemas.openxmlformats.org/officeDocument/2006/relationships/slide" Target="slides/slide33.xml"/><Relationship Id="rId280" Type="http://schemas.openxmlformats.org/officeDocument/2006/relationships/slide" Target="slides/slide184.xml"/><Relationship Id="rId336" Type="http://schemas.openxmlformats.org/officeDocument/2006/relationships/slide" Target="slides/slide240.xml"/><Relationship Id="rId501" Type="http://schemas.openxmlformats.org/officeDocument/2006/relationships/font" Target="fonts/font5.fntdata"/><Relationship Id="rId75" Type="http://schemas.openxmlformats.org/officeDocument/2006/relationships/slideMaster" Target="slideMasters/slideMaster75.xml"/><Relationship Id="rId140" Type="http://schemas.openxmlformats.org/officeDocument/2006/relationships/slide" Target="slides/slide44.xml"/><Relationship Id="rId182" Type="http://schemas.openxmlformats.org/officeDocument/2006/relationships/slide" Target="slides/slide86.xml"/><Relationship Id="rId378" Type="http://schemas.openxmlformats.org/officeDocument/2006/relationships/slide" Target="slides/slide282.xml"/><Relationship Id="rId403" Type="http://schemas.openxmlformats.org/officeDocument/2006/relationships/slide" Target="slides/slide307.xml"/><Relationship Id="rId6" Type="http://schemas.openxmlformats.org/officeDocument/2006/relationships/slideMaster" Target="slideMasters/slideMaster6.xml"/><Relationship Id="rId238" Type="http://schemas.openxmlformats.org/officeDocument/2006/relationships/slide" Target="slides/slide142.xml"/><Relationship Id="rId445" Type="http://schemas.openxmlformats.org/officeDocument/2006/relationships/slide" Target="slides/slide349.xml"/><Relationship Id="rId487" Type="http://schemas.openxmlformats.org/officeDocument/2006/relationships/slide" Target="slides/slide391.xml"/><Relationship Id="rId291" Type="http://schemas.openxmlformats.org/officeDocument/2006/relationships/slide" Target="slides/slide195.xml"/><Relationship Id="rId305" Type="http://schemas.openxmlformats.org/officeDocument/2006/relationships/slide" Target="slides/slide209.xml"/><Relationship Id="rId347" Type="http://schemas.openxmlformats.org/officeDocument/2006/relationships/slide" Target="slides/slide251.xml"/><Relationship Id="rId44" Type="http://schemas.openxmlformats.org/officeDocument/2006/relationships/slideMaster" Target="slideMasters/slideMaster44.xml"/><Relationship Id="rId86" Type="http://schemas.openxmlformats.org/officeDocument/2006/relationships/slideMaster" Target="slideMasters/slideMaster86.xml"/><Relationship Id="rId151" Type="http://schemas.openxmlformats.org/officeDocument/2006/relationships/slide" Target="slides/slide55.xml"/><Relationship Id="rId389" Type="http://schemas.openxmlformats.org/officeDocument/2006/relationships/slide" Target="slides/slide293.xml"/><Relationship Id="rId193" Type="http://schemas.openxmlformats.org/officeDocument/2006/relationships/slide" Target="slides/slide97.xml"/><Relationship Id="rId207" Type="http://schemas.openxmlformats.org/officeDocument/2006/relationships/slide" Target="slides/slide111.xml"/><Relationship Id="rId249" Type="http://schemas.openxmlformats.org/officeDocument/2006/relationships/slide" Target="slides/slide153.xml"/><Relationship Id="rId414" Type="http://schemas.openxmlformats.org/officeDocument/2006/relationships/slide" Target="slides/slide318.xml"/><Relationship Id="rId456" Type="http://schemas.openxmlformats.org/officeDocument/2006/relationships/slide" Target="slides/slide360.xml"/><Relationship Id="rId498" Type="http://schemas.openxmlformats.org/officeDocument/2006/relationships/font" Target="fonts/font2.fntdata"/><Relationship Id="rId13" Type="http://schemas.openxmlformats.org/officeDocument/2006/relationships/slideMaster" Target="slideMasters/slideMaster13.xml"/><Relationship Id="rId109" Type="http://schemas.openxmlformats.org/officeDocument/2006/relationships/slide" Target="slides/slide13.xml"/><Relationship Id="rId260" Type="http://schemas.openxmlformats.org/officeDocument/2006/relationships/slide" Target="slides/slide164.xml"/><Relationship Id="rId316" Type="http://schemas.openxmlformats.org/officeDocument/2006/relationships/slide" Target="slides/slide220.xml"/><Relationship Id="rId55" Type="http://schemas.openxmlformats.org/officeDocument/2006/relationships/slideMaster" Target="slideMasters/slideMaster55.xml"/><Relationship Id="rId97" Type="http://schemas.openxmlformats.org/officeDocument/2006/relationships/slide" Target="slides/slide1.xml"/><Relationship Id="rId120" Type="http://schemas.openxmlformats.org/officeDocument/2006/relationships/slide" Target="slides/slide24.xml"/><Relationship Id="rId358" Type="http://schemas.openxmlformats.org/officeDocument/2006/relationships/slide" Target="slides/slide262.xml"/><Relationship Id="rId162" Type="http://schemas.openxmlformats.org/officeDocument/2006/relationships/slide" Target="slides/slide66.xml"/><Relationship Id="rId218" Type="http://schemas.openxmlformats.org/officeDocument/2006/relationships/slide" Target="slides/slide122.xml"/><Relationship Id="rId425" Type="http://schemas.openxmlformats.org/officeDocument/2006/relationships/slide" Target="slides/slide329.xml"/><Relationship Id="rId467" Type="http://schemas.openxmlformats.org/officeDocument/2006/relationships/slide" Target="slides/slide371.xml"/><Relationship Id="rId271" Type="http://schemas.openxmlformats.org/officeDocument/2006/relationships/slide" Target="slides/slide175.xml"/><Relationship Id="rId24" Type="http://schemas.openxmlformats.org/officeDocument/2006/relationships/slideMaster" Target="slideMasters/slideMaster24.xml"/><Relationship Id="rId66" Type="http://schemas.openxmlformats.org/officeDocument/2006/relationships/slideMaster" Target="slideMasters/slideMaster66.xml"/><Relationship Id="rId131" Type="http://schemas.openxmlformats.org/officeDocument/2006/relationships/slide" Target="slides/slide35.xml"/><Relationship Id="rId327" Type="http://schemas.openxmlformats.org/officeDocument/2006/relationships/slide" Target="slides/slide231.xml"/><Relationship Id="rId369" Type="http://schemas.openxmlformats.org/officeDocument/2006/relationships/slide" Target="slides/slide273.xml"/><Relationship Id="rId173" Type="http://schemas.openxmlformats.org/officeDocument/2006/relationships/slide" Target="slides/slide77.xml"/><Relationship Id="rId229" Type="http://schemas.openxmlformats.org/officeDocument/2006/relationships/slide" Target="slides/slide133.xml"/><Relationship Id="rId380" Type="http://schemas.openxmlformats.org/officeDocument/2006/relationships/slide" Target="slides/slide284.xml"/><Relationship Id="rId436" Type="http://schemas.openxmlformats.org/officeDocument/2006/relationships/slide" Target="slides/slide340.xml"/><Relationship Id="rId240" Type="http://schemas.openxmlformats.org/officeDocument/2006/relationships/slide" Target="slides/slide144.xml"/><Relationship Id="rId478" Type="http://schemas.openxmlformats.org/officeDocument/2006/relationships/slide" Target="slides/slide382.xml"/><Relationship Id="rId35" Type="http://schemas.openxmlformats.org/officeDocument/2006/relationships/slideMaster" Target="slideMasters/slideMaster35.xml"/><Relationship Id="rId77" Type="http://schemas.openxmlformats.org/officeDocument/2006/relationships/slideMaster" Target="slideMasters/slideMaster77.xml"/><Relationship Id="rId100" Type="http://schemas.openxmlformats.org/officeDocument/2006/relationships/slide" Target="slides/slide4.xml"/><Relationship Id="rId282" Type="http://schemas.openxmlformats.org/officeDocument/2006/relationships/slide" Target="slides/slide186.xml"/><Relationship Id="rId338" Type="http://schemas.openxmlformats.org/officeDocument/2006/relationships/slide" Target="slides/slide242.xml"/><Relationship Id="rId503" Type="http://schemas.openxmlformats.org/officeDocument/2006/relationships/font" Target="fonts/font7.fntdata"/><Relationship Id="rId8" Type="http://schemas.openxmlformats.org/officeDocument/2006/relationships/slideMaster" Target="slideMasters/slideMaster8.xml"/><Relationship Id="rId142" Type="http://schemas.openxmlformats.org/officeDocument/2006/relationships/slide" Target="slides/slide46.xml"/><Relationship Id="rId184" Type="http://schemas.openxmlformats.org/officeDocument/2006/relationships/slide" Target="slides/slide88.xml"/><Relationship Id="rId391" Type="http://schemas.openxmlformats.org/officeDocument/2006/relationships/slide" Target="slides/slide295.xml"/><Relationship Id="rId405" Type="http://schemas.openxmlformats.org/officeDocument/2006/relationships/slide" Target="slides/slide309.xml"/><Relationship Id="rId447" Type="http://schemas.openxmlformats.org/officeDocument/2006/relationships/slide" Target="slides/slide351.xml"/><Relationship Id="rId251" Type="http://schemas.openxmlformats.org/officeDocument/2006/relationships/slide" Target="slides/slide155.xml"/><Relationship Id="rId489" Type="http://schemas.openxmlformats.org/officeDocument/2006/relationships/slide" Target="slides/slide393.xml"/><Relationship Id="rId46" Type="http://schemas.openxmlformats.org/officeDocument/2006/relationships/slideMaster" Target="slideMasters/slideMaster46.xml"/><Relationship Id="rId293" Type="http://schemas.openxmlformats.org/officeDocument/2006/relationships/slide" Target="slides/slide197.xml"/><Relationship Id="rId307" Type="http://schemas.openxmlformats.org/officeDocument/2006/relationships/slide" Target="slides/slide211.xml"/><Relationship Id="rId349" Type="http://schemas.openxmlformats.org/officeDocument/2006/relationships/slide" Target="slides/slide253.xml"/><Relationship Id="rId88" Type="http://schemas.openxmlformats.org/officeDocument/2006/relationships/slideMaster" Target="slideMasters/slideMaster88.xml"/><Relationship Id="rId111" Type="http://schemas.openxmlformats.org/officeDocument/2006/relationships/slide" Target="slides/slide15.xml"/><Relationship Id="rId153" Type="http://schemas.openxmlformats.org/officeDocument/2006/relationships/slide" Target="slides/slide57.xml"/><Relationship Id="rId195" Type="http://schemas.openxmlformats.org/officeDocument/2006/relationships/slide" Target="slides/slide99.xml"/><Relationship Id="rId209" Type="http://schemas.openxmlformats.org/officeDocument/2006/relationships/slide" Target="slides/slide113.xml"/><Relationship Id="rId360" Type="http://schemas.openxmlformats.org/officeDocument/2006/relationships/slide" Target="slides/slide264.xml"/><Relationship Id="rId416" Type="http://schemas.openxmlformats.org/officeDocument/2006/relationships/slide" Target="slides/slide320.xml"/><Relationship Id="rId220" Type="http://schemas.openxmlformats.org/officeDocument/2006/relationships/slide" Target="slides/slide124.xml"/><Relationship Id="rId458" Type="http://schemas.openxmlformats.org/officeDocument/2006/relationships/slide" Target="slides/slide362.xml"/><Relationship Id="rId15" Type="http://schemas.openxmlformats.org/officeDocument/2006/relationships/slideMaster" Target="slideMasters/slideMaster15.xml"/><Relationship Id="rId57" Type="http://schemas.openxmlformats.org/officeDocument/2006/relationships/slideMaster" Target="slideMasters/slideMaster57.xml"/><Relationship Id="rId262" Type="http://schemas.openxmlformats.org/officeDocument/2006/relationships/slide" Target="slides/slide166.xml"/><Relationship Id="rId318" Type="http://schemas.openxmlformats.org/officeDocument/2006/relationships/slide" Target="slides/slide222.xml"/><Relationship Id="rId99" Type="http://schemas.openxmlformats.org/officeDocument/2006/relationships/slide" Target="slides/slide3.xml"/><Relationship Id="rId122" Type="http://schemas.openxmlformats.org/officeDocument/2006/relationships/slide" Target="slides/slide26.xml"/><Relationship Id="rId164" Type="http://schemas.openxmlformats.org/officeDocument/2006/relationships/slide" Target="slides/slide68.xml"/><Relationship Id="rId371" Type="http://schemas.openxmlformats.org/officeDocument/2006/relationships/slide" Target="slides/slide275.xml"/><Relationship Id="rId427" Type="http://schemas.openxmlformats.org/officeDocument/2006/relationships/slide" Target="slides/slide331.xml"/><Relationship Id="rId469" Type="http://schemas.openxmlformats.org/officeDocument/2006/relationships/slide" Target="slides/slide373.xml"/><Relationship Id="rId26" Type="http://schemas.openxmlformats.org/officeDocument/2006/relationships/slideMaster" Target="slideMasters/slideMaster26.xml"/><Relationship Id="rId231" Type="http://schemas.openxmlformats.org/officeDocument/2006/relationships/slide" Target="slides/slide135.xml"/><Relationship Id="rId273" Type="http://schemas.openxmlformats.org/officeDocument/2006/relationships/slide" Target="slides/slide177.xml"/><Relationship Id="rId329" Type="http://schemas.openxmlformats.org/officeDocument/2006/relationships/slide" Target="slides/slide233.xml"/><Relationship Id="rId480" Type="http://schemas.openxmlformats.org/officeDocument/2006/relationships/slide" Target="slides/slide384.xml"/><Relationship Id="rId68" Type="http://schemas.openxmlformats.org/officeDocument/2006/relationships/slideMaster" Target="slideMasters/slideMaster68.xml"/><Relationship Id="rId133" Type="http://schemas.openxmlformats.org/officeDocument/2006/relationships/slide" Target="slides/slide37.xml"/><Relationship Id="rId175" Type="http://schemas.openxmlformats.org/officeDocument/2006/relationships/slide" Target="slides/slide79.xml"/><Relationship Id="rId340" Type="http://schemas.openxmlformats.org/officeDocument/2006/relationships/slide" Target="slides/slide244.xml"/><Relationship Id="rId200" Type="http://schemas.openxmlformats.org/officeDocument/2006/relationships/slide" Target="slides/slide104.xml"/><Relationship Id="rId382" Type="http://schemas.openxmlformats.org/officeDocument/2006/relationships/slide" Target="slides/slide286.xml"/><Relationship Id="rId438" Type="http://schemas.openxmlformats.org/officeDocument/2006/relationships/slide" Target="slides/slide342.xml"/><Relationship Id="rId242" Type="http://schemas.openxmlformats.org/officeDocument/2006/relationships/slide" Target="slides/slide146.xml"/><Relationship Id="rId284" Type="http://schemas.openxmlformats.org/officeDocument/2006/relationships/slide" Target="slides/slide188.xml"/><Relationship Id="rId491" Type="http://schemas.openxmlformats.org/officeDocument/2006/relationships/slide" Target="slides/slide395.xml"/><Relationship Id="rId505" Type="http://schemas.openxmlformats.org/officeDocument/2006/relationships/commentAuthors" Target="commentAuthors.xml"/><Relationship Id="rId37" Type="http://schemas.openxmlformats.org/officeDocument/2006/relationships/slideMaster" Target="slideMasters/slideMaster37.xml"/><Relationship Id="rId79" Type="http://schemas.openxmlformats.org/officeDocument/2006/relationships/slideMaster" Target="slideMasters/slideMaster79.xml"/><Relationship Id="rId102" Type="http://schemas.openxmlformats.org/officeDocument/2006/relationships/slide" Target="slides/slide6.xml"/><Relationship Id="rId144" Type="http://schemas.openxmlformats.org/officeDocument/2006/relationships/slide" Target="slides/slide48.xml"/><Relationship Id="rId90" Type="http://schemas.openxmlformats.org/officeDocument/2006/relationships/slideMaster" Target="slideMasters/slideMaster90.xml"/><Relationship Id="rId186" Type="http://schemas.openxmlformats.org/officeDocument/2006/relationships/slide" Target="slides/slide90.xml"/><Relationship Id="rId351" Type="http://schemas.openxmlformats.org/officeDocument/2006/relationships/slide" Target="slides/slide255.xml"/><Relationship Id="rId393" Type="http://schemas.openxmlformats.org/officeDocument/2006/relationships/slide" Target="slides/slide297.xml"/><Relationship Id="rId407" Type="http://schemas.openxmlformats.org/officeDocument/2006/relationships/slide" Target="slides/slide311.xml"/><Relationship Id="rId449" Type="http://schemas.openxmlformats.org/officeDocument/2006/relationships/slide" Target="slides/slide353.xml"/><Relationship Id="rId211" Type="http://schemas.openxmlformats.org/officeDocument/2006/relationships/slide" Target="slides/slide115.xml"/><Relationship Id="rId253" Type="http://schemas.openxmlformats.org/officeDocument/2006/relationships/slide" Target="slides/slide157.xml"/><Relationship Id="rId295" Type="http://schemas.openxmlformats.org/officeDocument/2006/relationships/slide" Target="slides/slide199.xml"/><Relationship Id="rId309" Type="http://schemas.openxmlformats.org/officeDocument/2006/relationships/slide" Target="slides/slide213.xml"/><Relationship Id="rId460" Type="http://schemas.openxmlformats.org/officeDocument/2006/relationships/slide" Target="slides/slide364.xml"/><Relationship Id="rId48" Type="http://schemas.openxmlformats.org/officeDocument/2006/relationships/slideMaster" Target="slideMasters/slideMaster48.xml"/><Relationship Id="rId113" Type="http://schemas.openxmlformats.org/officeDocument/2006/relationships/slide" Target="slides/slide17.xml"/><Relationship Id="rId320" Type="http://schemas.openxmlformats.org/officeDocument/2006/relationships/slide" Target="slides/slide224.xml"/><Relationship Id="rId155" Type="http://schemas.openxmlformats.org/officeDocument/2006/relationships/slide" Target="slides/slide59.xml"/><Relationship Id="rId197" Type="http://schemas.openxmlformats.org/officeDocument/2006/relationships/slide" Target="slides/slide101.xml"/><Relationship Id="rId362" Type="http://schemas.openxmlformats.org/officeDocument/2006/relationships/slide" Target="slides/slide266.xml"/><Relationship Id="rId418" Type="http://schemas.openxmlformats.org/officeDocument/2006/relationships/slide" Target="slides/slide322.xml"/><Relationship Id="rId222" Type="http://schemas.openxmlformats.org/officeDocument/2006/relationships/slide" Target="slides/slide126.xml"/><Relationship Id="rId264" Type="http://schemas.openxmlformats.org/officeDocument/2006/relationships/slide" Target="slides/slide168.xml"/><Relationship Id="rId471" Type="http://schemas.openxmlformats.org/officeDocument/2006/relationships/slide" Target="slides/slide375.xml"/><Relationship Id="rId17" Type="http://schemas.openxmlformats.org/officeDocument/2006/relationships/slideMaster" Target="slideMasters/slideMaster17.xml"/><Relationship Id="rId59" Type="http://schemas.openxmlformats.org/officeDocument/2006/relationships/slideMaster" Target="slideMasters/slideMaster59.xml"/><Relationship Id="rId124" Type="http://schemas.openxmlformats.org/officeDocument/2006/relationships/slide" Target="slides/slide28.xml"/><Relationship Id="rId70" Type="http://schemas.openxmlformats.org/officeDocument/2006/relationships/slideMaster" Target="slideMasters/slideMaster70.xml"/><Relationship Id="rId166" Type="http://schemas.openxmlformats.org/officeDocument/2006/relationships/slide" Target="slides/slide70.xml"/><Relationship Id="rId331" Type="http://schemas.openxmlformats.org/officeDocument/2006/relationships/slide" Target="slides/slide235.xml"/><Relationship Id="rId373" Type="http://schemas.openxmlformats.org/officeDocument/2006/relationships/slide" Target="slides/slide277.xml"/><Relationship Id="rId429" Type="http://schemas.openxmlformats.org/officeDocument/2006/relationships/slide" Target="slides/slide333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137.xml"/><Relationship Id="rId440" Type="http://schemas.openxmlformats.org/officeDocument/2006/relationships/slide" Target="slides/slide344.xml"/><Relationship Id="rId28" Type="http://schemas.openxmlformats.org/officeDocument/2006/relationships/slideMaster" Target="slideMasters/slideMaster28.xml"/><Relationship Id="rId275" Type="http://schemas.openxmlformats.org/officeDocument/2006/relationships/slide" Target="slides/slide179.xml"/><Relationship Id="rId300" Type="http://schemas.openxmlformats.org/officeDocument/2006/relationships/slide" Target="slides/slide204.xml"/><Relationship Id="rId482" Type="http://schemas.openxmlformats.org/officeDocument/2006/relationships/slide" Target="slides/slide386.xml"/><Relationship Id="rId81" Type="http://schemas.openxmlformats.org/officeDocument/2006/relationships/slideMaster" Target="slideMasters/slideMaster81.xml"/><Relationship Id="rId135" Type="http://schemas.openxmlformats.org/officeDocument/2006/relationships/slide" Target="slides/slide39.xml"/><Relationship Id="rId177" Type="http://schemas.openxmlformats.org/officeDocument/2006/relationships/slide" Target="slides/slide81.xml"/><Relationship Id="rId342" Type="http://schemas.openxmlformats.org/officeDocument/2006/relationships/slide" Target="slides/slide246.xml"/><Relationship Id="rId384" Type="http://schemas.openxmlformats.org/officeDocument/2006/relationships/slide" Target="slides/slide288.xml"/><Relationship Id="rId202" Type="http://schemas.openxmlformats.org/officeDocument/2006/relationships/slide" Target="slides/slide106.xml"/><Relationship Id="rId244" Type="http://schemas.openxmlformats.org/officeDocument/2006/relationships/slide" Target="slides/slide148.xml"/><Relationship Id="rId39" Type="http://schemas.openxmlformats.org/officeDocument/2006/relationships/slideMaster" Target="slideMasters/slideMaster39.xml"/><Relationship Id="rId286" Type="http://schemas.openxmlformats.org/officeDocument/2006/relationships/slide" Target="slides/slide190.xml"/><Relationship Id="rId451" Type="http://schemas.openxmlformats.org/officeDocument/2006/relationships/slide" Target="slides/slide355.xml"/><Relationship Id="rId493" Type="http://schemas.openxmlformats.org/officeDocument/2006/relationships/slide" Target="slides/slide397.xml"/><Relationship Id="rId507" Type="http://schemas.openxmlformats.org/officeDocument/2006/relationships/viewProps" Target="viewProps.xml"/><Relationship Id="rId50" Type="http://schemas.openxmlformats.org/officeDocument/2006/relationships/slideMaster" Target="slideMasters/slideMaster50.xml"/><Relationship Id="rId104" Type="http://schemas.openxmlformats.org/officeDocument/2006/relationships/slide" Target="slides/slide8.xml"/><Relationship Id="rId146" Type="http://schemas.openxmlformats.org/officeDocument/2006/relationships/slide" Target="slides/slide50.xml"/><Relationship Id="rId188" Type="http://schemas.openxmlformats.org/officeDocument/2006/relationships/slide" Target="slides/slide92.xml"/><Relationship Id="rId311" Type="http://schemas.openxmlformats.org/officeDocument/2006/relationships/slide" Target="slides/slide215.xml"/><Relationship Id="rId353" Type="http://schemas.openxmlformats.org/officeDocument/2006/relationships/slide" Target="slides/slide257.xml"/><Relationship Id="rId395" Type="http://schemas.openxmlformats.org/officeDocument/2006/relationships/slide" Target="slides/slide299.xml"/><Relationship Id="rId409" Type="http://schemas.openxmlformats.org/officeDocument/2006/relationships/slide" Target="slides/slide313.xml"/><Relationship Id="rId92" Type="http://schemas.openxmlformats.org/officeDocument/2006/relationships/slideMaster" Target="slideMasters/slideMaster92.xml"/><Relationship Id="rId213" Type="http://schemas.openxmlformats.org/officeDocument/2006/relationships/slide" Target="slides/slide117.xml"/><Relationship Id="rId420" Type="http://schemas.openxmlformats.org/officeDocument/2006/relationships/slide" Target="slides/slide324.xml"/><Relationship Id="rId255" Type="http://schemas.openxmlformats.org/officeDocument/2006/relationships/slide" Target="slides/slide159.xml"/><Relationship Id="rId297" Type="http://schemas.openxmlformats.org/officeDocument/2006/relationships/slide" Target="slides/slide201.xml"/><Relationship Id="rId462" Type="http://schemas.openxmlformats.org/officeDocument/2006/relationships/slide" Target="slides/slide366.xml"/><Relationship Id="rId115" Type="http://schemas.openxmlformats.org/officeDocument/2006/relationships/slide" Target="slides/slide19.xml"/><Relationship Id="rId157" Type="http://schemas.openxmlformats.org/officeDocument/2006/relationships/slide" Target="slides/slide61.xml"/><Relationship Id="rId322" Type="http://schemas.openxmlformats.org/officeDocument/2006/relationships/slide" Target="slides/slide226.xml"/><Relationship Id="rId364" Type="http://schemas.openxmlformats.org/officeDocument/2006/relationships/slide" Target="slides/slide268.xml"/><Relationship Id="rId61" Type="http://schemas.openxmlformats.org/officeDocument/2006/relationships/slideMaster" Target="slideMasters/slideMaster61.xml"/><Relationship Id="rId199" Type="http://schemas.openxmlformats.org/officeDocument/2006/relationships/slide" Target="slides/slide103.xml"/><Relationship Id="rId19" Type="http://schemas.openxmlformats.org/officeDocument/2006/relationships/slideMaster" Target="slideMasters/slideMaster19.xml"/><Relationship Id="rId224" Type="http://schemas.openxmlformats.org/officeDocument/2006/relationships/slide" Target="slides/slide128.xml"/><Relationship Id="rId266" Type="http://schemas.openxmlformats.org/officeDocument/2006/relationships/slide" Target="slides/slide170.xml"/><Relationship Id="rId431" Type="http://schemas.openxmlformats.org/officeDocument/2006/relationships/slide" Target="slides/slide335.xml"/><Relationship Id="rId473" Type="http://schemas.openxmlformats.org/officeDocument/2006/relationships/slide" Target="slides/slide377.xml"/><Relationship Id="rId30" Type="http://schemas.openxmlformats.org/officeDocument/2006/relationships/slideMaster" Target="slideMasters/slideMaster30.xml"/><Relationship Id="rId126" Type="http://schemas.openxmlformats.org/officeDocument/2006/relationships/slide" Target="slides/slide30.xml"/><Relationship Id="rId168" Type="http://schemas.openxmlformats.org/officeDocument/2006/relationships/slide" Target="slides/slide72.xml"/><Relationship Id="rId333" Type="http://schemas.openxmlformats.org/officeDocument/2006/relationships/slide" Target="slides/slide237.xml"/><Relationship Id="rId72" Type="http://schemas.openxmlformats.org/officeDocument/2006/relationships/slideMaster" Target="slideMasters/slideMaster72.xml"/><Relationship Id="rId375" Type="http://schemas.openxmlformats.org/officeDocument/2006/relationships/slide" Target="slides/slide279.xml"/><Relationship Id="rId3" Type="http://schemas.openxmlformats.org/officeDocument/2006/relationships/slideMaster" Target="slideMasters/slideMaster3.xml"/><Relationship Id="rId235" Type="http://schemas.openxmlformats.org/officeDocument/2006/relationships/slide" Target="slides/slide139.xml"/><Relationship Id="rId277" Type="http://schemas.openxmlformats.org/officeDocument/2006/relationships/slide" Target="slides/slide181.xml"/><Relationship Id="rId400" Type="http://schemas.openxmlformats.org/officeDocument/2006/relationships/slide" Target="slides/slide304.xml"/><Relationship Id="rId442" Type="http://schemas.openxmlformats.org/officeDocument/2006/relationships/slide" Target="slides/slide346.xml"/><Relationship Id="rId484" Type="http://schemas.openxmlformats.org/officeDocument/2006/relationships/slide" Target="slides/slide388.xml"/><Relationship Id="rId137" Type="http://schemas.openxmlformats.org/officeDocument/2006/relationships/slide" Target="slides/slide41.xml"/><Relationship Id="rId302" Type="http://schemas.openxmlformats.org/officeDocument/2006/relationships/slide" Target="slides/slide206.xml"/><Relationship Id="rId344" Type="http://schemas.openxmlformats.org/officeDocument/2006/relationships/slide" Target="slides/slide248.xml"/><Relationship Id="rId41" Type="http://schemas.openxmlformats.org/officeDocument/2006/relationships/slideMaster" Target="slideMasters/slideMaster41.xml"/><Relationship Id="rId83" Type="http://schemas.openxmlformats.org/officeDocument/2006/relationships/slideMaster" Target="slideMasters/slideMaster83.xml"/><Relationship Id="rId179" Type="http://schemas.openxmlformats.org/officeDocument/2006/relationships/slide" Target="slides/slide83.xml"/><Relationship Id="rId386" Type="http://schemas.openxmlformats.org/officeDocument/2006/relationships/slide" Target="slides/slide290.xml"/><Relationship Id="rId190" Type="http://schemas.openxmlformats.org/officeDocument/2006/relationships/slide" Target="slides/slide94.xml"/><Relationship Id="rId204" Type="http://schemas.openxmlformats.org/officeDocument/2006/relationships/slide" Target="slides/slide108.xml"/><Relationship Id="rId246" Type="http://schemas.openxmlformats.org/officeDocument/2006/relationships/slide" Target="slides/slide150.xml"/><Relationship Id="rId288" Type="http://schemas.openxmlformats.org/officeDocument/2006/relationships/slide" Target="slides/slide192.xml"/><Relationship Id="rId411" Type="http://schemas.openxmlformats.org/officeDocument/2006/relationships/slide" Target="slides/slide315.xml"/><Relationship Id="rId453" Type="http://schemas.openxmlformats.org/officeDocument/2006/relationships/slide" Target="slides/slide357.xml"/><Relationship Id="rId509" Type="http://schemas.openxmlformats.org/officeDocument/2006/relationships/tableStyles" Target="tableStyles.xml"/><Relationship Id="rId106" Type="http://schemas.openxmlformats.org/officeDocument/2006/relationships/slide" Target="slides/slide10.xml"/><Relationship Id="rId313" Type="http://schemas.openxmlformats.org/officeDocument/2006/relationships/slide" Target="slides/slide217.xml"/><Relationship Id="rId495" Type="http://schemas.openxmlformats.org/officeDocument/2006/relationships/notesMaster" Target="notesMasters/notesMaster1.xml"/><Relationship Id="rId10" Type="http://schemas.openxmlformats.org/officeDocument/2006/relationships/slideMaster" Target="slideMasters/slideMaster10.xml"/><Relationship Id="rId52" Type="http://schemas.openxmlformats.org/officeDocument/2006/relationships/slideMaster" Target="slideMasters/slideMaster52.xml"/><Relationship Id="rId94" Type="http://schemas.openxmlformats.org/officeDocument/2006/relationships/slideMaster" Target="slideMasters/slideMaster94.xml"/><Relationship Id="rId148" Type="http://schemas.openxmlformats.org/officeDocument/2006/relationships/slide" Target="slides/slide52.xml"/><Relationship Id="rId355" Type="http://schemas.openxmlformats.org/officeDocument/2006/relationships/slide" Target="slides/slide259.xml"/><Relationship Id="rId397" Type="http://schemas.openxmlformats.org/officeDocument/2006/relationships/slide" Target="slides/slide301.xml"/><Relationship Id="rId215" Type="http://schemas.openxmlformats.org/officeDocument/2006/relationships/slide" Target="slides/slide119.xml"/><Relationship Id="rId257" Type="http://schemas.openxmlformats.org/officeDocument/2006/relationships/slide" Target="slides/slide161.xml"/><Relationship Id="rId422" Type="http://schemas.openxmlformats.org/officeDocument/2006/relationships/slide" Target="slides/slide326.xml"/><Relationship Id="rId464" Type="http://schemas.openxmlformats.org/officeDocument/2006/relationships/slide" Target="slides/slide36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8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>
            <a:extLst>
              <a:ext uri="{FF2B5EF4-FFF2-40B4-BE49-F238E27FC236}">
                <a16:creationId xmlns:a16="http://schemas.microsoft.com/office/drawing/2014/main" id="{04125314-AF77-DC4E-9E01-4C90E1ECFFD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ko-Kore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341786F4-3146-5E41-874A-6E04F895EA21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61C9C6A-1330-BB47-9570-B7EA56BB0AEA}" type="datetimeFigureOut">
              <a:rPr kumimoji="1" lang="ko-Kore-KR" altLang="en-US" smtClean="0"/>
              <a:t>07/27/2021</a:t>
            </a:fld>
            <a:endParaRPr kumimoji="1" lang="ko-Kore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5EF5616E-FA7D-3443-B745-C35D930A4F0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ko-Kore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5524DE98-46A3-114B-ADBF-8F41C496CE4C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BBF2A20-5FE7-E143-BFB8-4BA13D0F7093}" type="slidenum">
              <a:rPr kumimoji="1" lang="ko-Kore-KR" altLang="en-US" smtClean="0"/>
              <a:t>‹#›</a:t>
            </a:fld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2628637451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24CB96C-DAF4-4D0B-A244-7EB8843D32C3}" type="datetimeFigureOut">
              <a:rPr lang="ko-KR" altLang="en-US" smtClean="0"/>
              <a:t>2021-07-27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6D35676-652E-46E0-A86E-36FC2A4028D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49802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6D35676-652E-46E0-A86E-36FC2A4028D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06366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6D35676-652E-46E0-A86E-36FC2A4028D7}" type="slidenum">
              <a:rPr lang="ko-KR" altLang="en-US" smtClean="0"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71467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6D35676-652E-46E0-A86E-36FC2A4028D7}" type="slidenum">
              <a:rPr lang="ko-KR" altLang="en-US" smtClean="0"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768137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6D35676-652E-46E0-A86E-36FC2A4028D7}" type="slidenum">
              <a:rPr lang="ko-KR" altLang="en-US" smtClean="0"/>
              <a:t>396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584705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6D35676-652E-46E0-A86E-36FC2A4028D7}" type="slidenum">
              <a:rPr lang="ko-KR" altLang="en-US" smtClean="0"/>
              <a:t>398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82463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830657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1632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0511034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개체 틀 11">
            <a:extLst>
              <a:ext uri="{FF2B5EF4-FFF2-40B4-BE49-F238E27FC236}">
                <a16:creationId xmlns:a16="http://schemas.microsoft.com/office/drawing/2014/main" id="{2684D8C9-DDBD-C046-BE91-5E89FAC859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43692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072329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개체 틀 11">
            <a:extLst>
              <a:ext uri="{FF2B5EF4-FFF2-40B4-BE49-F238E27FC236}">
                <a16:creationId xmlns:a16="http://schemas.microsoft.com/office/drawing/2014/main" id="{23DBA86C-38FD-43F1-99B8-D5EEC986F0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98508264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96855688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38229791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61642030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64378136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3668129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2585896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54769118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27468666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1381419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52075430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6154386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04551193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5429175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9167073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027924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29469523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9078732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02503500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5487993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05572981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438176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26287335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8066298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4301211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113571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65382639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심혈관계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1644062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19052625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9594165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5317556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907616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10888902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754092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14359816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576256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86829426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432434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42737604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3579141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53555588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2920120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41262941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847218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E6DE74A0-7524-9A44-825C-9F82A5B95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90638019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22020140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23074988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39284648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00638863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93706259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96431462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34298385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743555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2587570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94746194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24422795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560268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25146849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520509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17866150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552581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39127533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2481085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2908385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64085218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7911909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9213620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84453399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5529885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58516384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4974445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56864291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8844399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07470250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772359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59374637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1099069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68104954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4037736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45508695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1594614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227142715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7068047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876128916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0398498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67241580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6857547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1464687757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704374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개체 틀 11">
            <a:extLst>
              <a:ext uri="{FF2B5EF4-FFF2-40B4-BE49-F238E27FC236}">
                <a16:creationId xmlns:a16="http://schemas.microsoft.com/office/drawing/2014/main" id="{8E840A8C-D301-1B48-A693-7356A6E5B01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1100"/>
            </a:lvl1pPr>
          </a:lstStyle>
          <a:p>
            <a:r>
              <a:rPr kumimoji="1" lang="ko-KR" altLang="en-US" dirty="0"/>
              <a:t>증상에 따른 중증</a:t>
            </a:r>
            <a:r>
              <a:rPr kumimoji="1" lang="en-US" altLang="ko-KR" dirty="0"/>
              <a:t>/</a:t>
            </a:r>
            <a:r>
              <a:rPr kumimoji="1" lang="ko-KR" altLang="en-US" dirty="0"/>
              <a:t>긴급도 분류 </a:t>
            </a:r>
            <a:r>
              <a:rPr kumimoji="1" lang="en-US" altLang="ko-KR" dirty="0"/>
              <a:t>2021–</a:t>
            </a:r>
            <a:r>
              <a:rPr kumimoji="1" lang="ko-KR" altLang="en-US" dirty="0"/>
              <a:t> 한국형 응급환자 분류 도구</a:t>
            </a:r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340923376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3073649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3331188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.png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8.xml"/><Relationship Id="rId18" Type="http://schemas.openxmlformats.org/officeDocument/2006/relationships/slide" Target="../slides/slide213.xml"/><Relationship Id="rId26" Type="http://schemas.openxmlformats.org/officeDocument/2006/relationships/slide" Target="../slides/slide193.xml"/><Relationship Id="rId21" Type="http://schemas.openxmlformats.org/officeDocument/2006/relationships/slide" Target="../slides/slide216.xml"/><Relationship Id="rId34" Type="http://schemas.openxmlformats.org/officeDocument/2006/relationships/slide" Target="../slides/slide202.xml"/><Relationship Id="rId7" Type="http://schemas.openxmlformats.org/officeDocument/2006/relationships/image" Target="../media/image9.png"/><Relationship Id="rId12" Type="http://schemas.openxmlformats.org/officeDocument/2006/relationships/slide" Target="../slides/slide207.xml"/><Relationship Id="rId17" Type="http://schemas.openxmlformats.org/officeDocument/2006/relationships/slide" Target="../slides/slide212.xml"/><Relationship Id="rId25" Type="http://schemas.openxmlformats.org/officeDocument/2006/relationships/slide" Target="../slides/slide220.xml"/><Relationship Id="rId33" Type="http://schemas.openxmlformats.org/officeDocument/2006/relationships/slide" Target="../slides/slide201.xml"/><Relationship Id="rId2" Type="http://schemas.openxmlformats.org/officeDocument/2006/relationships/theme" Target="../theme/theme4.xml"/><Relationship Id="rId16" Type="http://schemas.openxmlformats.org/officeDocument/2006/relationships/slide" Target="../slides/slide211.xml"/><Relationship Id="rId20" Type="http://schemas.openxmlformats.org/officeDocument/2006/relationships/slide" Target="../slides/slide215.xml"/><Relationship Id="rId29" Type="http://schemas.openxmlformats.org/officeDocument/2006/relationships/slide" Target="../slides/slide19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.jpeg"/><Relationship Id="rId11" Type="http://schemas.openxmlformats.org/officeDocument/2006/relationships/slide" Target="../slides/slide206.xml"/><Relationship Id="rId24" Type="http://schemas.openxmlformats.org/officeDocument/2006/relationships/slide" Target="../slides/slide219.xml"/><Relationship Id="rId32" Type="http://schemas.openxmlformats.org/officeDocument/2006/relationships/slide" Target="../slides/slide200.xml"/><Relationship Id="rId37" Type="http://schemas.openxmlformats.org/officeDocument/2006/relationships/slide" Target="../slides/slide1.xml"/><Relationship Id="rId5" Type="http://schemas.openxmlformats.org/officeDocument/2006/relationships/image" Target="../media/image7.jpeg"/><Relationship Id="rId15" Type="http://schemas.openxmlformats.org/officeDocument/2006/relationships/slide" Target="../slides/slide210.xml"/><Relationship Id="rId23" Type="http://schemas.openxmlformats.org/officeDocument/2006/relationships/slide" Target="../slides/slide218.xml"/><Relationship Id="rId28" Type="http://schemas.openxmlformats.org/officeDocument/2006/relationships/slide" Target="../slides/slide195.xml"/><Relationship Id="rId36" Type="http://schemas.openxmlformats.org/officeDocument/2006/relationships/slide" Target="../slides/slide30.xml"/><Relationship Id="rId10" Type="http://schemas.openxmlformats.org/officeDocument/2006/relationships/slide" Target="../slides/slide205.xml"/><Relationship Id="rId19" Type="http://schemas.openxmlformats.org/officeDocument/2006/relationships/slide" Target="../slides/slide214.xml"/><Relationship Id="rId31" Type="http://schemas.openxmlformats.org/officeDocument/2006/relationships/slide" Target="../slides/slide199.xml"/><Relationship Id="rId4" Type="http://schemas.openxmlformats.org/officeDocument/2006/relationships/slide" Target="../slides/slide4.xml"/><Relationship Id="rId9" Type="http://schemas.openxmlformats.org/officeDocument/2006/relationships/slide" Target="../slides/slide204.xml"/><Relationship Id="rId14" Type="http://schemas.openxmlformats.org/officeDocument/2006/relationships/slide" Target="../slides/slide209.xml"/><Relationship Id="rId22" Type="http://schemas.openxmlformats.org/officeDocument/2006/relationships/slide" Target="../slides/slide217.xml"/><Relationship Id="rId27" Type="http://schemas.openxmlformats.org/officeDocument/2006/relationships/slide" Target="../slides/slide194.xml"/><Relationship Id="rId30" Type="http://schemas.openxmlformats.org/officeDocument/2006/relationships/slide" Target="../slides/slide197.xml"/><Relationship Id="rId35" Type="http://schemas.openxmlformats.org/officeDocument/2006/relationships/slide" Target="../slides/slide198.xml"/><Relationship Id="rId8" Type="http://schemas.openxmlformats.org/officeDocument/2006/relationships/image" Target="../media/image10.png"/><Relationship Id="rId3" Type="http://schemas.openxmlformats.org/officeDocument/2006/relationships/slide" Target="../slides/slide5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4.xml"/><Relationship Id="rId18" Type="http://schemas.openxmlformats.org/officeDocument/2006/relationships/slide" Target="../slides/slide20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3.xml"/><Relationship Id="rId34" Type="http://schemas.openxmlformats.org/officeDocument/2006/relationships/slide" Target="../slides/slide1.xml"/><Relationship Id="rId7" Type="http://schemas.openxmlformats.org/officeDocument/2006/relationships/image" Target="../media/image13.png"/><Relationship Id="rId12" Type="http://schemas.openxmlformats.org/officeDocument/2006/relationships/slide" Target="../slides/slide13.xml"/><Relationship Id="rId17" Type="http://schemas.openxmlformats.org/officeDocument/2006/relationships/slide" Target="../slides/slide19.xml"/><Relationship Id="rId25" Type="http://schemas.openxmlformats.org/officeDocument/2006/relationships/slide" Target="../slides/slide27.xml"/><Relationship Id="rId33" Type="http://schemas.openxmlformats.org/officeDocument/2006/relationships/slide" Target="../slides/slide8.xml"/><Relationship Id="rId2" Type="http://schemas.openxmlformats.org/officeDocument/2006/relationships/theme" Target="../theme/theme5.xml"/><Relationship Id="rId16" Type="http://schemas.openxmlformats.org/officeDocument/2006/relationships/slide" Target="../slides/slide18.xml"/><Relationship Id="rId20" Type="http://schemas.openxmlformats.org/officeDocument/2006/relationships/slide" Target="../slides/slide22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.png"/><Relationship Id="rId11" Type="http://schemas.openxmlformats.org/officeDocument/2006/relationships/slide" Target="../slides/slide12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1.jpeg"/><Relationship Id="rId15" Type="http://schemas.openxmlformats.org/officeDocument/2006/relationships/slide" Target="../slides/slide16.xml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0.xml"/><Relationship Id="rId19" Type="http://schemas.openxmlformats.org/officeDocument/2006/relationships/slide" Target="../slides/slide21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9.xml"/><Relationship Id="rId14" Type="http://schemas.openxmlformats.org/officeDocument/2006/relationships/slide" Target="../slides/slide11.xml"/><Relationship Id="rId22" Type="http://schemas.openxmlformats.org/officeDocument/2006/relationships/slide" Target="../slides/slide24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7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4.xml"/><Relationship Id="rId18" Type="http://schemas.openxmlformats.org/officeDocument/2006/relationships/slide" Target="../slides/slide19.xml"/><Relationship Id="rId26" Type="http://schemas.openxmlformats.org/officeDocument/2006/relationships/slide" Target="../slides/slide27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1.xml"/><Relationship Id="rId7" Type="http://schemas.openxmlformats.org/officeDocument/2006/relationships/slide" Target="../slides/slide16.xml"/><Relationship Id="rId12" Type="http://schemas.openxmlformats.org/officeDocument/2006/relationships/slide" Target="../slides/slide13.xml"/><Relationship Id="rId17" Type="http://schemas.openxmlformats.org/officeDocument/2006/relationships/slide" Target="../slides/slide18.xml"/><Relationship Id="rId25" Type="http://schemas.openxmlformats.org/officeDocument/2006/relationships/slide" Target="../slides/slide26.xml"/><Relationship Id="rId33" Type="http://schemas.openxmlformats.org/officeDocument/2006/relationships/slide" Target="../slides/slide34.xml"/><Relationship Id="rId2" Type="http://schemas.openxmlformats.org/officeDocument/2006/relationships/theme" Target="../theme/theme6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0.xml"/><Relationship Id="rId1" Type="http://schemas.openxmlformats.org/officeDocument/2006/relationships/slideLayout" Target="../slideLayouts/slideLayout6.xml"/><Relationship Id="rId6" Type="http://schemas.openxmlformats.org/officeDocument/2006/relationships/slide" Target="../slides/slide11.xml"/><Relationship Id="rId11" Type="http://schemas.openxmlformats.org/officeDocument/2006/relationships/slide" Target="../slides/slide12.xml"/><Relationship Id="rId24" Type="http://schemas.openxmlformats.org/officeDocument/2006/relationships/slide" Target="../slides/slide25.xml"/><Relationship Id="rId32" Type="http://schemas.openxmlformats.org/officeDocument/2006/relationships/slide" Target="../slides/slide33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4.xml"/><Relationship Id="rId28" Type="http://schemas.openxmlformats.org/officeDocument/2006/relationships/slide" Target="../slides/slide29.xml"/><Relationship Id="rId10" Type="http://schemas.openxmlformats.org/officeDocument/2006/relationships/slide" Target="../slides/slide10.xml"/><Relationship Id="rId19" Type="http://schemas.openxmlformats.org/officeDocument/2006/relationships/slide" Target="../slides/slide20.xml"/><Relationship Id="rId31" Type="http://schemas.openxmlformats.org/officeDocument/2006/relationships/slide" Target="../slides/slide32.xml"/><Relationship Id="rId4" Type="http://schemas.openxmlformats.org/officeDocument/2006/relationships/slide" Target="../slides/slide5.xml"/><Relationship Id="rId9" Type="http://schemas.openxmlformats.org/officeDocument/2006/relationships/slide" Target="../slides/slide9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8.xml"/><Relationship Id="rId30" Type="http://schemas.openxmlformats.org/officeDocument/2006/relationships/slide" Target="../slides/slide31.xml"/><Relationship Id="rId8" Type="http://schemas.openxmlformats.org/officeDocument/2006/relationships/slide" Target="../slides/slide7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7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7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8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8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9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9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10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10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11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11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11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12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12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12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13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13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13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14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14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14.xml"/><Relationship Id="rId6" Type="http://schemas.openxmlformats.org/officeDocument/2006/relationships/slide" Target="../slides/slide8.xml"/><Relationship Id="rId11" Type="http://schemas.openxmlformats.org/officeDocument/2006/relationships/slide" Target="../slides/slide13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2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9.xml"/></Relationships>
</file>

<file path=ppt/slideMasters/_rels/slideMaster15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1.xml"/><Relationship Id="rId18" Type="http://schemas.openxmlformats.org/officeDocument/2006/relationships/slide" Target="../slides/slide18.xml"/><Relationship Id="rId26" Type="http://schemas.openxmlformats.org/officeDocument/2006/relationships/slide" Target="../slides/slide27.xml"/><Relationship Id="rId3" Type="http://schemas.openxmlformats.org/officeDocument/2006/relationships/slide" Target="../slides/slide4.xml"/><Relationship Id="rId21" Type="http://schemas.openxmlformats.org/officeDocument/2006/relationships/slide" Target="../slides/slide21.xml"/><Relationship Id="rId34" Type="http://schemas.openxmlformats.org/officeDocument/2006/relationships/slide" Target="../slides/slide1.xml"/><Relationship Id="rId7" Type="http://schemas.openxmlformats.org/officeDocument/2006/relationships/slide" Target="../slides/slide7.xml"/><Relationship Id="rId12" Type="http://schemas.openxmlformats.org/officeDocument/2006/relationships/slide" Target="../slides/slide14.xml"/><Relationship Id="rId17" Type="http://schemas.openxmlformats.org/officeDocument/2006/relationships/image" Target="../media/image13.png"/><Relationship Id="rId25" Type="http://schemas.openxmlformats.org/officeDocument/2006/relationships/slide" Target="../slides/slide26.xml"/><Relationship Id="rId33" Type="http://schemas.openxmlformats.org/officeDocument/2006/relationships/slide" Target="../slides/slide34.xml"/><Relationship Id="rId2" Type="http://schemas.openxmlformats.org/officeDocument/2006/relationships/theme" Target="../theme/theme15.xml"/><Relationship Id="rId16" Type="http://schemas.openxmlformats.org/officeDocument/2006/relationships/image" Target="../media/image12.png"/><Relationship Id="rId20" Type="http://schemas.openxmlformats.org/officeDocument/2006/relationships/slide" Target="../slides/slide20.xml"/><Relationship Id="rId29" Type="http://schemas.openxmlformats.org/officeDocument/2006/relationships/slide" Target="../slides/slide30.xml"/><Relationship Id="rId1" Type="http://schemas.openxmlformats.org/officeDocument/2006/relationships/slideLayout" Target="../slideLayouts/slideLayout15.xml"/><Relationship Id="rId6" Type="http://schemas.openxmlformats.org/officeDocument/2006/relationships/slide" Target="../slides/slide72.xml"/><Relationship Id="rId11" Type="http://schemas.openxmlformats.org/officeDocument/2006/relationships/slide" Target="../slides/slide13.xml"/><Relationship Id="rId24" Type="http://schemas.openxmlformats.org/officeDocument/2006/relationships/slide" Target="../slides/slide25.xml"/><Relationship Id="rId32" Type="http://schemas.openxmlformats.org/officeDocument/2006/relationships/slide" Target="../slides/slide33.xml"/><Relationship Id="rId5" Type="http://schemas.openxmlformats.org/officeDocument/2006/relationships/image" Target="../media/image14.jpeg"/><Relationship Id="rId15" Type="http://schemas.openxmlformats.org/officeDocument/2006/relationships/slide" Target="../slides/slide8.xml"/><Relationship Id="rId23" Type="http://schemas.openxmlformats.org/officeDocument/2006/relationships/slide" Target="../slides/slide23.xml"/><Relationship Id="rId28" Type="http://schemas.openxmlformats.org/officeDocument/2006/relationships/slide" Target="../slides/slide29.xml"/><Relationship Id="rId10" Type="http://schemas.openxmlformats.org/officeDocument/2006/relationships/slide" Target="../slides/slide12.xml"/><Relationship Id="rId19" Type="http://schemas.openxmlformats.org/officeDocument/2006/relationships/slide" Target="../slides/slide19.xml"/><Relationship Id="rId31" Type="http://schemas.openxmlformats.org/officeDocument/2006/relationships/slide" Target="../slides/slide32.xml"/><Relationship Id="rId4" Type="http://schemas.openxmlformats.org/officeDocument/2006/relationships/slide" Target="../slides/slide5.xml"/><Relationship Id="rId9" Type="http://schemas.openxmlformats.org/officeDocument/2006/relationships/slide" Target="../slides/slide10.xml"/><Relationship Id="rId14" Type="http://schemas.openxmlformats.org/officeDocument/2006/relationships/slide" Target="../slides/slide16.xml"/><Relationship Id="rId22" Type="http://schemas.openxmlformats.org/officeDocument/2006/relationships/slide" Target="../slides/slide22.xml"/><Relationship Id="rId27" Type="http://schemas.openxmlformats.org/officeDocument/2006/relationships/slide" Target="../slides/slide28.xml"/><Relationship Id="rId30" Type="http://schemas.openxmlformats.org/officeDocument/2006/relationships/slide" Target="../slides/slide31.xml"/><Relationship Id="rId35" Type="http://schemas.openxmlformats.org/officeDocument/2006/relationships/slide" Target="../slides/slide24.xml"/><Relationship Id="rId8" Type="http://schemas.openxmlformats.org/officeDocument/2006/relationships/slide" Target="../slides/slide9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16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16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15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17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17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17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6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18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18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17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19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19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19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18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20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20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19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21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21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21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20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22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22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21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23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23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23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22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24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24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24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23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25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25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25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2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26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26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26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25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27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27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27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26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28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28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28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27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29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29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29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28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30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30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30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29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31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31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31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30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32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32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32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31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33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33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33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32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34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34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34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33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35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35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35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3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36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36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36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35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37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37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37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36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38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38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38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37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39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39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39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38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40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40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40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39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41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41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41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40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42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42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42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41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43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43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43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42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44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44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44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43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45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45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45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44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46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0.xml"/><Relationship Id="rId13" Type="http://schemas.openxmlformats.org/officeDocument/2006/relationships/slide" Target="../slides/slide16.xml"/><Relationship Id="rId3" Type="http://schemas.openxmlformats.org/officeDocument/2006/relationships/slide" Target="../slides/slide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.xml"/><Relationship Id="rId2" Type="http://schemas.openxmlformats.org/officeDocument/2006/relationships/theme" Target="../theme/theme46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46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5" Type="http://schemas.openxmlformats.org/officeDocument/2006/relationships/image" Target="../media/image45.jpeg"/><Relationship Id="rId15" Type="http://schemas.openxmlformats.org/officeDocument/2006/relationships/image" Target="../media/image12.png"/><Relationship Id="rId10" Type="http://schemas.openxmlformats.org/officeDocument/2006/relationships/slide" Target="../slides/slide1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/Relationships>
</file>

<file path=ppt/slideMasters/_rels/slideMaster47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6.xml"/><Relationship Id="rId18" Type="http://schemas.openxmlformats.org/officeDocument/2006/relationships/slide" Target="../slides/slide19.xml"/><Relationship Id="rId26" Type="http://schemas.openxmlformats.org/officeDocument/2006/relationships/slide" Target="../slides/slide28.xml"/><Relationship Id="rId3" Type="http://schemas.openxmlformats.org/officeDocument/2006/relationships/slide" Target="../slides/slide4.xml"/><Relationship Id="rId21" Type="http://schemas.openxmlformats.org/officeDocument/2006/relationships/slide" Target="../slides/slide22.xml"/><Relationship Id="rId34" Type="http://schemas.openxmlformats.org/officeDocument/2006/relationships/slide" Target="../slides/slide24.xml"/><Relationship Id="rId7" Type="http://schemas.openxmlformats.org/officeDocument/2006/relationships/slide" Target="../slides/slide9.xml"/><Relationship Id="rId12" Type="http://schemas.openxmlformats.org/officeDocument/2006/relationships/slide" Target="../slides/slide11.xml"/><Relationship Id="rId17" Type="http://schemas.openxmlformats.org/officeDocument/2006/relationships/slide" Target="../slides/slide18.xml"/><Relationship Id="rId25" Type="http://schemas.openxmlformats.org/officeDocument/2006/relationships/slide" Target="../slides/slide27.xml"/><Relationship Id="rId33" Type="http://schemas.openxmlformats.org/officeDocument/2006/relationships/slide" Target="../slides/slide1.xml"/><Relationship Id="rId2" Type="http://schemas.openxmlformats.org/officeDocument/2006/relationships/theme" Target="../theme/theme47.xml"/><Relationship Id="rId16" Type="http://schemas.openxmlformats.org/officeDocument/2006/relationships/image" Target="../media/image13.png"/><Relationship Id="rId20" Type="http://schemas.openxmlformats.org/officeDocument/2006/relationships/slide" Target="../slides/slide21.xml"/><Relationship Id="rId29" Type="http://schemas.openxmlformats.org/officeDocument/2006/relationships/slide" Target="../slides/slide31.xml"/><Relationship Id="rId1" Type="http://schemas.openxmlformats.org/officeDocument/2006/relationships/slideLayout" Target="../slideLayouts/slideLayout47.xml"/><Relationship Id="rId6" Type="http://schemas.openxmlformats.org/officeDocument/2006/relationships/slide" Target="../slides/slide7.xml"/><Relationship Id="rId11" Type="http://schemas.openxmlformats.org/officeDocument/2006/relationships/slide" Target="../slides/slide14.xml"/><Relationship Id="rId24" Type="http://schemas.openxmlformats.org/officeDocument/2006/relationships/slide" Target="../slides/slide26.xml"/><Relationship Id="rId32" Type="http://schemas.openxmlformats.org/officeDocument/2006/relationships/slide" Target="../slides/slide34.xml"/><Relationship Id="rId5" Type="http://schemas.openxmlformats.org/officeDocument/2006/relationships/image" Target="../media/image46.jpeg"/><Relationship Id="rId15" Type="http://schemas.openxmlformats.org/officeDocument/2006/relationships/image" Target="../media/image12.png"/><Relationship Id="rId23" Type="http://schemas.openxmlformats.org/officeDocument/2006/relationships/slide" Target="../slides/slide25.xml"/><Relationship Id="rId28" Type="http://schemas.openxmlformats.org/officeDocument/2006/relationships/slide" Target="../slides/slide30.xml"/><Relationship Id="rId10" Type="http://schemas.openxmlformats.org/officeDocument/2006/relationships/slide" Target="../slides/slide13.xml"/><Relationship Id="rId19" Type="http://schemas.openxmlformats.org/officeDocument/2006/relationships/slide" Target="../slides/slide20.xml"/><Relationship Id="rId31" Type="http://schemas.openxmlformats.org/officeDocument/2006/relationships/slide" Target="../slides/slide33.xml"/><Relationship Id="rId4" Type="http://schemas.openxmlformats.org/officeDocument/2006/relationships/slide" Target="../slides/slide5.xml"/><Relationship Id="rId9" Type="http://schemas.openxmlformats.org/officeDocument/2006/relationships/slide" Target="../slides/slide12.xml"/><Relationship Id="rId14" Type="http://schemas.openxmlformats.org/officeDocument/2006/relationships/slide" Target="../slides/slide8.xml"/><Relationship Id="rId22" Type="http://schemas.openxmlformats.org/officeDocument/2006/relationships/slide" Target="../slides/slide23.xml"/><Relationship Id="rId27" Type="http://schemas.openxmlformats.org/officeDocument/2006/relationships/slide" Target="../slides/slide29.xml"/><Relationship Id="rId30" Type="http://schemas.openxmlformats.org/officeDocument/2006/relationships/slide" Target="../slides/slide32.xml"/><Relationship Id="rId8" Type="http://schemas.openxmlformats.org/officeDocument/2006/relationships/slide" Target="../slides/slide10.xml"/></Relationships>
</file>

<file path=ppt/slideMasters/_rels/slideMaster48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.xml"/><Relationship Id="rId13" Type="http://schemas.openxmlformats.org/officeDocument/2006/relationships/slide" Target="../slides/slide14.xml"/><Relationship Id="rId3" Type="http://schemas.openxmlformats.org/officeDocument/2006/relationships/slide" Target="../slides/slide4.xml"/><Relationship Id="rId7" Type="http://schemas.openxmlformats.org/officeDocument/2006/relationships/image" Target="../media/image13.png"/><Relationship Id="rId12" Type="http://schemas.openxmlformats.org/officeDocument/2006/relationships/slide" Target="../slides/slide13.xml"/><Relationship Id="rId17" Type="http://schemas.openxmlformats.org/officeDocument/2006/relationships/slide" Target="../slides/slide1.xml"/><Relationship Id="rId2" Type="http://schemas.openxmlformats.org/officeDocument/2006/relationships/theme" Target="../theme/theme48.xml"/><Relationship Id="rId16" Type="http://schemas.openxmlformats.org/officeDocument/2006/relationships/slide" Target="../slides/slide8.xml"/><Relationship Id="rId1" Type="http://schemas.openxmlformats.org/officeDocument/2006/relationships/slideLayout" Target="../slideLayouts/slideLayout48.xml"/><Relationship Id="rId6" Type="http://schemas.openxmlformats.org/officeDocument/2006/relationships/image" Target="../media/image12.png"/><Relationship Id="rId11" Type="http://schemas.openxmlformats.org/officeDocument/2006/relationships/slide" Target="../slides/slide12.xml"/><Relationship Id="rId5" Type="http://schemas.openxmlformats.org/officeDocument/2006/relationships/image" Target="../media/image47.jpeg"/><Relationship Id="rId15" Type="http://schemas.openxmlformats.org/officeDocument/2006/relationships/slide" Target="../slides/slide16.xml"/><Relationship Id="rId10" Type="http://schemas.openxmlformats.org/officeDocument/2006/relationships/slide" Target="../slides/slide10.xml"/><Relationship Id="rId4" Type="http://schemas.openxmlformats.org/officeDocument/2006/relationships/slide" Target="../slides/slide5.xml"/><Relationship Id="rId9" Type="http://schemas.openxmlformats.org/officeDocument/2006/relationships/slide" Target="../slides/slide9.xml"/><Relationship Id="rId14" Type="http://schemas.openxmlformats.org/officeDocument/2006/relationships/slide" Target="../slides/slide11.xml"/></Relationships>
</file>

<file path=ppt/slideMasters/_rels/slideMaster49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3.xml"/><Relationship Id="rId18" Type="http://schemas.openxmlformats.org/officeDocument/2006/relationships/slide" Target="../slides/slide29.xml"/><Relationship Id="rId26" Type="http://schemas.openxmlformats.org/officeDocument/2006/relationships/slide" Target="../slides/slide10.xml"/><Relationship Id="rId3" Type="http://schemas.openxmlformats.org/officeDocument/2006/relationships/slide" Target="../slides/slide4.xml"/><Relationship Id="rId21" Type="http://schemas.openxmlformats.org/officeDocument/2006/relationships/slide" Target="../slides/slide32.xml"/><Relationship Id="rId34" Type="http://schemas.openxmlformats.org/officeDocument/2006/relationships/slide" Target="../slides/slide24.xml"/><Relationship Id="rId7" Type="http://schemas.openxmlformats.org/officeDocument/2006/relationships/image" Target="../media/image13.png"/><Relationship Id="rId12" Type="http://schemas.openxmlformats.org/officeDocument/2006/relationships/slide" Target="../slides/slide22.xml"/><Relationship Id="rId17" Type="http://schemas.openxmlformats.org/officeDocument/2006/relationships/slide" Target="../slides/slide28.xml"/><Relationship Id="rId25" Type="http://schemas.openxmlformats.org/officeDocument/2006/relationships/slide" Target="../slides/slide9.xml"/><Relationship Id="rId33" Type="http://schemas.openxmlformats.org/officeDocument/2006/relationships/slide" Target="../slides/slide1.xml"/><Relationship Id="rId2" Type="http://schemas.openxmlformats.org/officeDocument/2006/relationships/theme" Target="../theme/theme49.xml"/><Relationship Id="rId16" Type="http://schemas.openxmlformats.org/officeDocument/2006/relationships/slide" Target="../slides/slide27.xml"/><Relationship Id="rId20" Type="http://schemas.openxmlformats.org/officeDocument/2006/relationships/slide" Target="../slides/slide31.xml"/><Relationship Id="rId29" Type="http://schemas.openxmlformats.org/officeDocument/2006/relationships/slide" Target="../slides/slide14.xml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12.png"/><Relationship Id="rId11" Type="http://schemas.openxmlformats.org/officeDocument/2006/relationships/slide" Target="../slides/slide21.xml"/><Relationship Id="rId24" Type="http://schemas.openxmlformats.org/officeDocument/2006/relationships/slide" Target="../slides/slide7.xml"/><Relationship Id="rId32" Type="http://schemas.openxmlformats.org/officeDocument/2006/relationships/slide" Target="../slides/slide8.xml"/><Relationship Id="rId5" Type="http://schemas.openxmlformats.org/officeDocument/2006/relationships/image" Target="../media/image48.jpeg"/><Relationship Id="rId15" Type="http://schemas.openxmlformats.org/officeDocument/2006/relationships/slide" Target="../slides/slide26.xml"/><Relationship Id="rId23" Type="http://schemas.openxmlformats.org/officeDocument/2006/relationships/slide" Target="../slides/slide34.xml"/><Relationship Id="rId28" Type="http://schemas.openxmlformats.org/officeDocument/2006/relationships/slide" Target="../slides/slide13.xml"/><Relationship Id="rId10" Type="http://schemas.openxmlformats.org/officeDocument/2006/relationships/slide" Target="../slides/slide20.xml"/><Relationship Id="rId19" Type="http://schemas.openxmlformats.org/officeDocument/2006/relationships/slide" Target="../slides/slide30.xml"/><Relationship Id="rId31" Type="http://schemas.openxmlformats.org/officeDocument/2006/relationships/slide" Target="../slides/slide16.xml"/><Relationship Id="rId4" Type="http://schemas.openxmlformats.org/officeDocument/2006/relationships/slide" Target="../slides/slide5.xml"/><Relationship Id="rId9" Type="http://schemas.openxmlformats.org/officeDocument/2006/relationships/slide" Target="../slides/slide19.xml"/><Relationship Id="rId14" Type="http://schemas.openxmlformats.org/officeDocument/2006/relationships/slide" Target="../slides/slide25.xml"/><Relationship Id="rId22" Type="http://schemas.openxmlformats.org/officeDocument/2006/relationships/slide" Target="../slides/slide33.xml"/><Relationship Id="rId27" Type="http://schemas.openxmlformats.org/officeDocument/2006/relationships/slide" Target="../slides/slide12.xml"/><Relationship Id="rId30" Type="http://schemas.openxmlformats.org/officeDocument/2006/relationships/slide" Target="../slides/slide11.xml"/><Relationship Id="rId8" Type="http://schemas.openxmlformats.org/officeDocument/2006/relationships/slide" Target="../slides/slide18.xml"/></Relationships>
</file>

<file path=ppt/slideMasters/_rels/slideMaster50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99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image" Target="../media/image10.png"/><Relationship Id="rId12" Type="http://schemas.openxmlformats.org/officeDocument/2006/relationships/slide" Target="../slides/slide197.xml"/><Relationship Id="rId17" Type="http://schemas.openxmlformats.org/officeDocument/2006/relationships/slide" Target="../slides/slide198.xml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50.xml"/><Relationship Id="rId16" Type="http://schemas.openxmlformats.org/officeDocument/2006/relationships/slide" Target="../slides/slide202.xml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50.xml"/><Relationship Id="rId6" Type="http://schemas.openxmlformats.org/officeDocument/2006/relationships/image" Target="../media/image9.png"/><Relationship Id="rId11" Type="http://schemas.openxmlformats.org/officeDocument/2006/relationships/slide" Target="../slides/slide196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49.jpeg"/><Relationship Id="rId15" Type="http://schemas.openxmlformats.org/officeDocument/2006/relationships/slide" Target="../slides/slide201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5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4.xml"/><Relationship Id="rId14" Type="http://schemas.openxmlformats.org/officeDocument/2006/relationships/slide" Target="../slides/slide200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3.xml"/></Relationships>
</file>

<file path=ppt/slideMasters/_rels/slideMaster51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1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1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2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2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2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3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3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3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4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4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4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5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5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5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6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6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6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7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7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7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8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8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8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59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0.xml"/><Relationship Id="rId18" Type="http://schemas.openxmlformats.org/officeDocument/2006/relationships/image" Target="../media/image10.png"/><Relationship Id="rId26" Type="http://schemas.openxmlformats.org/officeDocument/2006/relationships/slide" Target="../slides/slide212.xml"/><Relationship Id="rId3" Type="http://schemas.openxmlformats.org/officeDocument/2006/relationships/slide" Target="../slides/slide5.xml"/><Relationship Id="rId21" Type="http://schemas.openxmlformats.org/officeDocument/2006/relationships/slide" Target="../slides/slide206.xml"/><Relationship Id="rId34" Type="http://schemas.openxmlformats.org/officeDocument/2006/relationships/slide" Target="../slides/slide220.xml"/><Relationship Id="rId7" Type="http://schemas.openxmlformats.org/officeDocument/2006/relationships/slide" Target="../slides/slide193.xml"/><Relationship Id="rId12" Type="http://schemas.openxmlformats.org/officeDocument/2006/relationships/slide" Target="../slides/slide199.xml"/><Relationship Id="rId17" Type="http://schemas.openxmlformats.org/officeDocument/2006/relationships/image" Target="../media/image9.png"/><Relationship Id="rId25" Type="http://schemas.openxmlformats.org/officeDocument/2006/relationships/slide" Target="../slides/slide211.xml"/><Relationship Id="rId33" Type="http://schemas.openxmlformats.org/officeDocument/2006/relationships/slide" Target="../slides/slide219.xml"/><Relationship Id="rId2" Type="http://schemas.openxmlformats.org/officeDocument/2006/relationships/theme" Target="../theme/theme59.xml"/><Relationship Id="rId16" Type="http://schemas.openxmlformats.org/officeDocument/2006/relationships/slide" Target="../slides/slide198.xml"/><Relationship Id="rId20" Type="http://schemas.openxmlformats.org/officeDocument/2006/relationships/slide" Target="../slides/slide205.xml"/><Relationship Id="rId29" Type="http://schemas.openxmlformats.org/officeDocument/2006/relationships/slide" Target="../slides/slide215.xml"/><Relationship Id="rId1" Type="http://schemas.openxmlformats.org/officeDocument/2006/relationships/slideLayout" Target="../slideLayouts/slideLayout59.xml"/><Relationship Id="rId6" Type="http://schemas.openxmlformats.org/officeDocument/2006/relationships/slide" Target="../slides/slide192.xml"/><Relationship Id="rId11" Type="http://schemas.openxmlformats.org/officeDocument/2006/relationships/slide" Target="../slides/slide197.xml"/><Relationship Id="rId24" Type="http://schemas.openxmlformats.org/officeDocument/2006/relationships/slide" Target="../slides/slide209.xml"/><Relationship Id="rId32" Type="http://schemas.openxmlformats.org/officeDocument/2006/relationships/slide" Target="../slides/slide218.xml"/><Relationship Id="rId5" Type="http://schemas.openxmlformats.org/officeDocument/2006/relationships/image" Target="../media/image49.jpeg"/><Relationship Id="rId15" Type="http://schemas.openxmlformats.org/officeDocument/2006/relationships/slide" Target="../slides/slide202.xml"/><Relationship Id="rId23" Type="http://schemas.openxmlformats.org/officeDocument/2006/relationships/slide" Target="../slides/slide208.xml"/><Relationship Id="rId28" Type="http://schemas.openxmlformats.org/officeDocument/2006/relationships/slide" Target="../slides/slide214.xml"/><Relationship Id="rId36" Type="http://schemas.openxmlformats.org/officeDocument/2006/relationships/slide" Target="../slides/slide24.xml"/><Relationship Id="rId10" Type="http://schemas.openxmlformats.org/officeDocument/2006/relationships/slide" Target="../slides/slide196.xml"/><Relationship Id="rId19" Type="http://schemas.openxmlformats.org/officeDocument/2006/relationships/slide" Target="../slides/slide204.xml"/><Relationship Id="rId31" Type="http://schemas.openxmlformats.org/officeDocument/2006/relationships/slide" Target="../slides/slide217.xml"/><Relationship Id="rId4" Type="http://schemas.openxmlformats.org/officeDocument/2006/relationships/slide" Target="../slides/slide4.xml"/><Relationship Id="rId9" Type="http://schemas.openxmlformats.org/officeDocument/2006/relationships/slide" Target="../slides/slide195.xml"/><Relationship Id="rId14" Type="http://schemas.openxmlformats.org/officeDocument/2006/relationships/slide" Target="../slides/slide201.xml"/><Relationship Id="rId22" Type="http://schemas.openxmlformats.org/officeDocument/2006/relationships/slide" Target="../slides/slide207.xml"/><Relationship Id="rId27" Type="http://schemas.openxmlformats.org/officeDocument/2006/relationships/slide" Target="../slides/slide213.xml"/><Relationship Id="rId30" Type="http://schemas.openxmlformats.org/officeDocument/2006/relationships/slide" Target="../slides/slide216.xml"/><Relationship Id="rId35" Type="http://schemas.openxmlformats.org/officeDocument/2006/relationships/slide" Target="../slides/slide1.xml"/><Relationship Id="rId8" Type="http://schemas.openxmlformats.org/officeDocument/2006/relationships/slide" Target="../slides/slide194.xml"/></Relationships>
</file>

<file path=ppt/slideMasters/_rels/slideMaster60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99.xml"/><Relationship Id="rId18" Type="http://schemas.openxmlformats.org/officeDocument/2006/relationships/image" Target="../media/image9.png"/><Relationship Id="rId26" Type="http://schemas.openxmlformats.org/officeDocument/2006/relationships/slide" Target="../slides/slide211.xml"/><Relationship Id="rId21" Type="http://schemas.openxmlformats.org/officeDocument/2006/relationships/slide" Target="../slides/slide205.xml"/><Relationship Id="rId34" Type="http://schemas.openxmlformats.org/officeDocument/2006/relationships/slide" Target="../slides/slide219.xml"/><Relationship Id="rId7" Type="http://schemas.openxmlformats.org/officeDocument/2006/relationships/slide" Target="../slides/slide6.xml"/><Relationship Id="rId12" Type="http://schemas.openxmlformats.org/officeDocument/2006/relationships/slide" Target="../slides/slide197.xml"/><Relationship Id="rId17" Type="http://schemas.openxmlformats.org/officeDocument/2006/relationships/slide" Target="../slides/slide198.xml"/><Relationship Id="rId25" Type="http://schemas.openxmlformats.org/officeDocument/2006/relationships/slide" Target="../slides/slide209.xml"/><Relationship Id="rId33" Type="http://schemas.openxmlformats.org/officeDocument/2006/relationships/slide" Target="../slides/slide218.xml"/><Relationship Id="rId2" Type="http://schemas.openxmlformats.org/officeDocument/2006/relationships/theme" Target="../theme/theme60.xml"/><Relationship Id="rId16" Type="http://schemas.openxmlformats.org/officeDocument/2006/relationships/slide" Target="../slides/slide202.xml"/><Relationship Id="rId20" Type="http://schemas.openxmlformats.org/officeDocument/2006/relationships/slide" Target="../slides/slide204.xml"/><Relationship Id="rId29" Type="http://schemas.openxmlformats.org/officeDocument/2006/relationships/slide" Target="../slides/slide214.xml"/><Relationship Id="rId1" Type="http://schemas.openxmlformats.org/officeDocument/2006/relationships/slideLayout" Target="../slideLayouts/slideLayout60.xml"/><Relationship Id="rId6" Type="http://schemas.openxmlformats.org/officeDocument/2006/relationships/slide" Target="../slides/slide192.xml"/><Relationship Id="rId11" Type="http://schemas.openxmlformats.org/officeDocument/2006/relationships/slide" Target="../slides/slide196.xml"/><Relationship Id="rId24" Type="http://schemas.openxmlformats.org/officeDocument/2006/relationships/slide" Target="../slides/slide208.xml"/><Relationship Id="rId32" Type="http://schemas.openxmlformats.org/officeDocument/2006/relationships/slide" Target="../slides/slide217.xml"/><Relationship Id="rId37" Type="http://schemas.openxmlformats.org/officeDocument/2006/relationships/slide" Target="../slides/slide24.xml"/><Relationship Id="rId5" Type="http://schemas.openxmlformats.org/officeDocument/2006/relationships/image" Target="../media/image49.jpeg"/><Relationship Id="rId15" Type="http://schemas.openxmlformats.org/officeDocument/2006/relationships/slide" Target="../slides/slide201.xml"/><Relationship Id="rId23" Type="http://schemas.openxmlformats.org/officeDocument/2006/relationships/slide" Target="../slides/slide207.xml"/><Relationship Id="rId28" Type="http://schemas.openxmlformats.org/officeDocument/2006/relationships/slide" Target="../slides/slide213.xml"/><Relationship Id="rId36" Type="http://schemas.openxmlformats.org/officeDocument/2006/relationships/slide" Target="../slides/slide1.xml"/><Relationship Id="rId10" Type="http://schemas.openxmlformats.org/officeDocument/2006/relationships/slide" Target="../slides/slide195.xml"/><Relationship Id="rId19" Type="http://schemas.openxmlformats.org/officeDocument/2006/relationships/image" Target="../media/image10.png"/><Relationship Id="rId31" Type="http://schemas.openxmlformats.org/officeDocument/2006/relationships/slide" Target="../slides/slide216.xml"/><Relationship Id="rId4" Type="http://schemas.openxmlformats.org/officeDocument/2006/relationships/slide" Target="../slides/slide4.xml"/><Relationship Id="rId9" Type="http://schemas.openxmlformats.org/officeDocument/2006/relationships/slide" Target="../slides/slide194.xml"/><Relationship Id="rId14" Type="http://schemas.openxmlformats.org/officeDocument/2006/relationships/slide" Target="../slides/slide200.xml"/><Relationship Id="rId22" Type="http://schemas.openxmlformats.org/officeDocument/2006/relationships/slide" Target="../slides/slide206.xml"/><Relationship Id="rId27" Type="http://schemas.openxmlformats.org/officeDocument/2006/relationships/slide" Target="../slides/slide212.xml"/><Relationship Id="rId30" Type="http://schemas.openxmlformats.org/officeDocument/2006/relationships/slide" Target="../slides/slide215.xml"/><Relationship Id="rId35" Type="http://schemas.openxmlformats.org/officeDocument/2006/relationships/slide" Target="../slides/slide220.xml"/><Relationship Id="rId8" Type="http://schemas.openxmlformats.org/officeDocument/2006/relationships/slide" Target="../slides/slide193.xml"/><Relationship Id="rId3" Type="http://schemas.openxmlformats.org/officeDocument/2006/relationships/slide" Target="../slides/slide5.xml"/></Relationships>
</file>

<file path=ppt/slideMasters/_rels/slideMaster61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61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61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50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62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62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62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51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63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63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63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52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64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64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64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53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65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65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65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54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66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66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66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55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67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67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67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56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68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68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68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57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69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69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69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58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70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70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70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59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71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71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71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60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72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72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72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61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73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73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73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62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74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74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74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63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75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75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75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64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76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76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76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65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77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77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77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66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78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78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78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67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79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79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79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68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80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80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80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69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81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81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81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70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82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82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82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71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83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83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83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72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84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84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84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73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85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85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85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74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86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86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86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75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87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87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87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76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88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88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88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77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89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89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89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78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90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90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90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79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91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91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91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80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92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92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92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81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93.xml.rels><?xml version="1.0" encoding="UTF-8" standalone="yes"?>
<Relationships xmlns="http://schemas.openxmlformats.org/package/2006/relationships"><Relationship Id="rId8" Type="http://schemas.openxmlformats.org/officeDocument/2006/relationships/slide" Target="../slides/slide195.xml"/><Relationship Id="rId13" Type="http://schemas.openxmlformats.org/officeDocument/2006/relationships/slide" Target="../slides/slide201.xml"/><Relationship Id="rId18" Type="http://schemas.openxmlformats.org/officeDocument/2006/relationships/slide" Target="../slides/slide1.xml"/><Relationship Id="rId3" Type="http://schemas.openxmlformats.org/officeDocument/2006/relationships/slide" Target="../slides/slide5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" Type="http://schemas.openxmlformats.org/officeDocument/2006/relationships/theme" Target="../theme/theme93.xml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93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5" Type="http://schemas.openxmlformats.org/officeDocument/2006/relationships/image" Target="../media/image82.jpeg"/><Relationship Id="rId15" Type="http://schemas.openxmlformats.org/officeDocument/2006/relationships/slide" Target="../slides/slide198.xml"/><Relationship Id="rId10" Type="http://schemas.openxmlformats.org/officeDocument/2006/relationships/slide" Target="../slides/slide197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/Relationships>
</file>

<file path=ppt/slideMasters/_rels/slideMaster94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204.xml"/><Relationship Id="rId26" Type="http://schemas.openxmlformats.org/officeDocument/2006/relationships/slide" Target="../slides/slide213.xml"/><Relationship Id="rId3" Type="http://schemas.openxmlformats.org/officeDocument/2006/relationships/slide" Target="../slides/slide5.xml"/><Relationship Id="rId21" Type="http://schemas.openxmlformats.org/officeDocument/2006/relationships/slide" Target="../slides/slide207.xml"/><Relationship Id="rId34" Type="http://schemas.openxmlformats.org/officeDocument/2006/relationships/slide" Target="../slides/slide1.xml"/><Relationship Id="rId7" Type="http://schemas.openxmlformats.org/officeDocument/2006/relationships/slide" Target="../slides/slide194.xml"/><Relationship Id="rId12" Type="http://schemas.openxmlformats.org/officeDocument/2006/relationships/slide" Target="../slides/slide200.xml"/><Relationship Id="rId17" Type="http://schemas.openxmlformats.org/officeDocument/2006/relationships/image" Target="../media/image10.png"/><Relationship Id="rId25" Type="http://schemas.openxmlformats.org/officeDocument/2006/relationships/slide" Target="../slides/slide212.xml"/><Relationship Id="rId33" Type="http://schemas.openxmlformats.org/officeDocument/2006/relationships/slide" Target="../slides/slide220.xml"/><Relationship Id="rId2" Type="http://schemas.openxmlformats.org/officeDocument/2006/relationships/theme" Target="../theme/theme94.xml"/><Relationship Id="rId16" Type="http://schemas.openxmlformats.org/officeDocument/2006/relationships/image" Target="../media/image9.png"/><Relationship Id="rId20" Type="http://schemas.openxmlformats.org/officeDocument/2006/relationships/slide" Target="../slides/slide206.xml"/><Relationship Id="rId29" Type="http://schemas.openxmlformats.org/officeDocument/2006/relationships/slide" Target="../slides/slide216.xml"/><Relationship Id="rId1" Type="http://schemas.openxmlformats.org/officeDocument/2006/relationships/slideLayout" Target="../slideLayouts/slideLayout94.xml"/><Relationship Id="rId6" Type="http://schemas.openxmlformats.org/officeDocument/2006/relationships/slide" Target="../slides/slide193.xml"/><Relationship Id="rId11" Type="http://schemas.openxmlformats.org/officeDocument/2006/relationships/slide" Target="../slides/slide199.xml"/><Relationship Id="rId24" Type="http://schemas.openxmlformats.org/officeDocument/2006/relationships/slide" Target="../slides/slide211.xml"/><Relationship Id="rId32" Type="http://schemas.openxmlformats.org/officeDocument/2006/relationships/slide" Target="../slides/slide219.xml"/><Relationship Id="rId5" Type="http://schemas.openxmlformats.org/officeDocument/2006/relationships/image" Target="../media/image83.jpeg"/><Relationship Id="rId15" Type="http://schemas.openxmlformats.org/officeDocument/2006/relationships/slide" Target="../slides/slide198.xml"/><Relationship Id="rId23" Type="http://schemas.openxmlformats.org/officeDocument/2006/relationships/slide" Target="../slides/slide209.xml"/><Relationship Id="rId28" Type="http://schemas.openxmlformats.org/officeDocument/2006/relationships/slide" Target="../slides/slide215.xml"/><Relationship Id="rId10" Type="http://schemas.openxmlformats.org/officeDocument/2006/relationships/slide" Target="../slides/slide197.xml"/><Relationship Id="rId19" Type="http://schemas.openxmlformats.org/officeDocument/2006/relationships/slide" Target="../slides/slide205.xml"/><Relationship Id="rId31" Type="http://schemas.openxmlformats.org/officeDocument/2006/relationships/slide" Target="../slides/slide218.xml"/><Relationship Id="rId4" Type="http://schemas.openxmlformats.org/officeDocument/2006/relationships/slide" Target="../slides/slide4.xml"/><Relationship Id="rId9" Type="http://schemas.openxmlformats.org/officeDocument/2006/relationships/slide" Target="../slides/slide196.xml"/><Relationship Id="rId14" Type="http://schemas.openxmlformats.org/officeDocument/2006/relationships/slide" Target="../slides/slide202.xml"/><Relationship Id="rId22" Type="http://schemas.openxmlformats.org/officeDocument/2006/relationships/slide" Target="../slides/slide208.xml"/><Relationship Id="rId27" Type="http://schemas.openxmlformats.org/officeDocument/2006/relationships/slide" Target="../slides/slide214.xml"/><Relationship Id="rId30" Type="http://schemas.openxmlformats.org/officeDocument/2006/relationships/slide" Target="../slides/slide217.xml"/><Relationship Id="rId35" Type="http://schemas.openxmlformats.org/officeDocument/2006/relationships/slide" Target="../slides/slide24.xml"/><Relationship Id="rId8" Type="http://schemas.openxmlformats.org/officeDocument/2006/relationships/slide" Target="../slides/slide195.xml"/></Relationships>
</file>

<file path=ppt/slideMasters/_rels/slideMaster95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201.xml"/><Relationship Id="rId18" Type="http://schemas.openxmlformats.org/officeDocument/2006/relationships/slide" Target="../slides/slide9.xml"/><Relationship Id="rId26" Type="http://schemas.openxmlformats.org/officeDocument/2006/relationships/slide" Target="../slides/slide204.xml"/><Relationship Id="rId39" Type="http://schemas.openxmlformats.org/officeDocument/2006/relationships/slide" Target="../slides/slide217.xml"/><Relationship Id="rId21" Type="http://schemas.openxmlformats.org/officeDocument/2006/relationships/slide" Target="../slides/slide13.xml"/><Relationship Id="rId34" Type="http://schemas.openxmlformats.org/officeDocument/2006/relationships/slide" Target="../slides/slide212.xml"/><Relationship Id="rId42" Type="http://schemas.openxmlformats.org/officeDocument/2006/relationships/slide" Target="../slides/slide220.xml"/><Relationship Id="rId47" Type="http://schemas.openxmlformats.org/officeDocument/2006/relationships/slide" Target="../slides/slide22.xml"/><Relationship Id="rId50" Type="http://schemas.openxmlformats.org/officeDocument/2006/relationships/slide" Target="../slides/slide25.xml"/><Relationship Id="rId55" Type="http://schemas.openxmlformats.org/officeDocument/2006/relationships/slide" Target="../slides/slide30.xml"/><Relationship Id="rId7" Type="http://schemas.openxmlformats.org/officeDocument/2006/relationships/slide" Target="../slides/slide193.xml"/><Relationship Id="rId2" Type="http://schemas.openxmlformats.org/officeDocument/2006/relationships/theme" Target="../theme/theme95.xml"/><Relationship Id="rId16" Type="http://schemas.openxmlformats.org/officeDocument/2006/relationships/slide" Target="../slides/slide195.xml"/><Relationship Id="rId29" Type="http://schemas.openxmlformats.org/officeDocument/2006/relationships/slide" Target="../slides/slide207.xml"/><Relationship Id="rId11" Type="http://schemas.openxmlformats.org/officeDocument/2006/relationships/slide" Target="../slides/slide199.xml"/><Relationship Id="rId24" Type="http://schemas.openxmlformats.org/officeDocument/2006/relationships/slide" Target="../slides/slide16.xml"/><Relationship Id="rId32" Type="http://schemas.openxmlformats.org/officeDocument/2006/relationships/slide" Target="../slides/slide210.xml"/><Relationship Id="rId37" Type="http://schemas.openxmlformats.org/officeDocument/2006/relationships/slide" Target="../slides/slide215.xml"/><Relationship Id="rId40" Type="http://schemas.openxmlformats.org/officeDocument/2006/relationships/slide" Target="../slides/slide218.xml"/><Relationship Id="rId45" Type="http://schemas.openxmlformats.org/officeDocument/2006/relationships/slide" Target="../slides/slide20.xml"/><Relationship Id="rId53" Type="http://schemas.openxmlformats.org/officeDocument/2006/relationships/slide" Target="../slides/slide28.xml"/><Relationship Id="rId58" Type="http://schemas.openxmlformats.org/officeDocument/2006/relationships/slide" Target="../slides/slide33.xml"/><Relationship Id="rId5" Type="http://schemas.openxmlformats.org/officeDocument/2006/relationships/slide" Target="../slides/slide5.xml"/><Relationship Id="rId19" Type="http://schemas.openxmlformats.org/officeDocument/2006/relationships/slide" Target="../slides/slide10.xml"/><Relationship Id="rId4" Type="http://schemas.openxmlformats.org/officeDocument/2006/relationships/image" Target="../media/image85.png"/><Relationship Id="rId9" Type="http://schemas.openxmlformats.org/officeDocument/2006/relationships/slide" Target="../slides/slide196.xml"/><Relationship Id="rId14" Type="http://schemas.openxmlformats.org/officeDocument/2006/relationships/slide" Target="../slides/slide198.xml"/><Relationship Id="rId22" Type="http://schemas.openxmlformats.org/officeDocument/2006/relationships/slide" Target="../slides/slide14.xml"/><Relationship Id="rId27" Type="http://schemas.openxmlformats.org/officeDocument/2006/relationships/slide" Target="../slides/slide205.xml"/><Relationship Id="rId30" Type="http://schemas.openxmlformats.org/officeDocument/2006/relationships/slide" Target="../slides/slide208.xml"/><Relationship Id="rId35" Type="http://schemas.openxmlformats.org/officeDocument/2006/relationships/slide" Target="../slides/slide213.xml"/><Relationship Id="rId43" Type="http://schemas.openxmlformats.org/officeDocument/2006/relationships/slide" Target="../slides/slide18.xml"/><Relationship Id="rId48" Type="http://schemas.openxmlformats.org/officeDocument/2006/relationships/slide" Target="../slides/slide23.xml"/><Relationship Id="rId56" Type="http://schemas.openxmlformats.org/officeDocument/2006/relationships/slide" Target="../slides/slide31.xml"/><Relationship Id="rId8" Type="http://schemas.openxmlformats.org/officeDocument/2006/relationships/slide" Target="../slides/slide194.xml"/><Relationship Id="rId51" Type="http://schemas.openxmlformats.org/officeDocument/2006/relationships/slide" Target="../slides/slide26.xml"/><Relationship Id="rId3" Type="http://schemas.openxmlformats.org/officeDocument/2006/relationships/image" Target="../media/image84.jpeg"/><Relationship Id="rId12" Type="http://schemas.openxmlformats.org/officeDocument/2006/relationships/slide" Target="../slides/slide200.xml"/><Relationship Id="rId17" Type="http://schemas.openxmlformats.org/officeDocument/2006/relationships/slide" Target="../slides/slide7.xml"/><Relationship Id="rId25" Type="http://schemas.openxmlformats.org/officeDocument/2006/relationships/slide" Target="../slides/slide8.xml"/><Relationship Id="rId33" Type="http://schemas.openxmlformats.org/officeDocument/2006/relationships/slide" Target="../slides/slide211.xml"/><Relationship Id="rId38" Type="http://schemas.openxmlformats.org/officeDocument/2006/relationships/slide" Target="../slides/slide216.xml"/><Relationship Id="rId46" Type="http://schemas.openxmlformats.org/officeDocument/2006/relationships/slide" Target="../slides/slide21.xml"/><Relationship Id="rId59" Type="http://schemas.openxmlformats.org/officeDocument/2006/relationships/slide" Target="../slides/slide34.xml"/><Relationship Id="rId20" Type="http://schemas.openxmlformats.org/officeDocument/2006/relationships/slide" Target="../slides/slide12.xml"/><Relationship Id="rId41" Type="http://schemas.openxmlformats.org/officeDocument/2006/relationships/slide" Target="../slides/slide219.xml"/><Relationship Id="rId54" Type="http://schemas.openxmlformats.org/officeDocument/2006/relationships/slide" Target="../slides/slide29.xml"/><Relationship Id="rId1" Type="http://schemas.openxmlformats.org/officeDocument/2006/relationships/slideLayout" Target="../slideLayouts/slideLayout95.xml"/><Relationship Id="rId6" Type="http://schemas.openxmlformats.org/officeDocument/2006/relationships/slide" Target="../slides/slide4.xml"/><Relationship Id="rId15" Type="http://schemas.openxmlformats.org/officeDocument/2006/relationships/slide" Target="../slides/slide202.xml"/><Relationship Id="rId23" Type="http://schemas.openxmlformats.org/officeDocument/2006/relationships/slide" Target="../slides/slide11.xml"/><Relationship Id="rId28" Type="http://schemas.openxmlformats.org/officeDocument/2006/relationships/slide" Target="../slides/slide206.xml"/><Relationship Id="rId36" Type="http://schemas.openxmlformats.org/officeDocument/2006/relationships/slide" Target="../slides/slide214.xml"/><Relationship Id="rId49" Type="http://schemas.openxmlformats.org/officeDocument/2006/relationships/slide" Target="../slides/slide24.xml"/><Relationship Id="rId57" Type="http://schemas.openxmlformats.org/officeDocument/2006/relationships/slide" Target="../slides/slide32.xml"/><Relationship Id="rId10" Type="http://schemas.openxmlformats.org/officeDocument/2006/relationships/slide" Target="../slides/slide197.xml"/><Relationship Id="rId31" Type="http://schemas.openxmlformats.org/officeDocument/2006/relationships/slide" Target="../slides/slide209.xml"/><Relationship Id="rId44" Type="http://schemas.openxmlformats.org/officeDocument/2006/relationships/slide" Target="../slides/slide19.xml"/><Relationship Id="rId52" Type="http://schemas.openxmlformats.org/officeDocument/2006/relationships/slide" Target="../slides/slide27.xml"/><Relationship Id="rId60" Type="http://schemas.openxmlformats.org/officeDocument/2006/relationships/slide" Target="../slides/slide1.xml"/></Relationships>
</file>

<file path=ppt/slideMasters/_rels/slideMaster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eg"/><Relationship Id="rId2" Type="http://schemas.openxmlformats.org/officeDocument/2006/relationships/theme" Target="../theme/theme96.xml"/><Relationship Id="rId1" Type="http://schemas.openxmlformats.org/officeDocument/2006/relationships/slideLayout" Target="../slideLayouts/slideLayout96.xml"/><Relationship Id="rId6" Type="http://schemas.openxmlformats.org/officeDocument/2006/relationships/slide" Target="../slides/slide1.xml"/><Relationship Id="rId5" Type="http://schemas.openxmlformats.org/officeDocument/2006/relationships/image" Target="../media/image85.png"/><Relationship Id="rId4" Type="http://schemas.openxmlformats.org/officeDocument/2006/relationships/image" Target="../media/image87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C83DC9F2-DDC1-CA4C-AB32-8331926817A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4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A5C82AEA-15CD-2049-8495-D17574C716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736466" y="2558006"/>
            <a:ext cx="5139159" cy="1157468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3A637088-D46B-3D41-AFAC-CBC26C3D0B8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167148" y="6238754"/>
            <a:ext cx="2708477" cy="335666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C56EFA6-8798-41A7-BDFC-065D1BD381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8056" y="164592"/>
            <a:ext cx="11347704" cy="5486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07943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C83DC9F2-DDC1-CA4C-AB32-8331926817A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C56EFA6-8798-41A7-BDFC-065D1BD381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8056" y="164592"/>
            <a:ext cx="11347704" cy="5486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51422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1D0A05DF-2011-4F9C-AB17-75C79CC59EA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AA7A2B27-B030-476B-A600-F4382589755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8056" y="164592"/>
            <a:ext cx="11347704" cy="5486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0632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1" r:id="rId1"/>
  </p:sldLayoutIdLst>
  <p:hf hdr="0" ft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1100" b="1" kern="1200">
          <a:solidFill>
            <a:schemeClr val="bg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extBox 51">
            <a:hlinkClick r:id="rId3" action="ppaction://hlinksldjump"/>
            <a:extLst>
              <a:ext uri="{FF2B5EF4-FFF2-40B4-BE49-F238E27FC236}">
                <a16:creationId xmlns:a16="http://schemas.microsoft.com/office/drawing/2014/main" id="{7F35FF17-E4D7-2A44-9867-6E0F06B04D92}"/>
              </a:ext>
            </a:extLst>
          </p:cNvPr>
          <p:cNvSpPr txBox="1"/>
          <p:nvPr userDrawn="1"/>
        </p:nvSpPr>
        <p:spPr>
          <a:xfrm>
            <a:off x="33299" y="503878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AF6A66C9-BFBB-294A-99E7-29C1206C1F80}"/>
              </a:ext>
            </a:extLst>
          </p:cNvPr>
          <p:cNvSpPr txBox="1"/>
          <p:nvPr userDrawn="1"/>
        </p:nvSpPr>
        <p:spPr>
          <a:xfrm>
            <a:off x="33299" y="44726"/>
            <a:ext cx="64047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337"/>
            <a:ext cx="12192000" cy="6857325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77A38A51-B9B6-794C-AC43-61D31DB0BC82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8" cy="6857324"/>
          </a:xfrm>
          <a:prstGeom prst="rect">
            <a:avLst/>
          </a:prstGeom>
        </p:spPr>
      </p:pic>
      <p:pic>
        <p:nvPicPr>
          <p:cNvPr id="10" name="그림 9">
            <a:hlinkClick r:id="rId3" action="ppaction://hlinksldjump"/>
            <a:extLst>
              <a:ext uri="{FF2B5EF4-FFF2-40B4-BE49-F238E27FC236}">
                <a16:creationId xmlns:a16="http://schemas.microsoft.com/office/drawing/2014/main" id="{115D96B9-5517-004B-BD1E-5725E0C1DEE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11" name="그림 10">
            <a:hlinkClick r:id="rId4" action="ppaction://hlinksldjump"/>
            <a:extLst>
              <a:ext uri="{FF2B5EF4-FFF2-40B4-BE49-F238E27FC236}">
                <a16:creationId xmlns:a16="http://schemas.microsoft.com/office/drawing/2014/main" id="{A6BC95ED-F473-3744-A2BC-6F7C1234332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15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97CD5FB8-D62B-EC44-9829-B63E2D1A6F7A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6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FC84FE66-642E-B449-A183-763DD4E8663A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7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CB7EEAC-FEF3-D249-A1F1-FA683D6FC591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8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3C0CA267-96E9-844D-9D67-0A146CB169D7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9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FE395644-B62C-964F-A9C7-79A16E019924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20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6CE4A532-57EC-D342-B3CF-DBBEF6E1F98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21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265A6C6C-969E-D041-B349-03A9E0FA6DA2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spc="-50" baseline="0" dirty="0"/>
          </a:p>
        </p:txBody>
      </p:sp>
      <p:sp>
        <p:nvSpPr>
          <p:cNvPr id="22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C3D88DEA-27FA-A04F-9CF8-4BC6E333675C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23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31C978FA-7757-3D48-989A-C89437C02944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24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56257A6E-D033-5749-BA0D-03F186056628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25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340384AC-0000-1B45-A915-D7D5AAFBB137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26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A6584967-69B8-924B-A4AD-2E84F59F4488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27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600703DC-5258-B24D-8F81-B55CAB08CB38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28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97CE2A0A-DD26-484B-8C48-12B792146718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3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6A5917CF-7904-8743-9909-03E9C7D09709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3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9AF8027C-297A-0D44-9DB6-CCC0AD560C22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3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2F340413-7DA8-B04C-BF1F-6635FD7FDAD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46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26427628-990C-3D41-8CAA-6E978039EC23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E2B6105-70C1-744B-B3B7-1B5888B73E52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88ABDB2-721C-0941-AF5A-F04205A5F7CF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51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03ADDDF2-5A5E-4854-9E4A-4D3C9ACFB4CE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50294D2E-937F-4E5F-9277-7767C8807DF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E97B4F5B-73C8-4396-B648-3FA03D5F3CA9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55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E56C1FB1-F736-4269-A892-372CB51977DC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55CC867A-5D64-47F4-94FA-F2522A33EB39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17339794-FF33-4E73-9FF9-CF2B07DE2EEE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0D6D816D-7D5D-4308-AEDA-9712AF6A4194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E2422BDF-37D9-4CBB-91C8-BA82F693115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0B9CAA27-03F4-401B-898E-13324E249FC1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C2395E54-65EE-4B6A-B158-00B738227A9F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graphicFrame>
        <p:nvGraphicFramePr>
          <p:cNvPr id="40" name="표 20">
            <a:extLst>
              <a:ext uri="{FF2B5EF4-FFF2-40B4-BE49-F238E27FC236}">
                <a16:creationId xmlns:a16="http://schemas.microsoft.com/office/drawing/2014/main" id="{9A46AF60-C2A4-4DF2-82A6-366482FE750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174834786"/>
              </p:ext>
            </p:extLst>
          </p:nvPr>
        </p:nvGraphicFramePr>
        <p:xfrm>
          <a:off x="1350335" y="1127274"/>
          <a:ext cx="1800000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오용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6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오용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복용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금단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</a:tbl>
          </a:graphicData>
        </a:graphic>
      </p:graphicFrame>
      <p:graphicFrame>
        <p:nvGraphicFramePr>
          <p:cNvPr id="41" name="표 20">
            <a:extLst>
              <a:ext uri="{FF2B5EF4-FFF2-40B4-BE49-F238E27FC236}">
                <a16:creationId xmlns:a16="http://schemas.microsoft.com/office/drawing/2014/main" id="{719F2DCA-8B4D-4580-B4E0-8161E7EFC5C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990006"/>
              </p:ext>
            </p:extLst>
          </p:nvPr>
        </p:nvGraphicFramePr>
        <p:xfrm>
          <a:off x="3442840" y="1127274"/>
          <a:ext cx="1800000" cy="746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E413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코피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상기도감염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증상 호소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</a:tbl>
          </a:graphicData>
        </a:graphic>
      </p:graphicFrame>
      <p:graphicFrame>
        <p:nvGraphicFramePr>
          <p:cNvPr id="42" name="표 20">
            <a:extLst>
              <a:ext uri="{FF2B5EF4-FFF2-40B4-BE49-F238E27FC236}">
                <a16:creationId xmlns:a16="http://schemas.microsoft.com/office/drawing/2014/main" id="{92EA1434-AC99-41C7-8A69-4229DC17AB6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87981051"/>
              </p:ext>
            </p:extLst>
          </p:nvPr>
        </p:nvGraphicFramePr>
        <p:xfrm>
          <a:off x="5535345" y="1127274"/>
          <a:ext cx="1800000" cy="1600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심혈관</a:t>
                      </a:r>
                      <a:r>
                        <a:rPr lang="ko-KR" altLang="en-US" sz="90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7A3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심장성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비심장성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심계항진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불규칙한 심장박동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고혈압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56791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쇠약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7013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실신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전실신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2518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43165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다리 부기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531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spc="-4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맥박이 없거나 차가운 사지</a:t>
                      </a:r>
                      <a:endParaRPr lang="ko-Kore-KR" altLang="en-US" sz="800" spc="-40" baseline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0703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일측성의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홍조 띤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뜨거운 사지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745927"/>
                  </a:ext>
                </a:extLst>
              </a:tr>
            </a:tbl>
          </a:graphicData>
        </a:graphic>
      </p:graphicFrame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092A8FBB-4B43-4FE1-A515-67304F05D72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71713524"/>
              </p:ext>
            </p:extLst>
          </p:nvPr>
        </p:nvGraphicFramePr>
        <p:xfrm>
          <a:off x="7627850" y="1127274"/>
          <a:ext cx="1800000" cy="1478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비뇨기</a:t>
                      </a:r>
                      <a:r>
                        <a:rPr lang="ko-KR" altLang="en-US" sz="90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남성생식계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AE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옆구리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혈뇨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분비물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피부병변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음경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고환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소변배출장애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요로감염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증상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1263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핍뇨증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253884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다뇨증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086882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19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성폭행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3415175"/>
                  </a:ext>
                </a:extLst>
              </a:tr>
            </a:tbl>
          </a:graphicData>
        </a:graphic>
      </p:graphicFrame>
      <p:graphicFrame>
        <p:nvGraphicFramePr>
          <p:cNvPr id="44" name="표 20">
            <a:extLst>
              <a:ext uri="{FF2B5EF4-FFF2-40B4-BE49-F238E27FC236}">
                <a16:creationId xmlns:a16="http://schemas.microsoft.com/office/drawing/2014/main" id="{14682AF5-4651-4D13-91F6-4275BE4C1E0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669575110"/>
              </p:ext>
            </p:extLst>
          </p:nvPr>
        </p:nvGraphicFramePr>
        <p:xfrm>
          <a:off x="9720356" y="1127274"/>
          <a:ext cx="1800000" cy="2331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B9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물림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(Bite)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쏘임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(Sting)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찰과상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열상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천공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화상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혈액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이나 체액에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898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소양증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1359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발진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0958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국소성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517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확인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47857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피부 상태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11228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혹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돌기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굳은살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7909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유방의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발적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압통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1976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가능성 확인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9928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청색증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9544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외상없이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저절로 멍듦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4068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49122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스테이플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봉합사 제거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1679001"/>
                  </a:ext>
                </a:extLst>
              </a:tr>
            </a:tbl>
          </a:graphicData>
        </a:graphic>
      </p:graphicFrame>
      <p:graphicFrame>
        <p:nvGraphicFramePr>
          <p:cNvPr id="45" name="표 20">
            <a:extLst>
              <a:ext uri="{FF2B5EF4-FFF2-40B4-BE49-F238E27FC236}">
                <a16:creationId xmlns:a16="http://schemas.microsoft.com/office/drawing/2014/main" id="{392E5E72-48BF-456D-98C4-2D11A5D3A68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24855473"/>
              </p:ext>
            </p:extLst>
          </p:nvPr>
        </p:nvGraphicFramePr>
        <p:xfrm>
          <a:off x="9720356" y="3588534"/>
          <a:ext cx="1800000" cy="2209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감염성 질환에 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고혈당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저혈당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진료를 위해서 의뢰된 환자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드레싱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교체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898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검사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검사실 검사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1359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의료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장비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0958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처방전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투약 문의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517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제거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47857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비정상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검사 결과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11228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창백함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빈혈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7909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수술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후 합병증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1976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아의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달랠 수 없는 울음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9928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선천적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9544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경증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및 비특이적 증상 호소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4068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방금 태어난 신생아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4912260"/>
                  </a:ext>
                </a:extLst>
              </a:tr>
            </a:tbl>
          </a:graphicData>
        </a:graphic>
      </p:graphicFrame>
      <p:graphicFrame>
        <p:nvGraphicFramePr>
          <p:cNvPr id="50" name="표 20">
            <a:extLst>
              <a:ext uri="{FF2B5EF4-FFF2-40B4-BE49-F238E27FC236}">
                <a16:creationId xmlns:a16="http://schemas.microsoft.com/office/drawing/2014/main" id="{AB1A096A-8887-43B8-B168-C83CDA13BD0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783876038"/>
              </p:ext>
            </p:extLst>
          </p:nvPr>
        </p:nvGraphicFramePr>
        <p:xfrm>
          <a:off x="1350335" y="1758870"/>
          <a:ext cx="1800000" cy="1234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정신 건강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2A3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우울증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위기상황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불면증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6856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폭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력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살인행위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7609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사회문제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888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기괴한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행동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388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환자의 안녕에 대한 고려 </a:t>
                      </a:r>
                      <a:r>
                        <a:rPr lang="en-US" altLang="ko-KR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학대</a:t>
                      </a:r>
                      <a:r>
                        <a:rPr lang="en-US" altLang="ko-KR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방임</a:t>
                      </a:r>
                      <a:r>
                        <a:rPr lang="en-US" altLang="ko-KR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ore-KR" altLang="en-US" sz="800" spc="-20" baseline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397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파괴적 행동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595208"/>
                  </a:ext>
                </a:extLst>
              </a:tr>
            </a:tbl>
          </a:graphicData>
        </a:graphic>
      </p:graphicFrame>
      <p:graphicFrame>
        <p:nvGraphicFramePr>
          <p:cNvPr id="63" name="표 20">
            <a:extLst>
              <a:ext uri="{FF2B5EF4-FFF2-40B4-BE49-F238E27FC236}">
                <a16:creationId xmlns:a16="http://schemas.microsoft.com/office/drawing/2014/main" id="{44DC6338-6627-4000-9FDF-C8147CE66C6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299213057"/>
              </p:ext>
            </p:extLst>
          </p:nvPr>
        </p:nvGraphicFramePr>
        <p:xfrm>
          <a:off x="1350335" y="3119528"/>
          <a:ext cx="1800000" cy="1600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신경계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86F5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수준의 변화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착란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두통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6856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발작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7609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장애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운동 실조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888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388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떨림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(Tremor)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397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사지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약화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뇌졸중 증상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595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감각상실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이상감각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8120910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기억상실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856058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축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늘어진 소아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(Floppy child)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030141"/>
                  </a:ext>
                </a:extLst>
              </a:tr>
            </a:tbl>
          </a:graphicData>
        </a:graphic>
      </p:graphicFrame>
      <p:graphicFrame>
        <p:nvGraphicFramePr>
          <p:cNvPr id="64" name="표 20">
            <a:extLst>
              <a:ext uri="{FF2B5EF4-FFF2-40B4-BE49-F238E27FC236}">
                <a16:creationId xmlns:a16="http://schemas.microsoft.com/office/drawing/2014/main" id="{609CB241-526B-4C3D-B2AD-0213042899A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79544685"/>
              </p:ext>
            </p:extLst>
          </p:nvPr>
        </p:nvGraphicFramePr>
        <p:xfrm>
          <a:off x="1350335" y="4845946"/>
          <a:ext cx="1800000" cy="1234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5E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화학물질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시력장애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6856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충혈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분비물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7609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눈부심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888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복시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388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안와주위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397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595208"/>
                  </a:ext>
                </a:extLst>
              </a:tr>
            </a:tbl>
          </a:graphicData>
        </a:graphic>
      </p:graphicFrame>
      <p:graphicFrame>
        <p:nvGraphicFramePr>
          <p:cNvPr id="65" name="표 20">
            <a:extLst>
              <a:ext uri="{FF2B5EF4-FFF2-40B4-BE49-F238E27FC236}">
                <a16:creationId xmlns:a16="http://schemas.microsoft.com/office/drawing/2014/main" id="{3C468944-BB82-4602-984A-896127AF563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215419807"/>
              </p:ext>
            </p:extLst>
          </p:nvPr>
        </p:nvGraphicFramePr>
        <p:xfrm>
          <a:off x="3442842" y="1988334"/>
          <a:ext cx="1800000" cy="868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180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이통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(Earache)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청력소실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이명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삼출물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65249"/>
                  </a:ext>
                </a:extLst>
              </a:tr>
            </a:tbl>
          </a:graphicData>
        </a:graphic>
      </p:graphicFrame>
      <p:graphicFrame>
        <p:nvGraphicFramePr>
          <p:cNvPr id="66" name="표 20">
            <a:extLst>
              <a:ext uri="{FF2B5EF4-FFF2-40B4-BE49-F238E27FC236}">
                <a16:creationId xmlns:a16="http://schemas.microsoft.com/office/drawing/2014/main" id="{4700F6D7-4A1F-4AA6-A9DF-493E56FBD38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0439775"/>
              </p:ext>
            </p:extLst>
          </p:nvPr>
        </p:nvGraphicFramePr>
        <p:xfrm>
          <a:off x="3442840" y="2976601"/>
          <a:ext cx="1800000" cy="990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</a:t>
                      </a:r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얼굴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구강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인후통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부종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연하장애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연하곤란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419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비치아성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65249"/>
                  </a:ext>
                </a:extLst>
              </a:tr>
            </a:tbl>
          </a:graphicData>
        </a:graphic>
      </p:graphicFrame>
      <p:graphicFrame>
        <p:nvGraphicFramePr>
          <p:cNvPr id="67" name="표 20">
            <a:extLst>
              <a:ext uri="{FF2B5EF4-FFF2-40B4-BE49-F238E27FC236}">
                <a16:creationId xmlns:a16="http://schemas.microsoft.com/office/drawing/2014/main" id="{AA252D52-678E-4CFF-8BDF-CDF6F8FB13A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25135081"/>
              </p:ext>
            </p:extLst>
          </p:nvPr>
        </p:nvGraphicFramePr>
        <p:xfrm>
          <a:off x="3442840" y="4076214"/>
          <a:ext cx="1800000" cy="1356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호흡기계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4D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숨참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정지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기침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과다호흡증후군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객혈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호흡기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419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알레르기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반응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6524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협착음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647553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천명음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다른 증상 호소 없음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945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영아의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무호흡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발작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5179721"/>
                  </a:ext>
                </a:extLst>
              </a:tr>
            </a:tbl>
          </a:graphicData>
        </a:graphic>
      </p:graphicFrame>
      <p:graphicFrame>
        <p:nvGraphicFramePr>
          <p:cNvPr id="68" name="표 20">
            <a:extLst>
              <a:ext uri="{FF2B5EF4-FFF2-40B4-BE49-F238E27FC236}">
                <a16:creationId xmlns:a16="http://schemas.microsoft.com/office/drawing/2014/main" id="{C466075E-4CC2-4971-86ED-E9C4602198C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87195377"/>
              </p:ext>
            </p:extLst>
          </p:nvPr>
        </p:nvGraphicFramePr>
        <p:xfrm>
          <a:off x="5535345" y="2857014"/>
          <a:ext cx="1800000" cy="2209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소화기</a:t>
                      </a:r>
                      <a:r>
                        <a:rPr lang="ko-KR" altLang="en-US" sz="9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  <a:endParaRPr lang="ko-Kore-KR" altLang="en-US" sz="9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74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복통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식욕부진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변비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샅고랑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부위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구토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56791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7013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설사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2518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43165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혈변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흑색변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531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황달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0703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딸국질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745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종괴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팽만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802862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4110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 삼킴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(FB swallowing)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56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신생아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연하곤란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22199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신생아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황달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6637733"/>
                  </a:ext>
                </a:extLst>
              </a:tr>
            </a:tbl>
          </a:graphicData>
        </a:graphic>
      </p:graphicFrame>
      <p:graphicFrame>
        <p:nvGraphicFramePr>
          <p:cNvPr id="69" name="표 20">
            <a:extLst>
              <a:ext uri="{FF2B5EF4-FFF2-40B4-BE49-F238E27FC236}">
                <a16:creationId xmlns:a16="http://schemas.microsoft.com/office/drawing/2014/main" id="{B746AFA8-300A-4D17-BCF3-100883007D3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793185811"/>
              </p:ext>
            </p:extLst>
          </p:nvPr>
        </p:nvGraphicFramePr>
        <p:xfrm>
          <a:off x="5535345" y="5184007"/>
          <a:ext cx="1800000" cy="1478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114536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임신</a:t>
                      </a:r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여성생식계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2939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월경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분비물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가려움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음순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56791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미만의 임신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7013500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이상의 임신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2518636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출산 후 문제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(6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이내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485428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3844289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성폭행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4316587"/>
                  </a:ext>
                </a:extLst>
              </a:tr>
            </a:tbl>
          </a:graphicData>
        </a:graphic>
      </p:graphicFrame>
      <p:graphicFrame>
        <p:nvGraphicFramePr>
          <p:cNvPr id="70" name="표 20">
            <a:extLst>
              <a:ext uri="{FF2B5EF4-FFF2-40B4-BE49-F238E27FC236}">
                <a16:creationId xmlns:a16="http://schemas.microsoft.com/office/drawing/2014/main" id="{737C58E3-C33A-4671-A9FD-1FA8EBF01BD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00347060"/>
              </p:ext>
            </p:extLst>
          </p:nvPr>
        </p:nvGraphicFramePr>
        <p:xfrm>
          <a:off x="7627850" y="2725567"/>
          <a:ext cx="1800000" cy="1356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근골격계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393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목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절단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1263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253884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석고붕대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확인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086882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 장애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보행시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19975"/>
                  </a:ext>
                </a:extLst>
              </a:tr>
            </a:tbl>
          </a:graphicData>
        </a:graphic>
      </p:graphicFrame>
      <p:graphicFrame>
        <p:nvGraphicFramePr>
          <p:cNvPr id="71" name="표 20">
            <a:extLst>
              <a:ext uri="{FF2B5EF4-FFF2-40B4-BE49-F238E27FC236}">
                <a16:creationId xmlns:a16="http://schemas.microsoft.com/office/drawing/2014/main" id="{E0460F44-82B7-4941-A251-90300E4D8F5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744075047"/>
              </p:ext>
            </p:extLst>
          </p:nvPr>
        </p:nvGraphicFramePr>
        <p:xfrm>
          <a:off x="7627850" y="4209134"/>
          <a:ext cx="1800000" cy="868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</a:t>
                      </a:r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17C8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</a:t>
                      </a:r>
                      <a:r>
                        <a:rPr lang="ko-KR" altLang="en-US" sz="800" spc="-12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  </a:t>
                      </a:r>
                      <a:r>
                        <a:rPr lang="en-US" altLang="ko-KR" sz="800" spc="-1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 </a:t>
                      </a:r>
                      <a:r>
                        <a:rPr lang="ko-KR" altLang="en-US" sz="800" spc="-1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  <a:endParaRPr lang="ko-Kore-KR" altLang="en-US" sz="800" spc="-120" baseline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</a:tbl>
          </a:graphicData>
        </a:graphic>
      </p:graphicFrame>
      <p:graphicFrame>
        <p:nvGraphicFramePr>
          <p:cNvPr id="72" name="표 20">
            <a:extLst>
              <a:ext uri="{FF2B5EF4-FFF2-40B4-BE49-F238E27FC236}">
                <a16:creationId xmlns:a16="http://schemas.microsoft.com/office/drawing/2014/main" id="{11BC0153-E1EA-43A2-A270-7BEB4595509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53274390"/>
              </p:ext>
            </p:extLst>
          </p:nvPr>
        </p:nvGraphicFramePr>
        <p:xfrm>
          <a:off x="7627850" y="5211706"/>
          <a:ext cx="1800000" cy="990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환경손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C686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동상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한랭손상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온열손상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396524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유해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흡입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화학물질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저체온증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익수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</a:tbl>
          </a:graphicData>
        </a:graphic>
      </p:graphicFrame>
      <p:sp>
        <p:nvSpPr>
          <p:cNvPr id="74" name="직사각형 73">
            <a:hlinkClick r:id="rId36" action="ppaction://hlinksldjump"/>
            <a:extLst>
              <a:ext uri="{FF2B5EF4-FFF2-40B4-BE49-F238E27FC236}">
                <a16:creationId xmlns:a16="http://schemas.microsoft.com/office/drawing/2014/main" id="{16AD2D82-9FE3-49B5-8971-8911029CF110}"/>
              </a:ext>
            </a:extLst>
          </p:cNvPr>
          <p:cNvSpPr/>
          <p:nvPr userDrawn="1"/>
        </p:nvSpPr>
        <p:spPr>
          <a:xfrm>
            <a:off x="5535343" y="2857014"/>
            <a:ext cx="1638189" cy="2209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직사각형 74">
            <a:hlinkClick r:id="rId9" action="ppaction://hlinksldjump"/>
            <a:extLst>
              <a:ext uri="{FF2B5EF4-FFF2-40B4-BE49-F238E27FC236}">
                <a16:creationId xmlns:a16="http://schemas.microsoft.com/office/drawing/2014/main" id="{F99240DD-B806-44C1-9606-B5A686DCB764}"/>
              </a:ext>
            </a:extLst>
          </p:cNvPr>
          <p:cNvSpPr/>
          <p:nvPr userDrawn="1"/>
        </p:nvSpPr>
        <p:spPr>
          <a:xfrm>
            <a:off x="1354986" y="1127274"/>
            <a:ext cx="1800000" cy="50292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직사각형 75">
            <a:hlinkClick r:id="rId10" action="ppaction://hlinksldjump"/>
            <a:extLst>
              <a:ext uri="{FF2B5EF4-FFF2-40B4-BE49-F238E27FC236}">
                <a16:creationId xmlns:a16="http://schemas.microsoft.com/office/drawing/2014/main" id="{2A6B89CF-BDCB-4E2A-8045-9ED297894655}"/>
              </a:ext>
            </a:extLst>
          </p:cNvPr>
          <p:cNvSpPr/>
          <p:nvPr userDrawn="1"/>
        </p:nvSpPr>
        <p:spPr>
          <a:xfrm>
            <a:off x="1354986" y="1756411"/>
            <a:ext cx="1800000" cy="12344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직사각형 76">
            <a:hlinkClick r:id="rId13" action="ppaction://hlinksldjump"/>
            <a:extLst>
              <a:ext uri="{FF2B5EF4-FFF2-40B4-BE49-F238E27FC236}">
                <a16:creationId xmlns:a16="http://schemas.microsoft.com/office/drawing/2014/main" id="{17CA0294-B4D2-422E-BB23-7D453D2AE167}"/>
              </a:ext>
            </a:extLst>
          </p:cNvPr>
          <p:cNvSpPr/>
          <p:nvPr userDrawn="1"/>
        </p:nvSpPr>
        <p:spPr>
          <a:xfrm>
            <a:off x="3436249" y="1127274"/>
            <a:ext cx="1800000" cy="7386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hlinkClick r:id="rId14" action="ppaction://hlinksldjump"/>
            <a:extLst>
              <a:ext uri="{FF2B5EF4-FFF2-40B4-BE49-F238E27FC236}">
                <a16:creationId xmlns:a16="http://schemas.microsoft.com/office/drawing/2014/main" id="{F5846232-940E-482D-B40F-043A8D370094}"/>
              </a:ext>
            </a:extLst>
          </p:cNvPr>
          <p:cNvSpPr/>
          <p:nvPr userDrawn="1"/>
        </p:nvSpPr>
        <p:spPr>
          <a:xfrm>
            <a:off x="3436249" y="1985940"/>
            <a:ext cx="1800000" cy="86825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직사각형 78">
            <a:hlinkClick r:id="rId15" action="ppaction://hlinksldjump"/>
            <a:extLst>
              <a:ext uri="{FF2B5EF4-FFF2-40B4-BE49-F238E27FC236}">
                <a16:creationId xmlns:a16="http://schemas.microsoft.com/office/drawing/2014/main" id="{84C303AD-3613-430E-BD53-1AD4113D440F}"/>
              </a:ext>
            </a:extLst>
          </p:cNvPr>
          <p:cNvSpPr/>
          <p:nvPr userDrawn="1"/>
        </p:nvSpPr>
        <p:spPr>
          <a:xfrm>
            <a:off x="3436249" y="2974209"/>
            <a:ext cx="1800000" cy="9905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직사각형 79">
            <a:hlinkClick r:id="rId16" action="ppaction://hlinksldjump"/>
            <a:extLst>
              <a:ext uri="{FF2B5EF4-FFF2-40B4-BE49-F238E27FC236}">
                <a16:creationId xmlns:a16="http://schemas.microsoft.com/office/drawing/2014/main" id="{3693BA44-4893-48B7-B1D9-B14793704F46}"/>
              </a:ext>
            </a:extLst>
          </p:cNvPr>
          <p:cNvSpPr/>
          <p:nvPr userDrawn="1"/>
        </p:nvSpPr>
        <p:spPr>
          <a:xfrm>
            <a:off x="3446477" y="4081926"/>
            <a:ext cx="1800000" cy="136014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직사각형 80">
            <a:hlinkClick r:id="rId17" action="ppaction://hlinksldjump"/>
            <a:extLst>
              <a:ext uri="{FF2B5EF4-FFF2-40B4-BE49-F238E27FC236}">
                <a16:creationId xmlns:a16="http://schemas.microsoft.com/office/drawing/2014/main" id="{0ED475BC-EDE8-4C22-9727-CBEE7F3284C5}"/>
              </a:ext>
            </a:extLst>
          </p:cNvPr>
          <p:cNvSpPr/>
          <p:nvPr userDrawn="1"/>
        </p:nvSpPr>
        <p:spPr>
          <a:xfrm>
            <a:off x="5544862" y="1127273"/>
            <a:ext cx="1790482" cy="15982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직사각형 81">
            <a:hlinkClick r:id="rId18" action="ppaction://hlinksldjump"/>
            <a:extLst>
              <a:ext uri="{FF2B5EF4-FFF2-40B4-BE49-F238E27FC236}">
                <a16:creationId xmlns:a16="http://schemas.microsoft.com/office/drawing/2014/main" id="{E6A10F6E-1645-425D-92B1-73BD11CEE33B}"/>
              </a:ext>
            </a:extLst>
          </p:cNvPr>
          <p:cNvSpPr/>
          <p:nvPr userDrawn="1"/>
        </p:nvSpPr>
        <p:spPr>
          <a:xfrm>
            <a:off x="5544862" y="2853690"/>
            <a:ext cx="1800000" cy="22131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hlinkClick r:id="rId19" action="ppaction://hlinksldjump"/>
            <a:extLst>
              <a:ext uri="{FF2B5EF4-FFF2-40B4-BE49-F238E27FC236}">
                <a16:creationId xmlns:a16="http://schemas.microsoft.com/office/drawing/2014/main" id="{429B75E9-2C11-4DD3-8E13-4148A908B4F2}"/>
              </a:ext>
            </a:extLst>
          </p:cNvPr>
          <p:cNvSpPr/>
          <p:nvPr userDrawn="1"/>
        </p:nvSpPr>
        <p:spPr>
          <a:xfrm>
            <a:off x="5544862" y="5184006"/>
            <a:ext cx="1800000" cy="147827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hlinkClick r:id="rId20" action="ppaction://hlinksldjump"/>
            <a:extLst>
              <a:ext uri="{FF2B5EF4-FFF2-40B4-BE49-F238E27FC236}">
                <a16:creationId xmlns:a16="http://schemas.microsoft.com/office/drawing/2014/main" id="{0E477B43-53C4-4E78-98EF-9696AFBC0072}"/>
              </a:ext>
            </a:extLst>
          </p:cNvPr>
          <p:cNvSpPr/>
          <p:nvPr userDrawn="1"/>
        </p:nvSpPr>
        <p:spPr>
          <a:xfrm>
            <a:off x="7632199" y="1127273"/>
            <a:ext cx="1800000" cy="14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직사각형 84">
            <a:hlinkClick r:id="rId21" action="ppaction://hlinksldjump"/>
            <a:extLst>
              <a:ext uri="{FF2B5EF4-FFF2-40B4-BE49-F238E27FC236}">
                <a16:creationId xmlns:a16="http://schemas.microsoft.com/office/drawing/2014/main" id="{B33C4A46-61C5-4427-BBBC-2F0BCAB921BF}"/>
              </a:ext>
            </a:extLst>
          </p:cNvPr>
          <p:cNvSpPr/>
          <p:nvPr userDrawn="1"/>
        </p:nvSpPr>
        <p:spPr>
          <a:xfrm>
            <a:off x="7627850" y="2728707"/>
            <a:ext cx="1800000" cy="13488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직사각형 85">
            <a:hlinkClick r:id="rId22" action="ppaction://hlinksldjump"/>
            <a:extLst>
              <a:ext uri="{FF2B5EF4-FFF2-40B4-BE49-F238E27FC236}">
                <a16:creationId xmlns:a16="http://schemas.microsoft.com/office/drawing/2014/main" id="{5011D887-76AC-48AB-AC89-8477DF670E32}"/>
              </a:ext>
            </a:extLst>
          </p:cNvPr>
          <p:cNvSpPr/>
          <p:nvPr userDrawn="1"/>
        </p:nvSpPr>
        <p:spPr>
          <a:xfrm>
            <a:off x="7632199" y="4201940"/>
            <a:ext cx="1800000" cy="8758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hlinkClick r:id="rId23" action="ppaction://hlinksldjump"/>
            <a:extLst>
              <a:ext uri="{FF2B5EF4-FFF2-40B4-BE49-F238E27FC236}">
                <a16:creationId xmlns:a16="http://schemas.microsoft.com/office/drawing/2014/main" id="{2117113A-087C-4765-B12B-3C3EDC90D215}"/>
              </a:ext>
            </a:extLst>
          </p:cNvPr>
          <p:cNvSpPr/>
          <p:nvPr userDrawn="1"/>
        </p:nvSpPr>
        <p:spPr>
          <a:xfrm>
            <a:off x="7632199" y="5211706"/>
            <a:ext cx="1800000" cy="9906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직사각형 87">
            <a:hlinkClick r:id="rId24" action="ppaction://hlinksldjump"/>
            <a:extLst>
              <a:ext uri="{FF2B5EF4-FFF2-40B4-BE49-F238E27FC236}">
                <a16:creationId xmlns:a16="http://schemas.microsoft.com/office/drawing/2014/main" id="{285D20A2-53F4-4E93-92AE-D225A255FB10}"/>
              </a:ext>
            </a:extLst>
          </p:cNvPr>
          <p:cNvSpPr/>
          <p:nvPr userDrawn="1"/>
        </p:nvSpPr>
        <p:spPr>
          <a:xfrm>
            <a:off x="9720356" y="1127273"/>
            <a:ext cx="1800000" cy="23317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직사각형 88">
            <a:hlinkClick r:id="rId25" action="ppaction://hlinksldjump"/>
            <a:extLst>
              <a:ext uri="{FF2B5EF4-FFF2-40B4-BE49-F238E27FC236}">
                <a16:creationId xmlns:a16="http://schemas.microsoft.com/office/drawing/2014/main" id="{B1608137-86D3-47AD-BCEE-411C04514F23}"/>
              </a:ext>
            </a:extLst>
          </p:cNvPr>
          <p:cNvSpPr/>
          <p:nvPr userDrawn="1"/>
        </p:nvSpPr>
        <p:spPr>
          <a:xfrm>
            <a:off x="9720356" y="3593822"/>
            <a:ext cx="1800000" cy="22045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직사각형 89">
            <a:hlinkClick r:id="rId11" action="ppaction://hlinksldjump"/>
            <a:extLst>
              <a:ext uri="{FF2B5EF4-FFF2-40B4-BE49-F238E27FC236}">
                <a16:creationId xmlns:a16="http://schemas.microsoft.com/office/drawing/2014/main" id="{2F3E280E-FA57-4AA1-BD3E-1EF17A3E87ED}"/>
              </a:ext>
            </a:extLst>
          </p:cNvPr>
          <p:cNvSpPr/>
          <p:nvPr userDrawn="1"/>
        </p:nvSpPr>
        <p:spPr>
          <a:xfrm>
            <a:off x="1354986" y="3117068"/>
            <a:ext cx="1800000" cy="160266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직사각형 90">
            <a:hlinkClick r:id="rId12" action="ppaction://hlinksldjump"/>
            <a:extLst>
              <a:ext uri="{FF2B5EF4-FFF2-40B4-BE49-F238E27FC236}">
                <a16:creationId xmlns:a16="http://schemas.microsoft.com/office/drawing/2014/main" id="{A8911E59-794B-4A1F-AB6F-C6804F903A81}"/>
              </a:ext>
            </a:extLst>
          </p:cNvPr>
          <p:cNvSpPr/>
          <p:nvPr userDrawn="1"/>
        </p:nvSpPr>
        <p:spPr>
          <a:xfrm>
            <a:off x="1354986" y="4845946"/>
            <a:ext cx="1800000" cy="12344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hlinkClick r:id="rId9" action="ppaction://hlinksldjump"/>
            <a:extLst>
              <a:ext uri="{FF2B5EF4-FFF2-40B4-BE49-F238E27FC236}">
                <a16:creationId xmlns:a16="http://schemas.microsoft.com/office/drawing/2014/main" id="{4EB4C939-4328-4976-B072-B0A176FFC9CE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직사각형 91">
            <a:hlinkClick r:id="rId10" action="ppaction://hlinksldjump"/>
            <a:extLst>
              <a:ext uri="{FF2B5EF4-FFF2-40B4-BE49-F238E27FC236}">
                <a16:creationId xmlns:a16="http://schemas.microsoft.com/office/drawing/2014/main" id="{8E734EEE-014D-44D6-AD74-CD40EE62970A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직사각형 92">
            <a:hlinkClick r:id="rId11" action="ppaction://hlinksldjump"/>
            <a:extLst>
              <a:ext uri="{FF2B5EF4-FFF2-40B4-BE49-F238E27FC236}">
                <a16:creationId xmlns:a16="http://schemas.microsoft.com/office/drawing/2014/main" id="{97AE36AD-8681-4E2B-B72B-D78FAB10BC5D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직사각형 93">
            <a:hlinkClick r:id="rId12" action="ppaction://hlinksldjump"/>
            <a:extLst>
              <a:ext uri="{FF2B5EF4-FFF2-40B4-BE49-F238E27FC236}">
                <a16:creationId xmlns:a16="http://schemas.microsoft.com/office/drawing/2014/main" id="{086E7255-99CB-4C8F-9A37-E86DCD4652AD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직사각형 94">
            <a:hlinkClick r:id="rId13" action="ppaction://hlinksldjump"/>
            <a:extLst>
              <a:ext uri="{FF2B5EF4-FFF2-40B4-BE49-F238E27FC236}">
                <a16:creationId xmlns:a16="http://schemas.microsoft.com/office/drawing/2014/main" id="{1F237E23-1CF8-4E73-946C-00DE73730809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직사각형 95">
            <a:hlinkClick r:id="rId14" action="ppaction://hlinksldjump"/>
            <a:extLst>
              <a:ext uri="{FF2B5EF4-FFF2-40B4-BE49-F238E27FC236}">
                <a16:creationId xmlns:a16="http://schemas.microsoft.com/office/drawing/2014/main" id="{5CC6D1FB-50EA-4C23-949E-41BF7D3DFBEC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직사각형 96">
            <a:hlinkClick r:id="rId15" action="ppaction://hlinksldjump"/>
            <a:extLst>
              <a:ext uri="{FF2B5EF4-FFF2-40B4-BE49-F238E27FC236}">
                <a16:creationId xmlns:a16="http://schemas.microsoft.com/office/drawing/2014/main" id="{1A661E6F-E214-4FB0-A934-BC862B6933A2}"/>
              </a:ext>
            </a:extLst>
          </p:cNvPr>
          <p:cNvSpPr/>
          <p:nvPr userDrawn="1"/>
        </p:nvSpPr>
        <p:spPr>
          <a:xfrm>
            <a:off x="474088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직사각형 97">
            <a:hlinkClick r:id="rId16" action="ppaction://hlinksldjump"/>
            <a:extLst>
              <a:ext uri="{FF2B5EF4-FFF2-40B4-BE49-F238E27FC236}">
                <a16:creationId xmlns:a16="http://schemas.microsoft.com/office/drawing/2014/main" id="{090F6C15-D8A4-4CE0-95DC-143008EEF30E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직사각형 98">
            <a:hlinkClick r:id="rId17" action="ppaction://hlinksldjump"/>
            <a:extLst>
              <a:ext uri="{FF2B5EF4-FFF2-40B4-BE49-F238E27FC236}">
                <a16:creationId xmlns:a16="http://schemas.microsoft.com/office/drawing/2014/main" id="{81A68F48-9810-4722-81AA-435DD25A006B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직사각형 99">
            <a:hlinkClick r:id="rId18" action="ppaction://hlinksldjump"/>
            <a:extLst>
              <a:ext uri="{FF2B5EF4-FFF2-40B4-BE49-F238E27FC236}">
                <a16:creationId xmlns:a16="http://schemas.microsoft.com/office/drawing/2014/main" id="{FBF4DAFF-D23B-4DFD-A3D8-205246C8F80C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직사각형 100">
            <a:hlinkClick r:id="rId19" action="ppaction://hlinksldjump"/>
            <a:extLst>
              <a:ext uri="{FF2B5EF4-FFF2-40B4-BE49-F238E27FC236}">
                <a16:creationId xmlns:a16="http://schemas.microsoft.com/office/drawing/2014/main" id="{1B643ECE-DADA-4DA8-A5AE-2E107B5C1920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hlinkClick r:id="rId20" action="ppaction://hlinksldjump"/>
            <a:extLst>
              <a:ext uri="{FF2B5EF4-FFF2-40B4-BE49-F238E27FC236}">
                <a16:creationId xmlns:a16="http://schemas.microsoft.com/office/drawing/2014/main" id="{9D329E1B-4445-47C3-BEEF-C3189A368AD7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직사각형 102">
            <a:hlinkClick r:id="rId21" action="ppaction://hlinksldjump"/>
            <a:extLst>
              <a:ext uri="{FF2B5EF4-FFF2-40B4-BE49-F238E27FC236}">
                <a16:creationId xmlns:a16="http://schemas.microsoft.com/office/drawing/2014/main" id="{175FF1EC-15B7-4171-B06D-76A39F99A15D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직사각형 103">
            <a:hlinkClick r:id="rId22" action="ppaction://hlinksldjump"/>
            <a:extLst>
              <a:ext uri="{FF2B5EF4-FFF2-40B4-BE49-F238E27FC236}">
                <a16:creationId xmlns:a16="http://schemas.microsoft.com/office/drawing/2014/main" id="{5EAFC057-C6F6-4212-9FA6-98A346B15DC6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3" action="ppaction://hlinksldjump"/>
            <a:extLst>
              <a:ext uri="{FF2B5EF4-FFF2-40B4-BE49-F238E27FC236}">
                <a16:creationId xmlns:a16="http://schemas.microsoft.com/office/drawing/2014/main" id="{515A1B7B-E44A-4B2D-8640-BC0CEB2EE89E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4" action="ppaction://hlinksldjump"/>
            <a:extLst>
              <a:ext uri="{FF2B5EF4-FFF2-40B4-BE49-F238E27FC236}">
                <a16:creationId xmlns:a16="http://schemas.microsoft.com/office/drawing/2014/main" id="{87DAE5CF-8B1C-415B-B934-FA2FC4236071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5" action="ppaction://hlinksldjump"/>
            <a:extLst>
              <a:ext uri="{FF2B5EF4-FFF2-40B4-BE49-F238E27FC236}">
                <a16:creationId xmlns:a16="http://schemas.microsoft.com/office/drawing/2014/main" id="{E655F532-A0EC-4942-8BB9-54AD1873054F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hlinkClick r:id="rId26" action="ppaction://hlinksldjump"/>
            <a:extLst>
              <a:ext uri="{FF2B5EF4-FFF2-40B4-BE49-F238E27FC236}">
                <a16:creationId xmlns:a16="http://schemas.microsoft.com/office/drawing/2014/main" id="{841A2E7B-6309-41D4-8EEC-CB336AD6A6C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7" action="ppaction://hlinksldjump"/>
            <a:extLst>
              <a:ext uri="{FF2B5EF4-FFF2-40B4-BE49-F238E27FC236}">
                <a16:creationId xmlns:a16="http://schemas.microsoft.com/office/drawing/2014/main" id="{AF57A5AA-77B2-40AC-9532-55C8B92A22ED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8" action="ppaction://hlinksldjump"/>
            <a:extLst>
              <a:ext uri="{FF2B5EF4-FFF2-40B4-BE49-F238E27FC236}">
                <a16:creationId xmlns:a16="http://schemas.microsoft.com/office/drawing/2014/main" id="{E9DCF28E-7224-4A97-9532-73FC7B53D8B4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9" action="ppaction://hlinksldjump"/>
            <a:extLst>
              <a:ext uri="{FF2B5EF4-FFF2-40B4-BE49-F238E27FC236}">
                <a16:creationId xmlns:a16="http://schemas.microsoft.com/office/drawing/2014/main" id="{CE124372-58B5-4468-8648-2709F536914B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30" action="ppaction://hlinksldjump"/>
            <a:extLst>
              <a:ext uri="{FF2B5EF4-FFF2-40B4-BE49-F238E27FC236}">
                <a16:creationId xmlns:a16="http://schemas.microsoft.com/office/drawing/2014/main" id="{2881BA93-CA1A-4847-898F-B88A329D9699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35" action="ppaction://hlinksldjump"/>
            <a:extLst>
              <a:ext uri="{FF2B5EF4-FFF2-40B4-BE49-F238E27FC236}">
                <a16:creationId xmlns:a16="http://schemas.microsoft.com/office/drawing/2014/main" id="{892D512E-D4C1-485D-A026-1242C2E73029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31" action="ppaction://hlinksldjump"/>
            <a:extLst>
              <a:ext uri="{FF2B5EF4-FFF2-40B4-BE49-F238E27FC236}">
                <a16:creationId xmlns:a16="http://schemas.microsoft.com/office/drawing/2014/main" id="{D0EDA6D3-5A62-4335-8ED9-D7F321736937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32" action="ppaction://hlinksldjump"/>
            <a:extLst>
              <a:ext uri="{FF2B5EF4-FFF2-40B4-BE49-F238E27FC236}">
                <a16:creationId xmlns:a16="http://schemas.microsoft.com/office/drawing/2014/main" id="{91AA47B0-93FD-45A2-AEB1-2938F062D90D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33" action="ppaction://hlinksldjump"/>
            <a:extLst>
              <a:ext uri="{FF2B5EF4-FFF2-40B4-BE49-F238E27FC236}">
                <a16:creationId xmlns:a16="http://schemas.microsoft.com/office/drawing/2014/main" id="{3B11CA85-B6D9-444E-94B6-9D4347F2E4E0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4" action="ppaction://hlinksldjump"/>
            <a:extLst>
              <a:ext uri="{FF2B5EF4-FFF2-40B4-BE49-F238E27FC236}">
                <a16:creationId xmlns:a16="http://schemas.microsoft.com/office/drawing/2014/main" id="{5054DAF9-D8BC-4E9F-B036-13D48F30ECCF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hlinkClick r:id="rId3" action="ppaction://hlinksldjump"/>
            <a:extLst>
              <a:ext uri="{FF2B5EF4-FFF2-40B4-BE49-F238E27FC236}">
                <a16:creationId xmlns:a16="http://schemas.microsoft.com/office/drawing/2014/main" id="{A73BF97A-F51F-4495-81EF-696AFB426F4B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hlinkClick r:id="rId37" action="ppaction://hlinksldjump"/>
            <a:extLst>
              <a:ext uri="{FF2B5EF4-FFF2-40B4-BE49-F238E27FC236}">
                <a16:creationId xmlns:a16="http://schemas.microsoft.com/office/drawing/2014/main" id="{7EA6FB8D-12C9-4C88-BF2C-DBC5736C3E8C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5316913-DED8-4961-AD34-6FA561FF02DD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235384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1" r:id="rId1"/>
  </p:sldLayoutIdLst>
  <p:hf hdr="0" ft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1100" b="1" kern="1200">
          <a:solidFill>
            <a:schemeClr val="bg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TextBox 44">
            <a:hlinkClick r:id="rId3" action="ppaction://hlinksldjump"/>
            <a:extLst>
              <a:ext uri="{FF2B5EF4-FFF2-40B4-BE49-F238E27FC236}">
                <a16:creationId xmlns:a16="http://schemas.microsoft.com/office/drawing/2014/main" id="{2F9A662F-9142-6946-B055-0B5F481D7060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4" name="TextBox 43">
            <a:hlinkClick r:id="rId4" action="ppaction://hlinksldjump"/>
            <a:extLst>
              <a:ext uri="{FF2B5EF4-FFF2-40B4-BE49-F238E27FC236}">
                <a16:creationId xmlns:a16="http://schemas.microsoft.com/office/drawing/2014/main" id="{D320A10E-C81E-A043-82A1-63C7C22B2C38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4"/>
          </a:xfrm>
          <a:prstGeom prst="rect">
            <a:avLst/>
          </a:prstGeom>
        </p:spPr>
      </p:pic>
      <p:pic>
        <p:nvPicPr>
          <p:cNvPr id="3" name="그림 2">
            <a:hlinkClick r:id="rId4" action="ppaction://hlinksldjump"/>
            <a:extLst>
              <a:ext uri="{FF2B5EF4-FFF2-40B4-BE49-F238E27FC236}">
                <a16:creationId xmlns:a16="http://schemas.microsoft.com/office/drawing/2014/main" id="{43989175-6B43-A24D-80A9-861F908DA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" name="그림 4">
            <a:hlinkClick r:id="rId3" action="ppaction://hlinksldjump"/>
            <a:extLst>
              <a:ext uri="{FF2B5EF4-FFF2-40B4-BE49-F238E27FC236}">
                <a16:creationId xmlns:a16="http://schemas.microsoft.com/office/drawing/2014/main" id="{B795DEB7-B077-C745-A44D-48ECCFC1978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3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3B88091C-10B1-B84E-A95A-C10189A0540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0505CAE6-08AA-485E-B16F-2655130C1CD7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extLst>
              <a:ext uri="{FF2B5EF4-FFF2-40B4-BE49-F238E27FC236}">
                <a16:creationId xmlns:a16="http://schemas.microsoft.com/office/drawing/2014/main" id="{4F47FBF6-B9FD-485F-B2E9-6502C0639E5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9B5AEB2A-79CC-4C0C-ADA9-C6625C4744C0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678A3A3B-5588-471E-9B51-72D622E81536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2CC20F2-D952-4E88-8A61-B71C6E7F5CB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2ED6063E-95D7-4F23-A12C-46D32C5F385D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1E166B0-4EDC-4862-8931-322604B3C40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FD65CE57-F7BB-4412-9539-67386CB671A3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5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CD566705-3282-4669-9718-B2A334AD833E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4A82D3D-D898-4FEC-8738-340BEC761575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42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BBEC69E-D7A9-401F-860D-5C57BA9D51DE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39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4F55ED77-747F-4ED9-A46A-16BA341B13CD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40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8FFF118C-5338-40BD-9A27-068B00F34786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43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702652AA-8197-42AC-AE02-F4AB10647EE1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46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D8CB38B0-4AE3-48E6-968D-500DA3B8732C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47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D1CF81F1-0005-485A-A019-31A976C65501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48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5553B53E-F1A5-4F5D-A59B-84E84AACCEAF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49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21AEB7AA-EAD3-4C66-B71C-A0337D32DACA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50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1A633AD7-1A54-45E4-A01B-08564AFB2EF5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51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A7CBAFEA-BE97-4D34-A9BC-81CBE0B8267B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52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58E91237-D9A7-4F6B-9C68-362716A0AA05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61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4753C994-CB31-490F-B999-454313ED925C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64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FA276212-1B6A-42BB-9CF4-2174B3E2FBEA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6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BF953600-D355-4F6E-AF5D-E3C0C1A7874A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6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ECDD686B-64C6-4CB4-B600-A54A3B740ACE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6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E85CC3AB-F6DE-41D2-A263-D389DF7F68AE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7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0F99602B-A98C-467A-947C-D5824864E15D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92A67A1E-2D35-494D-B7DF-F9DF73308918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7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C6D00602-E57C-4DBC-B92A-F73E193DF55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graphicFrame>
        <p:nvGraphicFramePr>
          <p:cNvPr id="77" name="표 20">
            <a:extLst>
              <a:ext uri="{FF2B5EF4-FFF2-40B4-BE49-F238E27FC236}">
                <a16:creationId xmlns:a16="http://schemas.microsoft.com/office/drawing/2014/main" id="{B2962F3B-AF75-4473-AF02-CF8D73879BE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54447514"/>
              </p:ext>
            </p:extLst>
          </p:nvPr>
        </p:nvGraphicFramePr>
        <p:xfrm>
          <a:off x="1350335" y="1127274"/>
          <a:ext cx="1800000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오용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6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오용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복용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금단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</a:tbl>
          </a:graphicData>
        </a:graphic>
      </p:graphicFrame>
      <p:graphicFrame>
        <p:nvGraphicFramePr>
          <p:cNvPr id="78" name="표 20">
            <a:extLst>
              <a:ext uri="{FF2B5EF4-FFF2-40B4-BE49-F238E27FC236}">
                <a16:creationId xmlns:a16="http://schemas.microsoft.com/office/drawing/2014/main" id="{C94966FF-6806-46F2-AD3E-E528A7577BC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509848041"/>
              </p:ext>
            </p:extLst>
          </p:nvPr>
        </p:nvGraphicFramePr>
        <p:xfrm>
          <a:off x="3442840" y="1127274"/>
          <a:ext cx="1800000" cy="746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E413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코피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상기도감염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증상 호소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</a:tbl>
          </a:graphicData>
        </a:graphic>
      </p:graphicFrame>
      <p:graphicFrame>
        <p:nvGraphicFramePr>
          <p:cNvPr id="79" name="표 20">
            <a:extLst>
              <a:ext uri="{FF2B5EF4-FFF2-40B4-BE49-F238E27FC236}">
                <a16:creationId xmlns:a16="http://schemas.microsoft.com/office/drawing/2014/main" id="{13C37BBA-4872-43FA-9018-4FD06AFB9F7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01229688"/>
              </p:ext>
            </p:extLst>
          </p:nvPr>
        </p:nvGraphicFramePr>
        <p:xfrm>
          <a:off x="5535345" y="1127274"/>
          <a:ext cx="1800000" cy="1600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심혈관</a:t>
                      </a:r>
                      <a:r>
                        <a:rPr lang="ko-KR" altLang="en-US" sz="90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7A3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심장성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비심장성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심계항진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불규칙한 심장박동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고혈압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56791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쇠약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7013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실신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전실신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2518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43165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다리 부기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531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spc="-4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맥박이 없거나 차가운 사지</a:t>
                      </a:r>
                      <a:endParaRPr lang="ko-Kore-KR" altLang="en-US" sz="800" spc="-40" baseline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0703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일측성의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홍조 띤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뜨거운 사지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745927"/>
                  </a:ext>
                </a:extLst>
              </a:tr>
            </a:tbl>
          </a:graphicData>
        </a:graphic>
      </p:graphicFrame>
      <p:graphicFrame>
        <p:nvGraphicFramePr>
          <p:cNvPr id="80" name="표 20">
            <a:extLst>
              <a:ext uri="{FF2B5EF4-FFF2-40B4-BE49-F238E27FC236}">
                <a16:creationId xmlns:a16="http://schemas.microsoft.com/office/drawing/2014/main" id="{882CC82F-56E9-4A6E-BF9E-2A2E9C77993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744462263"/>
              </p:ext>
            </p:extLst>
          </p:nvPr>
        </p:nvGraphicFramePr>
        <p:xfrm>
          <a:off x="7627850" y="1127274"/>
          <a:ext cx="1800000" cy="1478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비뇨기</a:t>
                      </a:r>
                      <a:r>
                        <a:rPr lang="ko-KR" altLang="en-US" sz="90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남성생식계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AE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옆구리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혈뇨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분비물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피부병변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음경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고환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소변배출장애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요로감염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증상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1263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핍뇨증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253884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다뇨증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086882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19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성폭행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3415175"/>
                  </a:ext>
                </a:extLst>
              </a:tr>
            </a:tbl>
          </a:graphicData>
        </a:graphic>
      </p:graphicFrame>
      <p:graphicFrame>
        <p:nvGraphicFramePr>
          <p:cNvPr id="81" name="표 20">
            <a:extLst>
              <a:ext uri="{FF2B5EF4-FFF2-40B4-BE49-F238E27FC236}">
                <a16:creationId xmlns:a16="http://schemas.microsoft.com/office/drawing/2014/main" id="{22331B16-4AE6-4325-99B4-0E64B79C216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98804076"/>
              </p:ext>
            </p:extLst>
          </p:nvPr>
        </p:nvGraphicFramePr>
        <p:xfrm>
          <a:off x="9720356" y="1127274"/>
          <a:ext cx="1800000" cy="2331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B9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물림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(Bite)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쏘임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(Sting)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찰과상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열상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천공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화상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혈액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이나 체액에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898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소양증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1359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발진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0958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국소성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517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확인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47857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피부 상태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11228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혹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돌기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굳은살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7909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유방의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발적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압통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1976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가능성 확인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9928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청색증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9544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외상없이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저절로 멍듦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4068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49122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스테이플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봉합사 제거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1679001"/>
                  </a:ext>
                </a:extLst>
              </a:tr>
            </a:tbl>
          </a:graphicData>
        </a:graphic>
      </p:graphicFrame>
      <p:graphicFrame>
        <p:nvGraphicFramePr>
          <p:cNvPr id="82" name="표 20">
            <a:extLst>
              <a:ext uri="{FF2B5EF4-FFF2-40B4-BE49-F238E27FC236}">
                <a16:creationId xmlns:a16="http://schemas.microsoft.com/office/drawing/2014/main" id="{E3400808-3A1E-4EE2-A560-D31BA934E0E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876249942"/>
              </p:ext>
            </p:extLst>
          </p:nvPr>
        </p:nvGraphicFramePr>
        <p:xfrm>
          <a:off x="9720356" y="3588534"/>
          <a:ext cx="1800000" cy="2209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감염성 질환에 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고혈당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저혈당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진료를 위해서 의뢰된 환자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드레싱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교체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898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검사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검사실 검사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1359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의료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장비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0958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처방전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투약 문의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517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제거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47857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비정상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검사 결과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11228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창백함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빈혈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7909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수술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후 합병증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1976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아의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달랠 수 없는 울음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9928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선천적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9544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경증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및 비특이적 증상 호소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4068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방금 태어난 신생아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4912260"/>
                  </a:ext>
                </a:extLst>
              </a:tr>
            </a:tbl>
          </a:graphicData>
        </a:graphic>
      </p:graphicFrame>
      <p:graphicFrame>
        <p:nvGraphicFramePr>
          <p:cNvPr id="83" name="표 20">
            <a:extLst>
              <a:ext uri="{FF2B5EF4-FFF2-40B4-BE49-F238E27FC236}">
                <a16:creationId xmlns:a16="http://schemas.microsoft.com/office/drawing/2014/main" id="{658F7331-BCA4-43E4-AB37-F561CB354BB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72242760"/>
              </p:ext>
            </p:extLst>
          </p:nvPr>
        </p:nvGraphicFramePr>
        <p:xfrm>
          <a:off x="1350335" y="1758870"/>
          <a:ext cx="1800000" cy="1234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정신 건강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2A3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우울증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위기상황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불면증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6856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폭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력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살인행위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7609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사회문제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888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기괴한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행동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388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환자의 안녕에 대한 고려 </a:t>
                      </a:r>
                      <a:r>
                        <a:rPr lang="en-US" altLang="ko-KR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학대</a:t>
                      </a:r>
                      <a:r>
                        <a:rPr lang="en-US" altLang="ko-KR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방임</a:t>
                      </a:r>
                      <a:r>
                        <a:rPr lang="en-US" altLang="ko-KR" sz="800" spc="-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ore-KR" altLang="en-US" sz="800" spc="-20" baseline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397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파괴적 행동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595208"/>
                  </a:ext>
                </a:extLst>
              </a:tr>
            </a:tbl>
          </a:graphicData>
        </a:graphic>
      </p:graphicFrame>
      <p:graphicFrame>
        <p:nvGraphicFramePr>
          <p:cNvPr id="84" name="표 20">
            <a:extLst>
              <a:ext uri="{FF2B5EF4-FFF2-40B4-BE49-F238E27FC236}">
                <a16:creationId xmlns:a16="http://schemas.microsoft.com/office/drawing/2014/main" id="{37E1EF22-9F96-4CEC-88DE-5223400DFED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011189885"/>
              </p:ext>
            </p:extLst>
          </p:nvPr>
        </p:nvGraphicFramePr>
        <p:xfrm>
          <a:off x="1350335" y="3119528"/>
          <a:ext cx="1800000" cy="1600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신경계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86F5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수준의 변화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착란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두통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6856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발작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7609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장애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운동 실조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888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388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떨림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(Tremor)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397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사지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약화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뇌졸중 증상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595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감각상실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이상감각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8120910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기억상실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856058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축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늘어진 소아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(Floppy child)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030141"/>
                  </a:ext>
                </a:extLst>
              </a:tr>
            </a:tbl>
          </a:graphicData>
        </a:graphic>
      </p:graphicFrame>
      <p:graphicFrame>
        <p:nvGraphicFramePr>
          <p:cNvPr id="85" name="표 20">
            <a:extLst>
              <a:ext uri="{FF2B5EF4-FFF2-40B4-BE49-F238E27FC236}">
                <a16:creationId xmlns:a16="http://schemas.microsoft.com/office/drawing/2014/main" id="{81D4C764-72F7-483F-B0E6-5A7664F7E78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895446549"/>
              </p:ext>
            </p:extLst>
          </p:nvPr>
        </p:nvGraphicFramePr>
        <p:xfrm>
          <a:off x="1350335" y="4845946"/>
          <a:ext cx="1800000" cy="1234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5E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화학물질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시력장애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6856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충혈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분비물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7609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눈부심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888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복시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388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안와주위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397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595208"/>
                  </a:ext>
                </a:extLst>
              </a:tr>
            </a:tbl>
          </a:graphicData>
        </a:graphic>
      </p:graphicFrame>
      <p:graphicFrame>
        <p:nvGraphicFramePr>
          <p:cNvPr id="86" name="표 20">
            <a:extLst>
              <a:ext uri="{FF2B5EF4-FFF2-40B4-BE49-F238E27FC236}">
                <a16:creationId xmlns:a16="http://schemas.microsoft.com/office/drawing/2014/main" id="{A635C107-A80A-44E5-A371-710AC90F8C6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727013367"/>
              </p:ext>
            </p:extLst>
          </p:nvPr>
        </p:nvGraphicFramePr>
        <p:xfrm>
          <a:off x="3442842" y="1988334"/>
          <a:ext cx="1800000" cy="868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180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이통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(Earache)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청력소실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이명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삼출물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65249"/>
                  </a:ext>
                </a:extLst>
              </a:tr>
            </a:tbl>
          </a:graphicData>
        </a:graphic>
      </p:graphicFrame>
      <p:graphicFrame>
        <p:nvGraphicFramePr>
          <p:cNvPr id="87" name="표 20">
            <a:extLst>
              <a:ext uri="{FF2B5EF4-FFF2-40B4-BE49-F238E27FC236}">
                <a16:creationId xmlns:a16="http://schemas.microsoft.com/office/drawing/2014/main" id="{25DBE3E3-B255-47FE-ABCA-3BFCC803EF1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24793815"/>
              </p:ext>
            </p:extLst>
          </p:nvPr>
        </p:nvGraphicFramePr>
        <p:xfrm>
          <a:off x="3442840" y="2976601"/>
          <a:ext cx="1800000" cy="990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</a:t>
                      </a:r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얼굴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치아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구강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인후통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부종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연하장애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연하곤란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419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비치아성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65249"/>
                  </a:ext>
                </a:extLst>
              </a:tr>
            </a:tbl>
          </a:graphicData>
        </a:graphic>
      </p:graphicFrame>
      <p:graphicFrame>
        <p:nvGraphicFramePr>
          <p:cNvPr id="88" name="표 20">
            <a:extLst>
              <a:ext uri="{FF2B5EF4-FFF2-40B4-BE49-F238E27FC236}">
                <a16:creationId xmlns:a16="http://schemas.microsoft.com/office/drawing/2014/main" id="{A6A67877-94E0-4A6D-9439-967B36B21CD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84428943"/>
              </p:ext>
            </p:extLst>
          </p:nvPr>
        </p:nvGraphicFramePr>
        <p:xfrm>
          <a:off x="3442840" y="4076214"/>
          <a:ext cx="1800000" cy="1356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호흡기계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4D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숨참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정지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기침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과다호흡증후군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객혈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호흡기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419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알레르기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반응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6524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협착음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647553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천명음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다른 증상 호소 없음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945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영아의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무호흡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발작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5179721"/>
                  </a:ext>
                </a:extLst>
              </a:tr>
            </a:tbl>
          </a:graphicData>
        </a:graphic>
      </p:graphicFrame>
      <p:graphicFrame>
        <p:nvGraphicFramePr>
          <p:cNvPr id="89" name="표 20">
            <a:extLst>
              <a:ext uri="{FF2B5EF4-FFF2-40B4-BE49-F238E27FC236}">
                <a16:creationId xmlns:a16="http://schemas.microsoft.com/office/drawing/2014/main" id="{A7933A20-8E4D-4AC5-ABF8-00709DCA84F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93627786"/>
              </p:ext>
            </p:extLst>
          </p:nvPr>
        </p:nvGraphicFramePr>
        <p:xfrm>
          <a:off x="5535345" y="2857014"/>
          <a:ext cx="1800000" cy="2209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소화기</a:t>
                      </a:r>
                      <a:r>
                        <a:rPr lang="ko-KR" altLang="en-US" sz="9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  <a:endParaRPr lang="ko-Kore-KR" altLang="en-US" sz="9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74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복통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식욕부진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변비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샅고랑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부위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종괴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구토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56791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 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7013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설사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2518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43165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혈변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흑색변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531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황달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0703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딸국질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745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종괴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팽만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802862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4110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 삼킴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(FB swallowing)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56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신생아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연하곤란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22199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신생아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황달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6637733"/>
                  </a:ext>
                </a:extLst>
              </a:tr>
            </a:tbl>
          </a:graphicData>
        </a:graphic>
      </p:graphicFrame>
      <p:graphicFrame>
        <p:nvGraphicFramePr>
          <p:cNvPr id="90" name="표 20">
            <a:extLst>
              <a:ext uri="{FF2B5EF4-FFF2-40B4-BE49-F238E27FC236}">
                <a16:creationId xmlns:a16="http://schemas.microsoft.com/office/drawing/2014/main" id="{0B37DA07-3104-4016-BE3F-2176020EA7F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83154366"/>
              </p:ext>
            </p:extLst>
          </p:nvPr>
        </p:nvGraphicFramePr>
        <p:xfrm>
          <a:off x="5535345" y="5184007"/>
          <a:ext cx="1800000" cy="1478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114536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임신</a:t>
                      </a:r>
                      <a:r>
                        <a:rPr lang="ko-Kore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여성생식계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2939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월경 문제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질내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이물질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분비물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가려움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</a:t>
                      </a:r>
                      <a:r>
                        <a:rPr lang="en-US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음순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56791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미만의 임신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7013500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이상의 임신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2518636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출산 후 문제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(6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이내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4854284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 외상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3844289"/>
                  </a:ext>
                </a:extLst>
              </a:tr>
              <a:tr h="101809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성폭행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4316587"/>
                  </a:ext>
                </a:extLst>
              </a:tr>
            </a:tbl>
          </a:graphicData>
        </a:graphic>
      </p:graphicFrame>
      <p:graphicFrame>
        <p:nvGraphicFramePr>
          <p:cNvPr id="91" name="표 20">
            <a:extLst>
              <a:ext uri="{FF2B5EF4-FFF2-40B4-BE49-F238E27FC236}">
                <a16:creationId xmlns:a16="http://schemas.microsoft.com/office/drawing/2014/main" id="{98E34678-2AF8-4C94-8B7A-10E3BCF1DF6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25629022"/>
              </p:ext>
            </p:extLst>
          </p:nvPr>
        </p:nvGraphicFramePr>
        <p:xfrm>
          <a:off x="7627850" y="2725567"/>
          <a:ext cx="1800000" cy="1356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근골격계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393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목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절단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1263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253884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석고붕대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확인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086882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 장애</a:t>
                      </a:r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보행시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19975"/>
                  </a:ext>
                </a:extLst>
              </a:tr>
            </a:tbl>
          </a:graphicData>
        </a:graphic>
      </p:graphicFrame>
      <p:graphicFrame>
        <p:nvGraphicFramePr>
          <p:cNvPr id="92" name="표 20">
            <a:extLst>
              <a:ext uri="{FF2B5EF4-FFF2-40B4-BE49-F238E27FC236}">
                <a16:creationId xmlns:a16="http://schemas.microsoft.com/office/drawing/2014/main" id="{E4051FEE-8A40-4FE1-93C5-C1698DFC11A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868586878"/>
              </p:ext>
            </p:extLst>
          </p:nvPr>
        </p:nvGraphicFramePr>
        <p:xfrm>
          <a:off x="7627850" y="4209134"/>
          <a:ext cx="1800000" cy="868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</a:t>
                      </a:r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17C8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</a:t>
                      </a:r>
                      <a:r>
                        <a:rPr lang="ko-KR" altLang="en-US" sz="800" spc="-12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  </a:t>
                      </a:r>
                      <a:r>
                        <a:rPr lang="en-US" altLang="ko-KR" sz="800" spc="-1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 </a:t>
                      </a:r>
                      <a:r>
                        <a:rPr lang="ko-KR" altLang="en-US" sz="800" spc="-12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  <a:endParaRPr lang="ko-Kore-KR" altLang="en-US" sz="800" spc="-120" baseline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 외상 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</a:tbl>
          </a:graphicData>
        </a:graphic>
      </p:graphicFrame>
      <p:graphicFrame>
        <p:nvGraphicFramePr>
          <p:cNvPr id="93" name="표 20">
            <a:extLst>
              <a:ext uri="{FF2B5EF4-FFF2-40B4-BE49-F238E27FC236}">
                <a16:creationId xmlns:a16="http://schemas.microsoft.com/office/drawing/2014/main" id="{871442F0-5F15-49F6-8DAD-A36013483EF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59939253"/>
              </p:ext>
            </p:extLst>
          </p:nvPr>
        </p:nvGraphicFramePr>
        <p:xfrm>
          <a:off x="7627850" y="5211706"/>
          <a:ext cx="1800000" cy="990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00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ore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환경손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</a:t>
                      </a:r>
                      <a:endParaRPr lang="ko-Kore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C686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동상 </a:t>
                      </a:r>
                      <a:r>
                        <a:rPr lang="en-US" altLang="ko-Kore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한랭손상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온열손상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396524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유해</a:t>
                      </a:r>
                      <a:r>
                        <a:rPr lang="ko-KR" altLang="en-US" sz="8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 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흡입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9767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253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화학물질</a:t>
                      </a: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노출</a:t>
                      </a:r>
                      <a:endParaRPr lang="ko-Kore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027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저체온증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21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ore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익수</a:t>
                      </a:r>
                    </a:p>
                  </a:txBody>
                  <a:tcPr marT="0" marB="0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735633"/>
                  </a:ext>
                </a:extLst>
              </a:tr>
            </a:tbl>
          </a:graphicData>
        </a:graphic>
      </p:graphicFrame>
      <p:sp>
        <p:nvSpPr>
          <p:cNvPr id="95" name="직사각형 94">
            <a:hlinkClick r:id="rId28" action="ppaction://hlinksldjump"/>
            <a:extLst>
              <a:ext uri="{FF2B5EF4-FFF2-40B4-BE49-F238E27FC236}">
                <a16:creationId xmlns:a16="http://schemas.microsoft.com/office/drawing/2014/main" id="{9A83EC1D-6BD8-462F-8FCD-5762EDBC1AA2}"/>
              </a:ext>
            </a:extLst>
          </p:cNvPr>
          <p:cNvSpPr/>
          <p:nvPr userDrawn="1"/>
        </p:nvSpPr>
        <p:spPr>
          <a:xfrm>
            <a:off x="5535343" y="2857014"/>
            <a:ext cx="1638189" cy="2209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hlinkClick r:id="rId16" action="ppaction://hlinksldjump"/>
            <a:extLst>
              <a:ext uri="{FF2B5EF4-FFF2-40B4-BE49-F238E27FC236}">
                <a16:creationId xmlns:a16="http://schemas.microsoft.com/office/drawing/2014/main" id="{EC166D3B-7C59-498B-82E6-450063F66FBE}"/>
              </a:ext>
            </a:extLst>
          </p:cNvPr>
          <p:cNvSpPr/>
          <p:nvPr userDrawn="1"/>
        </p:nvSpPr>
        <p:spPr>
          <a:xfrm>
            <a:off x="1350335" y="1127274"/>
            <a:ext cx="1799997" cy="50292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직사각형 98">
            <a:hlinkClick r:id="rId17" action="ppaction://hlinksldjump"/>
            <a:extLst>
              <a:ext uri="{FF2B5EF4-FFF2-40B4-BE49-F238E27FC236}">
                <a16:creationId xmlns:a16="http://schemas.microsoft.com/office/drawing/2014/main" id="{898FDCBE-D5CB-4536-A731-BA96990ABCE7}"/>
              </a:ext>
            </a:extLst>
          </p:cNvPr>
          <p:cNvSpPr/>
          <p:nvPr userDrawn="1"/>
        </p:nvSpPr>
        <p:spPr>
          <a:xfrm>
            <a:off x="1350335" y="1756411"/>
            <a:ext cx="1799997" cy="12344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직사각형 99">
            <a:hlinkClick r:id="rId20" action="ppaction://hlinksldjump"/>
            <a:extLst>
              <a:ext uri="{FF2B5EF4-FFF2-40B4-BE49-F238E27FC236}">
                <a16:creationId xmlns:a16="http://schemas.microsoft.com/office/drawing/2014/main" id="{8F299D37-1A52-471B-93D7-FB6A0838AF80}"/>
              </a:ext>
            </a:extLst>
          </p:cNvPr>
          <p:cNvSpPr/>
          <p:nvPr userDrawn="1"/>
        </p:nvSpPr>
        <p:spPr>
          <a:xfrm>
            <a:off x="3431598" y="1127274"/>
            <a:ext cx="1799997" cy="7386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직사각형 100">
            <a:hlinkClick r:id="rId21" action="ppaction://hlinksldjump"/>
            <a:extLst>
              <a:ext uri="{FF2B5EF4-FFF2-40B4-BE49-F238E27FC236}">
                <a16:creationId xmlns:a16="http://schemas.microsoft.com/office/drawing/2014/main" id="{AD8390DB-BF13-4851-9682-6B2D878738AD}"/>
              </a:ext>
            </a:extLst>
          </p:cNvPr>
          <p:cNvSpPr/>
          <p:nvPr userDrawn="1"/>
        </p:nvSpPr>
        <p:spPr>
          <a:xfrm>
            <a:off x="3431598" y="1985940"/>
            <a:ext cx="1799997" cy="86825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hlinkClick r:id="rId22" action="ppaction://hlinksldjump"/>
            <a:extLst>
              <a:ext uri="{FF2B5EF4-FFF2-40B4-BE49-F238E27FC236}">
                <a16:creationId xmlns:a16="http://schemas.microsoft.com/office/drawing/2014/main" id="{5E590295-B577-41A9-AA6E-3569DD9F1D59}"/>
              </a:ext>
            </a:extLst>
          </p:cNvPr>
          <p:cNvSpPr/>
          <p:nvPr userDrawn="1"/>
        </p:nvSpPr>
        <p:spPr>
          <a:xfrm>
            <a:off x="3437974" y="2974209"/>
            <a:ext cx="1793621" cy="9905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직사각형 102">
            <a:hlinkClick r:id="rId23" action="ppaction://hlinksldjump"/>
            <a:extLst>
              <a:ext uri="{FF2B5EF4-FFF2-40B4-BE49-F238E27FC236}">
                <a16:creationId xmlns:a16="http://schemas.microsoft.com/office/drawing/2014/main" id="{38BE415F-0776-487D-B053-908303B0EE03}"/>
              </a:ext>
            </a:extLst>
          </p:cNvPr>
          <p:cNvSpPr/>
          <p:nvPr userDrawn="1"/>
        </p:nvSpPr>
        <p:spPr>
          <a:xfrm>
            <a:off x="3441826" y="4081926"/>
            <a:ext cx="1799997" cy="136014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직사각형 103">
            <a:hlinkClick r:id="rId24" action="ppaction://hlinksldjump"/>
            <a:extLst>
              <a:ext uri="{FF2B5EF4-FFF2-40B4-BE49-F238E27FC236}">
                <a16:creationId xmlns:a16="http://schemas.microsoft.com/office/drawing/2014/main" id="{CCDB3755-6585-4913-AD35-9877A27046F7}"/>
              </a:ext>
            </a:extLst>
          </p:cNvPr>
          <p:cNvSpPr/>
          <p:nvPr userDrawn="1"/>
        </p:nvSpPr>
        <p:spPr>
          <a:xfrm>
            <a:off x="5540212" y="1127273"/>
            <a:ext cx="1799996" cy="15982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5" action="ppaction://hlinksldjump"/>
            <a:extLst>
              <a:ext uri="{FF2B5EF4-FFF2-40B4-BE49-F238E27FC236}">
                <a16:creationId xmlns:a16="http://schemas.microsoft.com/office/drawing/2014/main" id="{CD2D30EC-9EC4-4EA4-ADB9-C17213E37740}"/>
              </a:ext>
            </a:extLst>
          </p:cNvPr>
          <p:cNvSpPr/>
          <p:nvPr userDrawn="1"/>
        </p:nvSpPr>
        <p:spPr>
          <a:xfrm>
            <a:off x="5540211" y="2853690"/>
            <a:ext cx="1799997" cy="22131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6" action="ppaction://hlinksldjump"/>
            <a:extLst>
              <a:ext uri="{FF2B5EF4-FFF2-40B4-BE49-F238E27FC236}">
                <a16:creationId xmlns:a16="http://schemas.microsoft.com/office/drawing/2014/main" id="{0C734AAD-A6E0-4006-87DD-05A8E5646E18}"/>
              </a:ext>
            </a:extLst>
          </p:cNvPr>
          <p:cNvSpPr/>
          <p:nvPr userDrawn="1"/>
        </p:nvSpPr>
        <p:spPr>
          <a:xfrm>
            <a:off x="5540211" y="5184006"/>
            <a:ext cx="1799997" cy="147827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7" action="ppaction://hlinksldjump"/>
            <a:extLst>
              <a:ext uri="{FF2B5EF4-FFF2-40B4-BE49-F238E27FC236}">
                <a16:creationId xmlns:a16="http://schemas.microsoft.com/office/drawing/2014/main" id="{598171E2-2E71-406A-8820-0B85CBAF246E}"/>
              </a:ext>
            </a:extLst>
          </p:cNvPr>
          <p:cNvSpPr/>
          <p:nvPr userDrawn="1"/>
        </p:nvSpPr>
        <p:spPr>
          <a:xfrm>
            <a:off x="7627548" y="1127273"/>
            <a:ext cx="1799997" cy="14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8" action="ppaction://hlinksldjump"/>
            <a:extLst>
              <a:ext uri="{FF2B5EF4-FFF2-40B4-BE49-F238E27FC236}">
                <a16:creationId xmlns:a16="http://schemas.microsoft.com/office/drawing/2014/main" id="{705B25E6-D1C3-420B-89BF-1BA4A9A2E531}"/>
              </a:ext>
            </a:extLst>
          </p:cNvPr>
          <p:cNvSpPr/>
          <p:nvPr userDrawn="1"/>
        </p:nvSpPr>
        <p:spPr>
          <a:xfrm>
            <a:off x="7623199" y="2728707"/>
            <a:ext cx="1799997" cy="13488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9" action="ppaction://hlinksldjump"/>
            <a:extLst>
              <a:ext uri="{FF2B5EF4-FFF2-40B4-BE49-F238E27FC236}">
                <a16:creationId xmlns:a16="http://schemas.microsoft.com/office/drawing/2014/main" id="{1CF4F66A-15BB-487E-89D7-1D308393EA99}"/>
              </a:ext>
            </a:extLst>
          </p:cNvPr>
          <p:cNvSpPr/>
          <p:nvPr userDrawn="1"/>
        </p:nvSpPr>
        <p:spPr>
          <a:xfrm>
            <a:off x="7627548" y="4201940"/>
            <a:ext cx="1799997" cy="8758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30" action="ppaction://hlinksldjump"/>
            <a:extLst>
              <a:ext uri="{FF2B5EF4-FFF2-40B4-BE49-F238E27FC236}">
                <a16:creationId xmlns:a16="http://schemas.microsoft.com/office/drawing/2014/main" id="{D9B08553-0105-46DC-AB13-E9539C28EDC9}"/>
              </a:ext>
            </a:extLst>
          </p:cNvPr>
          <p:cNvSpPr/>
          <p:nvPr userDrawn="1"/>
        </p:nvSpPr>
        <p:spPr>
          <a:xfrm>
            <a:off x="7627548" y="5211706"/>
            <a:ext cx="1799997" cy="9906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31" action="ppaction://hlinksldjump"/>
            <a:extLst>
              <a:ext uri="{FF2B5EF4-FFF2-40B4-BE49-F238E27FC236}">
                <a16:creationId xmlns:a16="http://schemas.microsoft.com/office/drawing/2014/main" id="{1FBF0DBB-4057-4D49-92AF-D65C79D0878F}"/>
              </a:ext>
            </a:extLst>
          </p:cNvPr>
          <p:cNvSpPr/>
          <p:nvPr userDrawn="1"/>
        </p:nvSpPr>
        <p:spPr>
          <a:xfrm>
            <a:off x="9715705" y="1127273"/>
            <a:ext cx="1799997" cy="23317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32" action="ppaction://hlinksldjump"/>
            <a:extLst>
              <a:ext uri="{FF2B5EF4-FFF2-40B4-BE49-F238E27FC236}">
                <a16:creationId xmlns:a16="http://schemas.microsoft.com/office/drawing/2014/main" id="{BAFAEA10-DE2F-4977-8059-D0C43DD146CB}"/>
              </a:ext>
            </a:extLst>
          </p:cNvPr>
          <p:cNvSpPr/>
          <p:nvPr userDrawn="1"/>
        </p:nvSpPr>
        <p:spPr>
          <a:xfrm>
            <a:off x="9715705" y="3593822"/>
            <a:ext cx="1799997" cy="22045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18" action="ppaction://hlinksldjump"/>
            <a:extLst>
              <a:ext uri="{FF2B5EF4-FFF2-40B4-BE49-F238E27FC236}">
                <a16:creationId xmlns:a16="http://schemas.microsoft.com/office/drawing/2014/main" id="{ABC793E2-70E6-4185-A523-2940BAB3049E}"/>
              </a:ext>
            </a:extLst>
          </p:cNvPr>
          <p:cNvSpPr/>
          <p:nvPr userDrawn="1"/>
        </p:nvSpPr>
        <p:spPr>
          <a:xfrm>
            <a:off x="1350335" y="3117068"/>
            <a:ext cx="1799997" cy="160266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19" action="ppaction://hlinksldjump"/>
            <a:extLst>
              <a:ext uri="{FF2B5EF4-FFF2-40B4-BE49-F238E27FC236}">
                <a16:creationId xmlns:a16="http://schemas.microsoft.com/office/drawing/2014/main" id="{13501BE8-B78F-457C-9D07-47CFF0323FF7}"/>
              </a:ext>
            </a:extLst>
          </p:cNvPr>
          <p:cNvSpPr/>
          <p:nvPr userDrawn="1"/>
        </p:nvSpPr>
        <p:spPr>
          <a:xfrm>
            <a:off x="1350335" y="4845946"/>
            <a:ext cx="1799997" cy="12344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hlinkClick r:id="rId16" action="ppaction://hlinksldjump"/>
            <a:extLst>
              <a:ext uri="{FF2B5EF4-FFF2-40B4-BE49-F238E27FC236}">
                <a16:creationId xmlns:a16="http://schemas.microsoft.com/office/drawing/2014/main" id="{4A8FDFDC-22B1-4268-95C9-512021BC959F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17" action="ppaction://hlinksldjump"/>
            <a:extLst>
              <a:ext uri="{FF2B5EF4-FFF2-40B4-BE49-F238E27FC236}">
                <a16:creationId xmlns:a16="http://schemas.microsoft.com/office/drawing/2014/main" id="{AC56A457-D2BD-4EFF-9265-776B573719D8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18" action="ppaction://hlinksldjump"/>
            <a:extLst>
              <a:ext uri="{FF2B5EF4-FFF2-40B4-BE49-F238E27FC236}">
                <a16:creationId xmlns:a16="http://schemas.microsoft.com/office/drawing/2014/main" id="{BA042C95-B69B-4434-A4BA-2E4439F61ADE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19" action="ppaction://hlinksldjump"/>
            <a:extLst>
              <a:ext uri="{FF2B5EF4-FFF2-40B4-BE49-F238E27FC236}">
                <a16:creationId xmlns:a16="http://schemas.microsoft.com/office/drawing/2014/main" id="{C6AA246F-B2AD-4CBC-BB77-991730CD7316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20" action="ppaction://hlinksldjump"/>
            <a:extLst>
              <a:ext uri="{FF2B5EF4-FFF2-40B4-BE49-F238E27FC236}">
                <a16:creationId xmlns:a16="http://schemas.microsoft.com/office/drawing/2014/main" id="{11B6EF72-E325-4957-8EAC-A351E8433453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21" action="ppaction://hlinksldjump"/>
            <a:extLst>
              <a:ext uri="{FF2B5EF4-FFF2-40B4-BE49-F238E27FC236}">
                <a16:creationId xmlns:a16="http://schemas.microsoft.com/office/drawing/2014/main" id="{8DFF7647-9F3F-4249-B101-C89B813CB563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22" action="ppaction://hlinksldjump"/>
            <a:extLst>
              <a:ext uri="{FF2B5EF4-FFF2-40B4-BE49-F238E27FC236}">
                <a16:creationId xmlns:a16="http://schemas.microsoft.com/office/drawing/2014/main" id="{55703D19-C734-4901-84C2-0056F5B7DC50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3" action="ppaction://hlinksldjump"/>
            <a:extLst>
              <a:ext uri="{FF2B5EF4-FFF2-40B4-BE49-F238E27FC236}">
                <a16:creationId xmlns:a16="http://schemas.microsoft.com/office/drawing/2014/main" id="{63EB82D7-F00A-42BB-88FD-B307F5676DB0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4" action="ppaction://hlinksldjump"/>
            <a:extLst>
              <a:ext uri="{FF2B5EF4-FFF2-40B4-BE49-F238E27FC236}">
                <a16:creationId xmlns:a16="http://schemas.microsoft.com/office/drawing/2014/main" id="{88C7CF9D-D7D7-4746-9542-A3BFBD4D83E5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5" action="ppaction://hlinksldjump"/>
            <a:extLst>
              <a:ext uri="{FF2B5EF4-FFF2-40B4-BE49-F238E27FC236}">
                <a16:creationId xmlns:a16="http://schemas.microsoft.com/office/drawing/2014/main" id="{1AD11C85-B6CF-42E2-907A-018678B57EAD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6" action="ppaction://hlinksldjump"/>
            <a:extLst>
              <a:ext uri="{FF2B5EF4-FFF2-40B4-BE49-F238E27FC236}">
                <a16:creationId xmlns:a16="http://schemas.microsoft.com/office/drawing/2014/main" id="{D318D351-22B2-4281-A3D4-88F8697DCB72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27" action="ppaction://hlinksldjump"/>
            <a:extLst>
              <a:ext uri="{FF2B5EF4-FFF2-40B4-BE49-F238E27FC236}">
                <a16:creationId xmlns:a16="http://schemas.microsoft.com/office/drawing/2014/main" id="{DCDF393C-67BA-4F88-91C8-74F2CD093B6F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8" action="ppaction://hlinksldjump"/>
            <a:extLst>
              <a:ext uri="{FF2B5EF4-FFF2-40B4-BE49-F238E27FC236}">
                <a16:creationId xmlns:a16="http://schemas.microsoft.com/office/drawing/2014/main" id="{13FBCE96-29A5-44FE-B641-6C4F8FFA584E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9" action="ppaction://hlinksldjump"/>
            <a:extLst>
              <a:ext uri="{FF2B5EF4-FFF2-40B4-BE49-F238E27FC236}">
                <a16:creationId xmlns:a16="http://schemas.microsoft.com/office/drawing/2014/main" id="{D460E842-66F5-4BD0-B253-F878CAA49917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30" action="ppaction://hlinksldjump"/>
            <a:extLst>
              <a:ext uri="{FF2B5EF4-FFF2-40B4-BE49-F238E27FC236}">
                <a16:creationId xmlns:a16="http://schemas.microsoft.com/office/drawing/2014/main" id="{94F714D2-2F2F-4971-B615-A11AE1FCC873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31" action="ppaction://hlinksldjump"/>
            <a:extLst>
              <a:ext uri="{FF2B5EF4-FFF2-40B4-BE49-F238E27FC236}">
                <a16:creationId xmlns:a16="http://schemas.microsoft.com/office/drawing/2014/main" id="{6217E661-42EA-40B6-9B72-7D55E95735A4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32" action="ppaction://hlinksldjump"/>
            <a:extLst>
              <a:ext uri="{FF2B5EF4-FFF2-40B4-BE49-F238E27FC236}">
                <a16:creationId xmlns:a16="http://schemas.microsoft.com/office/drawing/2014/main" id="{C1CF61C5-6648-4CBB-BAFB-8CE2AD962C1F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6">
            <a:hlinkClick r:id="rId8" action="ppaction://hlinksldjump"/>
            <a:extLst>
              <a:ext uri="{FF2B5EF4-FFF2-40B4-BE49-F238E27FC236}">
                <a16:creationId xmlns:a16="http://schemas.microsoft.com/office/drawing/2014/main" id="{3DA270C1-97A9-4F65-BC2C-C42E72F8CA79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33" action="ppaction://hlinksldjump"/>
            <a:extLst>
              <a:ext uri="{FF2B5EF4-FFF2-40B4-BE49-F238E27FC236}">
                <a16:creationId xmlns:a16="http://schemas.microsoft.com/office/drawing/2014/main" id="{F62076CA-632E-4F5A-A6B9-9F7C23AAADF1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9" action="ppaction://hlinksldjump"/>
            <a:extLst>
              <a:ext uri="{FF2B5EF4-FFF2-40B4-BE49-F238E27FC236}">
                <a16:creationId xmlns:a16="http://schemas.microsoft.com/office/drawing/2014/main" id="{A6A7A760-59E9-419D-BB8D-E7DF25EF370E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10" action="ppaction://hlinksldjump"/>
            <a:extLst>
              <a:ext uri="{FF2B5EF4-FFF2-40B4-BE49-F238E27FC236}">
                <a16:creationId xmlns:a16="http://schemas.microsoft.com/office/drawing/2014/main" id="{2F5B6D13-16BD-43DD-860E-40F3683AB6EA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14" action="ppaction://hlinksldjump"/>
            <a:extLst>
              <a:ext uri="{FF2B5EF4-FFF2-40B4-BE49-F238E27FC236}">
                <a16:creationId xmlns:a16="http://schemas.microsoft.com/office/drawing/2014/main" id="{E0EA0E25-E7B8-479C-8B29-7429D196160E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11" action="ppaction://hlinksldjump"/>
            <a:extLst>
              <a:ext uri="{FF2B5EF4-FFF2-40B4-BE49-F238E27FC236}">
                <a16:creationId xmlns:a16="http://schemas.microsoft.com/office/drawing/2014/main" id="{5D250361-BDEF-4476-BEAA-1F882599514D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12" action="ppaction://hlinksldjump"/>
            <a:extLst>
              <a:ext uri="{FF2B5EF4-FFF2-40B4-BE49-F238E27FC236}">
                <a16:creationId xmlns:a16="http://schemas.microsoft.com/office/drawing/2014/main" id="{4538ED0F-E9B4-4C43-A159-EA9051225045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13" action="ppaction://hlinksldjump"/>
            <a:extLst>
              <a:ext uri="{FF2B5EF4-FFF2-40B4-BE49-F238E27FC236}">
                <a16:creationId xmlns:a16="http://schemas.microsoft.com/office/drawing/2014/main" id="{041E81D3-D078-4D9B-A40B-B6CD40062B8A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15" action="ppaction://hlinksldjump"/>
            <a:extLst>
              <a:ext uri="{FF2B5EF4-FFF2-40B4-BE49-F238E27FC236}">
                <a16:creationId xmlns:a16="http://schemas.microsoft.com/office/drawing/2014/main" id="{E50A6CE6-B2EF-44E3-932B-7F74EE21866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hlinkClick r:id="rId3" action="ppaction://hlinksldjump"/>
            <a:extLst>
              <a:ext uri="{FF2B5EF4-FFF2-40B4-BE49-F238E27FC236}">
                <a16:creationId xmlns:a16="http://schemas.microsoft.com/office/drawing/2014/main" id="{33FDB86B-19F2-4C50-86AF-F0EB3FD4EA26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34" action="ppaction://hlinksldjump"/>
            <a:extLst>
              <a:ext uri="{FF2B5EF4-FFF2-40B4-BE49-F238E27FC236}">
                <a16:creationId xmlns:a16="http://schemas.microsoft.com/office/drawing/2014/main" id="{E50AF0C0-7A5E-49A6-B41A-9D210C299F01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7EED2A4-B43C-4667-8979-D513C62A564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55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3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bg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TextBox 128">
            <a:hlinkClick r:id="rId3" action="ppaction://hlinksldjump"/>
            <a:extLst>
              <a:ext uri="{FF2B5EF4-FFF2-40B4-BE49-F238E27FC236}">
                <a16:creationId xmlns:a16="http://schemas.microsoft.com/office/drawing/2014/main" id="{91F56BE1-6DD2-4AB3-B7F6-3D9D24E0571B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130" name="TextBox 129">
            <a:hlinkClick r:id="rId4" action="ppaction://hlinksldjump"/>
            <a:extLst>
              <a:ext uri="{FF2B5EF4-FFF2-40B4-BE49-F238E27FC236}">
                <a16:creationId xmlns:a16="http://schemas.microsoft.com/office/drawing/2014/main" id="{A966912F-FFBC-49E7-87B0-E6CEC0CD5A12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111" name="직사각형 110">
            <a:hlinkClick r:id="rId6" action="ppaction://hlinksldjump"/>
            <a:extLst>
              <a:ext uri="{FF2B5EF4-FFF2-40B4-BE49-F238E27FC236}">
                <a16:creationId xmlns:a16="http://schemas.microsoft.com/office/drawing/2014/main" id="{4C6741B7-E26C-4335-9E30-11BBBCDD3CBF}"/>
              </a:ext>
            </a:extLst>
          </p:cNvPr>
          <p:cNvSpPr/>
          <p:nvPr userDrawn="1"/>
        </p:nvSpPr>
        <p:spPr>
          <a:xfrm>
            <a:off x="-3354" y="4620126"/>
            <a:ext cx="677123" cy="4138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7" action="ppaction://hlinksldjump"/>
            <a:extLst>
              <a:ext uri="{FF2B5EF4-FFF2-40B4-BE49-F238E27FC236}">
                <a16:creationId xmlns:a16="http://schemas.microsoft.com/office/drawing/2014/main" id="{D31FD85D-95A2-43E3-8EC9-05578D06907A}"/>
              </a:ext>
            </a:extLst>
          </p:cNvPr>
          <p:cNvSpPr/>
          <p:nvPr userDrawn="1"/>
        </p:nvSpPr>
        <p:spPr>
          <a:xfrm>
            <a:off x="-973" y="6239475"/>
            <a:ext cx="677123" cy="388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4FF60706-ED95-402C-99B6-13AE0476C62E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115" name="제목 개체 틀 11">
            <a:extLst>
              <a:ext uri="{FF2B5EF4-FFF2-40B4-BE49-F238E27FC236}">
                <a16:creationId xmlns:a16="http://schemas.microsoft.com/office/drawing/2014/main" id="{1BA52D89-DA05-4137-A270-58E97FFFFEB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116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505BB9E4-C669-4329-8695-22CFA46286F4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117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171FF89A-4EB5-4ADE-8F5A-B0AAF5C8C8EA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118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715F8EC3-27A3-4F89-B7BD-47E7320BA42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11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4CAF3337-5A98-48DE-8C57-31E1C31FC280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12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23242676-C701-4983-9C5A-2F9930CE515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121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7B2E12DA-9698-486E-9777-26E06094B2F6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122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53B0122B-DD5A-4A4A-8E3F-D8BB1D9452B2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12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125B4A65-E3AE-4F86-80DA-4D406BCE9D8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31" name="그림 130">
            <a:hlinkClick r:id="rId4" action="ppaction://hlinksldjump"/>
            <a:extLst>
              <a:ext uri="{FF2B5EF4-FFF2-40B4-BE49-F238E27FC236}">
                <a16:creationId xmlns:a16="http://schemas.microsoft.com/office/drawing/2014/main" id="{B907E7F2-5CD5-4E93-8C49-F066EFED907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32" name="그림 131">
            <a:hlinkClick r:id="rId3" action="ppaction://hlinksldjump"/>
            <a:extLst>
              <a:ext uri="{FF2B5EF4-FFF2-40B4-BE49-F238E27FC236}">
                <a16:creationId xmlns:a16="http://schemas.microsoft.com/office/drawing/2014/main" id="{B4629C9E-AEFC-44B3-AFEB-42BEF9D0656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33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A5A99A34-7B5B-4F13-883A-FD00FD3A4965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3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51AA7972-985B-49BF-9558-701E1390A21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3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469942F-892D-4BA3-A6E7-7DF3FA674DED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36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A8478E35-E1FB-48E7-8929-73EA5940483C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37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DD26A315-26A6-4997-856F-76F3E0C9F14A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38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9D4BB106-3C4F-4426-8D5F-C3A79CAE45C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3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20F44D6-83B2-435A-B15A-B4F831C11F24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4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9FF1E0C4-7BF8-4615-8940-41AFB4839373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4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8A7239E9-3E69-4B4A-9243-EAB1F4A7F08E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4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8F1E4E20-632F-4C75-891F-49CDC951B08D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143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00D5E25A-9D2F-47AB-AA8E-43A8DD864534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4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FC049899-3114-4992-B361-D11C790ED7DB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4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F0476949-0197-48B0-B448-E8FEA16FFE46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4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06462258-4543-421D-AD68-B39563FA8A38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4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F9A2B10B-4C35-4B96-8ECD-D5640ED6A29F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4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FA3B2356-EC03-4683-AE86-CC62969E0689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4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947DB775-BCA6-4EB4-82E7-3DD7DA9655B5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5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86BD3CC8-1D54-435B-BC72-3AE398D7546E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5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5CE15F33-0BD7-41B0-AF47-27C7B4A5F866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5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2BA2100B-25BF-40F7-A399-58C727E91FE0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53" name="직사각형 152">
            <a:hlinkClick r:id="rId17" action="ppaction://hlinksldjump"/>
            <a:extLst>
              <a:ext uri="{FF2B5EF4-FFF2-40B4-BE49-F238E27FC236}">
                <a16:creationId xmlns:a16="http://schemas.microsoft.com/office/drawing/2014/main" id="{5507CDDF-70CD-41E8-B372-3A640CCEEC2A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직사각형 153">
            <a:hlinkClick r:id="rId18" action="ppaction://hlinksldjump"/>
            <a:extLst>
              <a:ext uri="{FF2B5EF4-FFF2-40B4-BE49-F238E27FC236}">
                <a16:creationId xmlns:a16="http://schemas.microsoft.com/office/drawing/2014/main" id="{CEC67C1E-AD90-4567-8E46-C15A6753587D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직사각형 154">
            <a:hlinkClick r:id="rId19" action="ppaction://hlinksldjump"/>
            <a:extLst>
              <a:ext uri="{FF2B5EF4-FFF2-40B4-BE49-F238E27FC236}">
                <a16:creationId xmlns:a16="http://schemas.microsoft.com/office/drawing/2014/main" id="{F854D94C-C5A9-45A3-B749-F0352B3BBD2C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직사각형 155">
            <a:hlinkClick r:id="rId20" action="ppaction://hlinksldjump"/>
            <a:extLst>
              <a:ext uri="{FF2B5EF4-FFF2-40B4-BE49-F238E27FC236}">
                <a16:creationId xmlns:a16="http://schemas.microsoft.com/office/drawing/2014/main" id="{B932EA58-CAF0-44BC-AC5F-8D9BE7D20452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>
            <a:hlinkClick r:id="rId21" action="ppaction://hlinksldjump"/>
            <a:extLst>
              <a:ext uri="{FF2B5EF4-FFF2-40B4-BE49-F238E27FC236}">
                <a16:creationId xmlns:a16="http://schemas.microsoft.com/office/drawing/2014/main" id="{40DFF091-AAB5-4CEB-8366-6B45AC1CB20B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>
            <a:hlinkClick r:id="rId22" action="ppaction://hlinksldjump"/>
            <a:extLst>
              <a:ext uri="{FF2B5EF4-FFF2-40B4-BE49-F238E27FC236}">
                <a16:creationId xmlns:a16="http://schemas.microsoft.com/office/drawing/2014/main" id="{550746FF-65DC-471E-B136-2D7D5525FC0D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>
            <a:hlinkClick r:id="rId23" action="ppaction://hlinksldjump"/>
            <a:extLst>
              <a:ext uri="{FF2B5EF4-FFF2-40B4-BE49-F238E27FC236}">
                <a16:creationId xmlns:a16="http://schemas.microsoft.com/office/drawing/2014/main" id="{50953964-894E-4439-AC54-013C8B7E90E2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직사각형 159">
            <a:hlinkClick r:id="rId24" action="ppaction://hlinksldjump"/>
            <a:extLst>
              <a:ext uri="{FF2B5EF4-FFF2-40B4-BE49-F238E27FC236}">
                <a16:creationId xmlns:a16="http://schemas.microsoft.com/office/drawing/2014/main" id="{83520ABF-4991-4F2B-B6B2-AB54151826E5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1" name="직사각형 160">
            <a:hlinkClick r:id="rId25" action="ppaction://hlinksldjump"/>
            <a:extLst>
              <a:ext uri="{FF2B5EF4-FFF2-40B4-BE49-F238E27FC236}">
                <a16:creationId xmlns:a16="http://schemas.microsoft.com/office/drawing/2014/main" id="{2B08B0BA-B1F6-47D1-9979-C79CB985012C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hlinkClick r:id="rId26" action="ppaction://hlinksldjump"/>
            <a:extLst>
              <a:ext uri="{FF2B5EF4-FFF2-40B4-BE49-F238E27FC236}">
                <a16:creationId xmlns:a16="http://schemas.microsoft.com/office/drawing/2014/main" id="{D397808A-B75E-4CDA-9A72-C7B0B25659DB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직사각형 162">
            <a:hlinkClick r:id="rId27" action="ppaction://hlinksldjump"/>
            <a:extLst>
              <a:ext uri="{FF2B5EF4-FFF2-40B4-BE49-F238E27FC236}">
                <a16:creationId xmlns:a16="http://schemas.microsoft.com/office/drawing/2014/main" id="{22320CD3-3DFC-4791-B9CE-66D78F19BDBF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직사각형 163">
            <a:hlinkClick r:id="rId28" action="ppaction://hlinksldjump"/>
            <a:extLst>
              <a:ext uri="{FF2B5EF4-FFF2-40B4-BE49-F238E27FC236}">
                <a16:creationId xmlns:a16="http://schemas.microsoft.com/office/drawing/2014/main" id="{C9544D1A-7CE3-4F1F-B4C1-90F0D00DF70B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5" name="직사각형 164">
            <a:hlinkClick r:id="rId29" action="ppaction://hlinksldjump"/>
            <a:extLst>
              <a:ext uri="{FF2B5EF4-FFF2-40B4-BE49-F238E27FC236}">
                <a16:creationId xmlns:a16="http://schemas.microsoft.com/office/drawing/2014/main" id="{3E4B6E92-A10C-4D75-ADD3-1B515FF24988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직사각형 165">
            <a:hlinkClick r:id="rId30" action="ppaction://hlinksldjump"/>
            <a:extLst>
              <a:ext uri="{FF2B5EF4-FFF2-40B4-BE49-F238E27FC236}">
                <a16:creationId xmlns:a16="http://schemas.microsoft.com/office/drawing/2014/main" id="{E23F64F5-4F2B-4EC0-AD7E-3B2964C554ED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직사각형 166">
            <a:hlinkClick r:id="rId31" action="ppaction://hlinksldjump"/>
            <a:extLst>
              <a:ext uri="{FF2B5EF4-FFF2-40B4-BE49-F238E27FC236}">
                <a16:creationId xmlns:a16="http://schemas.microsoft.com/office/drawing/2014/main" id="{8B3885F5-2FB5-43BC-A315-CA9B2E99CD1C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직사각형 167">
            <a:hlinkClick r:id="rId32" action="ppaction://hlinksldjump"/>
            <a:extLst>
              <a:ext uri="{FF2B5EF4-FFF2-40B4-BE49-F238E27FC236}">
                <a16:creationId xmlns:a16="http://schemas.microsoft.com/office/drawing/2014/main" id="{164EADED-9661-45A1-9D4A-9BA542DA45FA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직사각형 168">
            <a:hlinkClick r:id="rId33" action="ppaction://hlinksldjump"/>
            <a:extLst>
              <a:ext uri="{FF2B5EF4-FFF2-40B4-BE49-F238E27FC236}">
                <a16:creationId xmlns:a16="http://schemas.microsoft.com/office/drawing/2014/main" id="{5D3B8B00-C825-4E64-B4D6-DED1BC5B2127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직사각형 169">
            <a:hlinkClick r:id="rId8" action="ppaction://hlinksldjump"/>
            <a:extLst>
              <a:ext uri="{FF2B5EF4-FFF2-40B4-BE49-F238E27FC236}">
                <a16:creationId xmlns:a16="http://schemas.microsoft.com/office/drawing/2014/main" id="{2199A5A0-24B9-4240-9E30-415897402289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직사각형 170">
            <a:hlinkClick r:id="rId14" action="ppaction://hlinksldjump"/>
            <a:extLst>
              <a:ext uri="{FF2B5EF4-FFF2-40B4-BE49-F238E27FC236}">
                <a16:creationId xmlns:a16="http://schemas.microsoft.com/office/drawing/2014/main" id="{93AADC9F-A7C8-4993-9FC8-075DE096412D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직사각형 171">
            <a:hlinkClick r:id="rId9" action="ppaction://hlinksldjump"/>
            <a:extLst>
              <a:ext uri="{FF2B5EF4-FFF2-40B4-BE49-F238E27FC236}">
                <a16:creationId xmlns:a16="http://schemas.microsoft.com/office/drawing/2014/main" id="{CCC35ABA-2457-4158-ACB1-3BA6EF89FAF8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직사각형 172">
            <a:hlinkClick r:id="rId10" action="ppaction://hlinksldjump"/>
            <a:extLst>
              <a:ext uri="{FF2B5EF4-FFF2-40B4-BE49-F238E27FC236}">
                <a16:creationId xmlns:a16="http://schemas.microsoft.com/office/drawing/2014/main" id="{B5F0F3AF-64D7-43F1-84A2-ED6889ACE05F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직사각형 173">
            <a:hlinkClick r:id="rId6" action="ppaction://hlinksldjump"/>
            <a:extLst>
              <a:ext uri="{FF2B5EF4-FFF2-40B4-BE49-F238E27FC236}">
                <a16:creationId xmlns:a16="http://schemas.microsoft.com/office/drawing/2014/main" id="{9CB11C6A-DBBE-428D-94EA-C75682DCCF0E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직사각형 174">
            <a:hlinkClick r:id="rId11" action="ppaction://hlinksldjump"/>
            <a:extLst>
              <a:ext uri="{FF2B5EF4-FFF2-40B4-BE49-F238E27FC236}">
                <a16:creationId xmlns:a16="http://schemas.microsoft.com/office/drawing/2014/main" id="{AC478C15-1799-4DFC-B8A0-EDFE02861CC3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직사각형 175">
            <a:hlinkClick r:id="rId12" action="ppaction://hlinksldjump"/>
            <a:extLst>
              <a:ext uri="{FF2B5EF4-FFF2-40B4-BE49-F238E27FC236}">
                <a16:creationId xmlns:a16="http://schemas.microsoft.com/office/drawing/2014/main" id="{9D56889F-AA31-43F8-B00B-DAEE5F13BD19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직사각형 176">
            <a:hlinkClick r:id="rId13" action="ppaction://hlinksldjump"/>
            <a:extLst>
              <a:ext uri="{FF2B5EF4-FFF2-40B4-BE49-F238E27FC236}">
                <a16:creationId xmlns:a16="http://schemas.microsoft.com/office/drawing/2014/main" id="{96B987F3-4F28-4094-BEB8-78EF7E43D678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직사각형 177">
            <a:hlinkClick r:id="rId7" action="ppaction://hlinksldjump"/>
            <a:extLst>
              <a:ext uri="{FF2B5EF4-FFF2-40B4-BE49-F238E27FC236}">
                <a16:creationId xmlns:a16="http://schemas.microsoft.com/office/drawing/2014/main" id="{BD8365A0-AB7D-4D2C-A76A-D1C56F4F637F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" action="ppaction://hlinksldjump"/>
            <a:extLst>
              <a:ext uri="{FF2B5EF4-FFF2-40B4-BE49-F238E27FC236}">
                <a16:creationId xmlns:a16="http://schemas.microsoft.com/office/drawing/2014/main" id="{8901C469-03B3-4BEB-B6B0-9F94829F14A8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rId34" action="ppaction://hlinksldjump"/>
            <a:extLst>
              <a:ext uri="{FF2B5EF4-FFF2-40B4-BE49-F238E27FC236}">
                <a16:creationId xmlns:a16="http://schemas.microsoft.com/office/drawing/2014/main" id="{A70A5447-BE66-478A-BAF4-127F69771727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164F226-5D50-477A-A87D-0F264E455D23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33904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TextBox 139">
            <a:hlinkClick r:id="rId3" action="ppaction://hlinksldjump"/>
            <a:extLst>
              <a:ext uri="{FF2B5EF4-FFF2-40B4-BE49-F238E27FC236}">
                <a16:creationId xmlns:a16="http://schemas.microsoft.com/office/drawing/2014/main" id="{37D4BF54-D6DC-414E-82AC-023DE7181150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141" name="TextBox 140">
            <a:hlinkClick r:id="rId4" action="ppaction://hlinksldjump"/>
            <a:extLst>
              <a:ext uri="{FF2B5EF4-FFF2-40B4-BE49-F238E27FC236}">
                <a16:creationId xmlns:a16="http://schemas.microsoft.com/office/drawing/2014/main" id="{810B2415-C004-4FFA-BBF9-AD726DECDED6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2621403"/>
            <a:ext cx="677123" cy="3924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4DC8DEC-AB9B-41FB-98AA-0D1B2BFF7E5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126" name="제목 개체 틀 11">
            <a:extLst>
              <a:ext uri="{FF2B5EF4-FFF2-40B4-BE49-F238E27FC236}">
                <a16:creationId xmlns:a16="http://schemas.microsoft.com/office/drawing/2014/main" id="{E9700945-BFB2-4ED8-A597-24562B19D8F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1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4681F117-35E3-4A5A-8B6D-F453E4505E6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1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C101C1AD-7B6E-41CA-A47E-90FC68BB6EFB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1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00AD9159-885F-48D6-8F3C-54C12EB3C2D5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1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0A479C26-18FB-4F14-9CD1-308527E54AF0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1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C9163B71-2861-461A-A0D4-6368164D082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13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E7F46DF-D34F-4EFB-978C-E6DFD8F094C8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13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4AC02F3F-8740-4345-8F59-E2002973CD6E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13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5187E408-596E-4665-B740-1FCE846F4F23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42" name="그림 141">
            <a:hlinkClick r:id="rId4" action="ppaction://hlinksldjump"/>
            <a:extLst>
              <a:ext uri="{FF2B5EF4-FFF2-40B4-BE49-F238E27FC236}">
                <a16:creationId xmlns:a16="http://schemas.microsoft.com/office/drawing/2014/main" id="{C16BB566-7894-444A-AA1E-8549381E70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43" name="그림 142">
            <a:hlinkClick r:id="rId3" action="ppaction://hlinksldjump"/>
            <a:extLst>
              <a:ext uri="{FF2B5EF4-FFF2-40B4-BE49-F238E27FC236}">
                <a16:creationId xmlns:a16="http://schemas.microsoft.com/office/drawing/2014/main" id="{8F5F3339-96E0-45D8-9E60-4F74A08FC3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4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5AAE9127-9E7B-4505-9818-27DEDDB518DC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45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100507AC-3D8A-4E23-8938-126920D0758A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6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A60B81BD-9F99-40E7-8058-31F859E149A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7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BF0ACDF0-F746-4903-8279-A00180AF446C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48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1607A59-2FE6-441A-8C94-6867A78B0C43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49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2A710E18-DB3A-478A-88BD-AA39FC06971F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50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D3EF64CC-4DE5-46A5-9A06-424A5B913961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51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F32F38F0-BF51-46E5-9EE0-DB08C91AAE4F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52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67FC1E9A-31E5-4EF1-97ED-36E873F508F0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54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AEF56C43-2A34-4457-AD16-50C6D07429EE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55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30F6B286-F3FD-4A53-BE76-5897B8958BF2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56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0B990415-81BD-461D-A7DA-C5BD4E23E35B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57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4796CFB5-CF94-4A03-8053-66BD94FCED04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58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17BD96CC-B6B7-48DC-847B-FC542A2290EF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59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6E4EAECF-E9ED-4C78-AFA6-9656486F6DB1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60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B799CD5B-78CB-4A93-AA6C-FCB650F6C4A9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61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B0986631-7F84-4592-8733-7E88AC6C54D7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62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2641C05A-6255-4ADA-A553-EA562FC4C24D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63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106503BE-C6C1-4943-AFD6-2F14065EAA84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64" name="직사각형 163">
            <a:hlinkClick r:id="rId17" action="ppaction://hlinksldjump"/>
            <a:extLst>
              <a:ext uri="{FF2B5EF4-FFF2-40B4-BE49-F238E27FC236}">
                <a16:creationId xmlns:a16="http://schemas.microsoft.com/office/drawing/2014/main" id="{980C2474-E690-4053-82DA-3D07AA6ADEE1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5" name="직사각형 164">
            <a:hlinkClick r:id="rId18" action="ppaction://hlinksldjump"/>
            <a:extLst>
              <a:ext uri="{FF2B5EF4-FFF2-40B4-BE49-F238E27FC236}">
                <a16:creationId xmlns:a16="http://schemas.microsoft.com/office/drawing/2014/main" id="{27530BA3-EAE6-4CDC-A3FA-3A8322815328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직사각형 165">
            <a:hlinkClick r:id="rId19" action="ppaction://hlinksldjump"/>
            <a:extLst>
              <a:ext uri="{FF2B5EF4-FFF2-40B4-BE49-F238E27FC236}">
                <a16:creationId xmlns:a16="http://schemas.microsoft.com/office/drawing/2014/main" id="{17DD9943-DCA2-4C38-A553-3D4F5A38064A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직사각형 166">
            <a:hlinkClick r:id="rId20" action="ppaction://hlinksldjump"/>
            <a:extLst>
              <a:ext uri="{FF2B5EF4-FFF2-40B4-BE49-F238E27FC236}">
                <a16:creationId xmlns:a16="http://schemas.microsoft.com/office/drawing/2014/main" id="{18D5B16B-66E9-455B-B4B6-6708167AB217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직사각형 167">
            <a:hlinkClick r:id="rId21" action="ppaction://hlinksldjump"/>
            <a:extLst>
              <a:ext uri="{FF2B5EF4-FFF2-40B4-BE49-F238E27FC236}">
                <a16:creationId xmlns:a16="http://schemas.microsoft.com/office/drawing/2014/main" id="{E958DA25-DA02-45E5-A250-2F070C830E3B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직사각형 168">
            <a:hlinkClick r:id="rId22" action="ppaction://hlinksldjump"/>
            <a:extLst>
              <a:ext uri="{FF2B5EF4-FFF2-40B4-BE49-F238E27FC236}">
                <a16:creationId xmlns:a16="http://schemas.microsoft.com/office/drawing/2014/main" id="{2BF7D7AE-F81C-4518-9654-0A72AF05E7EB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직사각형 170">
            <a:hlinkClick r:id="rId23" action="ppaction://hlinksldjump"/>
            <a:extLst>
              <a:ext uri="{FF2B5EF4-FFF2-40B4-BE49-F238E27FC236}">
                <a16:creationId xmlns:a16="http://schemas.microsoft.com/office/drawing/2014/main" id="{330A4CAA-32E2-46F6-B444-A26286623890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직사각형 171">
            <a:hlinkClick r:id="rId24" action="ppaction://hlinksldjump"/>
            <a:extLst>
              <a:ext uri="{FF2B5EF4-FFF2-40B4-BE49-F238E27FC236}">
                <a16:creationId xmlns:a16="http://schemas.microsoft.com/office/drawing/2014/main" id="{528DF804-DF90-4C71-909B-610DF1CE1618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직사각형 172">
            <a:hlinkClick r:id="rId25" action="ppaction://hlinksldjump"/>
            <a:extLst>
              <a:ext uri="{FF2B5EF4-FFF2-40B4-BE49-F238E27FC236}">
                <a16:creationId xmlns:a16="http://schemas.microsoft.com/office/drawing/2014/main" id="{760645A2-A7A5-4310-95E9-E43EB9CF9157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직사각형 173">
            <a:hlinkClick r:id="rId26" action="ppaction://hlinksldjump"/>
            <a:extLst>
              <a:ext uri="{FF2B5EF4-FFF2-40B4-BE49-F238E27FC236}">
                <a16:creationId xmlns:a16="http://schemas.microsoft.com/office/drawing/2014/main" id="{F110A3D9-D6EE-4F7F-BCF6-F016BFCC021B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직사각형 174">
            <a:hlinkClick r:id="rId27" action="ppaction://hlinksldjump"/>
            <a:extLst>
              <a:ext uri="{FF2B5EF4-FFF2-40B4-BE49-F238E27FC236}">
                <a16:creationId xmlns:a16="http://schemas.microsoft.com/office/drawing/2014/main" id="{ED88EBF1-B49A-4908-9216-3E584435401C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직사각형 175">
            <a:hlinkClick r:id="rId28" action="ppaction://hlinksldjump"/>
            <a:extLst>
              <a:ext uri="{FF2B5EF4-FFF2-40B4-BE49-F238E27FC236}">
                <a16:creationId xmlns:a16="http://schemas.microsoft.com/office/drawing/2014/main" id="{475607F7-6A1D-498A-B592-D49A5F96E732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직사각형 176">
            <a:hlinkClick r:id="rId29" action="ppaction://hlinksldjump"/>
            <a:extLst>
              <a:ext uri="{FF2B5EF4-FFF2-40B4-BE49-F238E27FC236}">
                <a16:creationId xmlns:a16="http://schemas.microsoft.com/office/drawing/2014/main" id="{9EA56DF8-C14D-4D2D-A1B4-02421E983C4D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직사각형 177">
            <a:hlinkClick r:id="rId30" action="ppaction://hlinksldjump"/>
            <a:extLst>
              <a:ext uri="{FF2B5EF4-FFF2-40B4-BE49-F238E27FC236}">
                <a16:creationId xmlns:a16="http://schemas.microsoft.com/office/drawing/2014/main" id="{1F23C702-5E2A-480E-819D-ACE7D43CA81C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9" name="직사각형 178">
            <a:hlinkClick r:id="rId31" action="ppaction://hlinksldjump"/>
            <a:extLst>
              <a:ext uri="{FF2B5EF4-FFF2-40B4-BE49-F238E27FC236}">
                <a16:creationId xmlns:a16="http://schemas.microsoft.com/office/drawing/2014/main" id="{6F022A9D-1CFD-4938-85C9-544E988A2B8B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직사각형 179">
            <a:hlinkClick r:id="rId32" action="ppaction://hlinksldjump"/>
            <a:extLst>
              <a:ext uri="{FF2B5EF4-FFF2-40B4-BE49-F238E27FC236}">
                <a16:creationId xmlns:a16="http://schemas.microsoft.com/office/drawing/2014/main" id="{5E6BE6F5-7B92-435D-B116-6EE18C61B1A6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1" name="직사각형 180">
            <a:hlinkClick r:id="rId7" action="ppaction://hlinksldjump"/>
            <a:extLst>
              <a:ext uri="{FF2B5EF4-FFF2-40B4-BE49-F238E27FC236}">
                <a16:creationId xmlns:a16="http://schemas.microsoft.com/office/drawing/2014/main" id="{72C6A4C1-8942-4A92-B412-4A7A6771DD89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>
            <a:hlinkClick r:id="rId6" action="ppaction://hlinksldjump"/>
            <a:extLst>
              <a:ext uri="{FF2B5EF4-FFF2-40B4-BE49-F238E27FC236}">
                <a16:creationId xmlns:a16="http://schemas.microsoft.com/office/drawing/2014/main" id="{A0691F57-1A30-4CB1-81E8-6BF319EBE518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직사각형 182">
            <a:hlinkClick r:id="rId8" action="ppaction://hlinksldjump"/>
            <a:extLst>
              <a:ext uri="{FF2B5EF4-FFF2-40B4-BE49-F238E27FC236}">
                <a16:creationId xmlns:a16="http://schemas.microsoft.com/office/drawing/2014/main" id="{C2E97682-C907-4046-8610-A08531A24B8D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직사각형 183">
            <a:hlinkClick r:id="rId9" action="ppaction://hlinksldjump"/>
            <a:extLst>
              <a:ext uri="{FF2B5EF4-FFF2-40B4-BE49-F238E27FC236}">
                <a16:creationId xmlns:a16="http://schemas.microsoft.com/office/drawing/2014/main" id="{9E1C04B9-524D-4DD7-95AA-E27F69C07980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직사각형 184">
            <a:hlinkClick r:id="rId13" action="ppaction://hlinksldjump"/>
            <a:extLst>
              <a:ext uri="{FF2B5EF4-FFF2-40B4-BE49-F238E27FC236}">
                <a16:creationId xmlns:a16="http://schemas.microsoft.com/office/drawing/2014/main" id="{3842C7D5-72B5-4E41-8B0A-93E97E8D4BCD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직사각형 185">
            <a:hlinkClick r:id="rId10" action="ppaction://hlinksldjump"/>
            <a:extLst>
              <a:ext uri="{FF2B5EF4-FFF2-40B4-BE49-F238E27FC236}">
                <a16:creationId xmlns:a16="http://schemas.microsoft.com/office/drawing/2014/main" id="{5EFEF663-A79C-4662-A967-F56BF49AF4FB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직사각형 186">
            <a:hlinkClick r:id="rId11" action="ppaction://hlinksldjump"/>
            <a:extLst>
              <a:ext uri="{FF2B5EF4-FFF2-40B4-BE49-F238E27FC236}">
                <a16:creationId xmlns:a16="http://schemas.microsoft.com/office/drawing/2014/main" id="{2647BFF3-E3D0-47C4-A714-41F4D28F4FAA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직사각형 187">
            <a:hlinkClick r:id="rId12" action="ppaction://hlinksldjump"/>
            <a:extLst>
              <a:ext uri="{FF2B5EF4-FFF2-40B4-BE49-F238E27FC236}">
                <a16:creationId xmlns:a16="http://schemas.microsoft.com/office/drawing/2014/main" id="{EB4DEE3A-3652-4F79-809C-818F1A8A3C82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9" name="직사각형 188">
            <a:hlinkClick r:id="rId14" action="ppaction://hlinksldjump"/>
            <a:extLst>
              <a:ext uri="{FF2B5EF4-FFF2-40B4-BE49-F238E27FC236}">
                <a16:creationId xmlns:a16="http://schemas.microsoft.com/office/drawing/2014/main" id="{4E66A165-A141-49E4-98A3-43CC25FE8D92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647D4280-E1D6-4603-B95A-9D35B418F431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9CE95EE2-6E08-41CC-A5CE-EA06FD12F3B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96E94ED-1550-404B-A041-5BF91B02DB5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259D7467-81AC-42C6-99C6-B7158224B195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3A740230-1AF8-4032-8666-1E92AE9FF805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52257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TextBox 124">
            <a:hlinkClick r:id="rId3" action="ppaction://hlinksldjump"/>
            <a:extLst>
              <a:ext uri="{FF2B5EF4-FFF2-40B4-BE49-F238E27FC236}">
                <a16:creationId xmlns:a16="http://schemas.microsoft.com/office/drawing/2014/main" id="{F8B78987-1D34-40E3-8CC2-C0F58C762C42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126" name="TextBox 125">
            <a:hlinkClick r:id="rId4" action="ppaction://hlinksldjump"/>
            <a:extLst>
              <a:ext uri="{FF2B5EF4-FFF2-40B4-BE49-F238E27FC236}">
                <a16:creationId xmlns:a16="http://schemas.microsoft.com/office/drawing/2014/main" id="{3E503DB4-7BCD-4DE3-96AF-B3AD7641B63B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3422785"/>
            <a:ext cx="677123" cy="3924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5687C6E3-30F9-43BB-B281-2F368FAD1E0B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106" name="제목 개체 틀 11">
            <a:extLst>
              <a:ext uri="{FF2B5EF4-FFF2-40B4-BE49-F238E27FC236}">
                <a16:creationId xmlns:a16="http://schemas.microsoft.com/office/drawing/2014/main" id="{D0C70466-60C0-4250-9C8E-59396EA126CD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10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2F671B53-4E71-4E81-BE76-2CFD93EF793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10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8B3896A8-B0E2-41BB-8ECE-E303398938EF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10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78C04F67-A683-412F-B62D-F17C97674EF4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11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72ACB0D5-D567-4412-9686-52AD7B12BB5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11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070D2296-6A7A-4F87-97FF-75CAE69A118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11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2BA98208-E335-4F34-93DB-3E73B7DB9837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11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AD0006F6-50D3-47D5-A4F6-CBCF432F1975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11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9F234A5F-AE4B-4E7D-810B-D65F060B57A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27" name="그림 126">
            <a:hlinkClick r:id="rId4" action="ppaction://hlinksldjump"/>
            <a:extLst>
              <a:ext uri="{FF2B5EF4-FFF2-40B4-BE49-F238E27FC236}">
                <a16:creationId xmlns:a16="http://schemas.microsoft.com/office/drawing/2014/main" id="{DFBE9EDB-09AD-4EF3-8023-E4102C3642C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28" name="그림 127">
            <a:hlinkClick r:id="rId3" action="ppaction://hlinksldjump"/>
            <a:extLst>
              <a:ext uri="{FF2B5EF4-FFF2-40B4-BE49-F238E27FC236}">
                <a16:creationId xmlns:a16="http://schemas.microsoft.com/office/drawing/2014/main" id="{1C3D0D92-83BF-44DF-8983-4054892ECB5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2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77E18BF0-5B31-4554-9C4C-7266F899382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3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9CD892A7-8C52-45B4-A5C8-28F338C3B9C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3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8159EBE8-0F08-4526-BC54-465EFCC9A07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32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573831BF-54BC-4A22-943D-22E65D2E42E0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33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6CD91A60-B824-4B94-A5D0-15FB3661236E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34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3B7D9FF3-B338-43FC-80CB-0688617EDFAD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35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00FCD46-04B9-4C62-82D0-1FDCE545228A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36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4963B1F-E213-44FB-8EF9-3092333C634B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37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46F58B52-5CBE-4D72-B5A2-CA72C03F1034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39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42707604-1B06-40E4-948F-8C8099A42D46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40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2AAD93E5-FC70-436A-AC07-43899DB1B801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41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E0DC0E46-C8BA-4DF3-95FF-53E3C84EE4F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42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6DE2D2BE-886E-4916-8E17-382A6948A194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43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702F5C91-A5AE-446F-AC6E-11FBB61F86A0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44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0B912B2C-1F74-4594-B0DD-245A302C3DFD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45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006E6C26-19CF-43DD-8298-827E41D1E6F2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46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61E84859-FD7F-4B13-9438-2B972C69859E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47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6A8148EF-79D8-4381-B3D5-F36972700E19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48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4B6431A2-4EC1-4802-A4D6-E637A8C193C3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49" name="직사각형 148">
            <a:hlinkClick r:id="rId17" action="ppaction://hlinksldjump"/>
            <a:extLst>
              <a:ext uri="{FF2B5EF4-FFF2-40B4-BE49-F238E27FC236}">
                <a16:creationId xmlns:a16="http://schemas.microsoft.com/office/drawing/2014/main" id="{E3BA580F-6387-4AF6-80B2-F35AE0CEA8E0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직사각형 149">
            <a:hlinkClick r:id="rId18" action="ppaction://hlinksldjump"/>
            <a:extLst>
              <a:ext uri="{FF2B5EF4-FFF2-40B4-BE49-F238E27FC236}">
                <a16:creationId xmlns:a16="http://schemas.microsoft.com/office/drawing/2014/main" id="{75EA3935-8DB5-4A50-915C-2CEA2013A982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직사각형 150">
            <a:hlinkClick r:id="rId19" action="ppaction://hlinksldjump"/>
            <a:extLst>
              <a:ext uri="{FF2B5EF4-FFF2-40B4-BE49-F238E27FC236}">
                <a16:creationId xmlns:a16="http://schemas.microsoft.com/office/drawing/2014/main" id="{8051FAE5-C9BF-4899-8D95-B52E6EB1E726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직사각형 151">
            <a:hlinkClick r:id="rId20" action="ppaction://hlinksldjump"/>
            <a:extLst>
              <a:ext uri="{FF2B5EF4-FFF2-40B4-BE49-F238E27FC236}">
                <a16:creationId xmlns:a16="http://schemas.microsoft.com/office/drawing/2014/main" id="{85B16871-734A-466F-8A70-BA170549BFC2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직사각형 152">
            <a:hlinkClick r:id="rId21" action="ppaction://hlinksldjump"/>
            <a:extLst>
              <a:ext uri="{FF2B5EF4-FFF2-40B4-BE49-F238E27FC236}">
                <a16:creationId xmlns:a16="http://schemas.microsoft.com/office/drawing/2014/main" id="{869E3DAB-A827-4059-8004-D4BAC8B9777C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직사각형 153">
            <a:hlinkClick r:id="rId22" action="ppaction://hlinksldjump"/>
            <a:extLst>
              <a:ext uri="{FF2B5EF4-FFF2-40B4-BE49-F238E27FC236}">
                <a16:creationId xmlns:a16="http://schemas.microsoft.com/office/drawing/2014/main" id="{EB82596F-90DD-48F4-81B2-2B8C8C3DB644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직사각형 155">
            <a:hlinkClick r:id="rId23" action="ppaction://hlinksldjump"/>
            <a:extLst>
              <a:ext uri="{FF2B5EF4-FFF2-40B4-BE49-F238E27FC236}">
                <a16:creationId xmlns:a16="http://schemas.microsoft.com/office/drawing/2014/main" id="{CCB47827-B612-4CE4-9C6E-3BE146BEAD80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>
            <a:hlinkClick r:id="rId24" action="ppaction://hlinksldjump"/>
            <a:extLst>
              <a:ext uri="{FF2B5EF4-FFF2-40B4-BE49-F238E27FC236}">
                <a16:creationId xmlns:a16="http://schemas.microsoft.com/office/drawing/2014/main" id="{11C72A4F-E303-4A29-8D08-28429B731E5A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>
            <a:hlinkClick r:id="rId25" action="ppaction://hlinksldjump"/>
            <a:extLst>
              <a:ext uri="{FF2B5EF4-FFF2-40B4-BE49-F238E27FC236}">
                <a16:creationId xmlns:a16="http://schemas.microsoft.com/office/drawing/2014/main" id="{9E9F3354-425D-4956-A817-95AED3E34313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>
            <a:hlinkClick r:id="rId26" action="ppaction://hlinksldjump"/>
            <a:extLst>
              <a:ext uri="{FF2B5EF4-FFF2-40B4-BE49-F238E27FC236}">
                <a16:creationId xmlns:a16="http://schemas.microsoft.com/office/drawing/2014/main" id="{BD788014-5A93-48E5-8F79-94A0490D3AED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직사각형 159">
            <a:hlinkClick r:id="rId27" action="ppaction://hlinksldjump"/>
            <a:extLst>
              <a:ext uri="{FF2B5EF4-FFF2-40B4-BE49-F238E27FC236}">
                <a16:creationId xmlns:a16="http://schemas.microsoft.com/office/drawing/2014/main" id="{F5AE9B71-0ECB-454D-9C2A-0107AF80CA51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1" name="직사각형 160">
            <a:hlinkClick r:id="rId28" action="ppaction://hlinksldjump"/>
            <a:extLst>
              <a:ext uri="{FF2B5EF4-FFF2-40B4-BE49-F238E27FC236}">
                <a16:creationId xmlns:a16="http://schemas.microsoft.com/office/drawing/2014/main" id="{A909660A-6573-4C8D-AB66-9722C516A4AD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hlinkClick r:id="rId29" action="ppaction://hlinksldjump"/>
            <a:extLst>
              <a:ext uri="{FF2B5EF4-FFF2-40B4-BE49-F238E27FC236}">
                <a16:creationId xmlns:a16="http://schemas.microsoft.com/office/drawing/2014/main" id="{B337EA73-BDE5-4696-B46E-22B61B4DCBD1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직사각형 162">
            <a:hlinkClick r:id="rId30" action="ppaction://hlinksldjump"/>
            <a:extLst>
              <a:ext uri="{FF2B5EF4-FFF2-40B4-BE49-F238E27FC236}">
                <a16:creationId xmlns:a16="http://schemas.microsoft.com/office/drawing/2014/main" id="{001EB476-3E9A-42AB-8390-711CBAA742B3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직사각형 163">
            <a:hlinkClick r:id="rId31" action="ppaction://hlinksldjump"/>
            <a:extLst>
              <a:ext uri="{FF2B5EF4-FFF2-40B4-BE49-F238E27FC236}">
                <a16:creationId xmlns:a16="http://schemas.microsoft.com/office/drawing/2014/main" id="{811A160D-6B82-4E1D-95FA-D3038F349989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5" name="직사각형 164">
            <a:hlinkClick r:id="rId32" action="ppaction://hlinksldjump"/>
            <a:extLst>
              <a:ext uri="{FF2B5EF4-FFF2-40B4-BE49-F238E27FC236}">
                <a16:creationId xmlns:a16="http://schemas.microsoft.com/office/drawing/2014/main" id="{A7E10B45-1B69-4080-9769-3E4DD1AAD62D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직사각형 165">
            <a:hlinkClick r:id="rId7" action="ppaction://hlinksldjump"/>
            <a:extLst>
              <a:ext uri="{FF2B5EF4-FFF2-40B4-BE49-F238E27FC236}">
                <a16:creationId xmlns:a16="http://schemas.microsoft.com/office/drawing/2014/main" id="{9ED0BC17-D01D-4883-8E5B-1653FEF7B1BC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직사각형 166">
            <a:hlinkClick r:id="rId6" action="ppaction://hlinksldjump"/>
            <a:extLst>
              <a:ext uri="{FF2B5EF4-FFF2-40B4-BE49-F238E27FC236}">
                <a16:creationId xmlns:a16="http://schemas.microsoft.com/office/drawing/2014/main" id="{4FF4E3B8-CED9-419D-8A6C-2CD9136E0E75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직사각형 167">
            <a:hlinkClick r:id="rId8" action="ppaction://hlinksldjump"/>
            <a:extLst>
              <a:ext uri="{FF2B5EF4-FFF2-40B4-BE49-F238E27FC236}">
                <a16:creationId xmlns:a16="http://schemas.microsoft.com/office/drawing/2014/main" id="{CD0FBA1C-90C8-4AA5-9F49-7049FE5B1A33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직사각형 168">
            <a:hlinkClick r:id="rId9" action="ppaction://hlinksldjump"/>
            <a:extLst>
              <a:ext uri="{FF2B5EF4-FFF2-40B4-BE49-F238E27FC236}">
                <a16:creationId xmlns:a16="http://schemas.microsoft.com/office/drawing/2014/main" id="{FC19C1D6-0F0A-430B-BB81-328B926DEA27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직사각형 169">
            <a:hlinkClick r:id="rId13" action="ppaction://hlinksldjump"/>
            <a:extLst>
              <a:ext uri="{FF2B5EF4-FFF2-40B4-BE49-F238E27FC236}">
                <a16:creationId xmlns:a16="http://schemas.microsoft.com/office/drawing/2014/main" id="{22B04CD1-F472-49F4-95EC-2B87C0E18235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직사각형 170">
            <a:hlinkClick r:id="rId10" action="ppaction://hlinksldjump"/>
            <a:extLst>
              <a:ext uri="{FF2B5EF4-FFF2-40B4-BE49-F238E27FC236}">
                <a16:creationId xmlns:a16="http://schemas.microsoft.com/office/drawing/2014/main" id="{9623F358-703A-46D1-9051-036E666F8556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직사각형 171">
            <a:hlinkClick r:id="rId11" action="ppaction://hlinksldjump"/>
            <a:extLst>
              <a:ext uri="{FF2B5EF4-FFF2-40B4-BE49-F238E27FC236}">
                <a16:creationId xmlns:a16="http://schemas.microsoft.com/office/drawing/2014/main" id="{86732F10-0D27-40F3-A3A8-ED0989D7C94E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직사각형 172">
            <a:hlinkClick r:id="rId12" action="ppaction://hlinksldjump"/>
            <a:extLst>
              <a:ext uri="{FF2B5EF4-FFF2-40B4-BE49-F238E27FC236}">
                <a16:creationId xmlns:a16="http://schemas.microsoft.com/office/drawing/2014/main" id="{E2132B63-324E-41E2-9880-1566D99EC290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직사각형 173">
            <a:hlinkClick r:id="rId14" action="ppaction://hlinksldjump"/>
            <a:extLst>
              <a:ext uri="{FF2B5EF4-FFF2-40B4-BE49-F238E27FC236}">
                <a16:creationId xmlns:a16="http://schemas.microsoft.com/office/drawing/2014/main" id="{A89A0D18-A27D-4D02-A904-7DC9EDD9590B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59A718DE-A77D-430B-A7E2-D5281C7F52FF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C5DBCEE8-338C-480E-8A27-BB8785A5B9AD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7CD96E30-3B8C-4028-A4A9-E611D0F85C46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7CE9E942-B929-4DF2-8BC0-B4FA4185E6AA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EA81517D-3716-4CD3-8A31-B7828674A0BD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65761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TextBox 97">
            <a:hlinkClick r:id="rId3" action="ppaction://hlinksldjump"/>
            <a:extLst>
              <a:ext uri="{FF2B5EF4-FFF2-40B4-BE49-F238E27FC236}">
                <a16:creationId xmlns:a16="http://schemas.microsoft.com/office/drawing/2014/main" id="{F8490FE0-B92C-4FF5-BAB7-E0295621AABF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9" name="TextBox 98">
            <a:hlinkClick r:id="rId4" action="ppaction://hlinksldjump"/>
            <a:extLst>
              <a:ext uri="{FF2B5EF4-FFF2-40B4-BE49-F238E27FC236}">
                <a16:creationId xmlns:a16="http://schemas.microsoft.com/office/drawing/2014/main" id="{D71F3549-D06D-4F37-B39F-B91E044DA234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3825899"/>
            <a:ext cx="677123" cy="3924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B4CAC043-D18C-4000-832D-7BA2A38D2E31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7FF38F5B-B04C-491D-B2E0-A777DFEEB31D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387A2EAD-90E9-455A-95F3-7A5203A0237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C92B6F68-7BA7-4355-89A6-76D6C2C5E577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C23794B7-73B7-4A0D-AE94-F37869932CFD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92F149D8-A11A-4575-ACC0-95E028D8036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B19CDFD7-3ADE-4BA2-B922-97198D968497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EF57FCC-7652-49A9-BF4B-7E624B517B9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47727E7C-7BA1-4EF1-B3DF-08857E14E9A0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697FE806-0ACC-43C1-935C-84CD75BA759A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00" name="그림 99">
            <a:hlinkClick r:id="rId4" action="ppaction://hlinksldjump"/>
            <a:extLst>
              <a:ext uri="{FF2B5EF4-FFF2-40B4-BE49-F238E27FC236}">
                <a16:creationId xmlns:a16="http://schemas.microsoft.com/office/drawing/2014/main" id="{81564B72-9B8C-4F34-811D-1471C3A76D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01" name="그림 100">
            <a:hlinkClick r:id="rId3" action="ppaction://hlinksldjump"/>
            <a:extLst>
              <a:ext uri="{FF2B5EF4-FFF2-40B4-BE49-F238E27FC236}">
                <a16:creationId xmlns:a16="http://schemas.microsoft.com/office/drawing/2014/main" id="{6BD9DD9B-7E75-494B-9182-63A246F297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0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1ED00E17-B709-48F7-A49C-CF625220C53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6D11AEAC-07E2-44EB-A59D-FC97707516AF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3BAAD5A-18C4-4822-B4DC-21050B26FF42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5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23F9D3E3-58AB-4597-8B90-90832EC10E24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087BC1AB-78CB-491B-9E82-704C563C2FFD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8081C780-6966-4DF1-AE91-233D5D26D712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C7293665-CF9C-43EA-87BD-1138EA8BD967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A4A69C20-1C41-463A-A5B3-E2ED1EBD2ED1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D0B00B1B-FD37-4B86-AADB-A2AD6BCE1BD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C35950DF-3157-4C8B-BAB5-B24EA7973A0B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B7C79EF2-7286-4885-A171-0DCFC38AD8D7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7ED1AE12-17BF-4D0C-89F0-6FBC33394F31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B0138790-3405-4D9E-8DCB-05819B7E3F47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EECBA704-1A65-4772-8896-377B389F9E0B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8F0CE787-52DD-45D8-9615-15DF440CCD6C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33EF6D1B-9769-42BD-90A9-7B6FD1A6952D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AED53CB5-8FE5-4994-A363-6FB040D8E4CF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509B4DA8-7BCB-4121-97F2-A22A16169919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1A0D75AE-243A-44D7-94A8-1932A1B4445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2" name="직사각형 121">
            <a:hlinkClick r:id="rId17" action="ppaction://hlinksldjump"/>
            <a:extLst>
              <a:ext uri="{FF2B5EF4-FFF2-40B4-BE49-F238E27FC236}">
                <a16:creationId xmlns:a16="http://schemas.microsoft.com/office/drawing/2014/main" id="{36CC3B83-943E-4CD1-904D-BB24CC776BF7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8" action="ppaction://hlinksldjump"/>
            <a:extLst>
              <a:ext uri="{FF2B5EF4-FFF2-40B4-BE49-F238E27FC236}">
                <a16:creationId xmlns:a16="http://schemas.microsoft.com/office/drawing/2014/main" id="{11C1C9B8-5370-47D7-879F-70718A4F8CDF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9" action="ppaction://hlinksldjump"/>
            <a:extLst>
              <a:ext uri="{FF2B5EF4-FFF2-40B4-BE49-F238E27FC236}">
                <a16:creationId xmlns:a16="http://schemas.microsoft.com/office/drawing/2014/main" id="{DF149CC5-C2BD-457C-B23F-28D838B38A63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0" action="ppaction://hlinksldjump"/>
            <a:extLst>
              <a:ext uri="{FF2B5EF4-FFF2-40B4-BE49-F238E27FC236}">
                <a16:creationId xmlns:a16="http://schemas.microsoft.com/office/drawing/2014/main" id="{D72CCFA1-5E0B-49A7-9C54-681929B67EE7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1" action="ppaction://hlinksldjump"/>
            <a:extLst>
              <a:ext uri="{FF2B5EF4-FFF2-40B4-BE49-F238E27FC236}">
                <a16:creationId xmlns:a16="http://schemas.microsoft.com/office/drawing/2014/main" id="{E19941C8-7D70-4BCC-8779-E17EDFAF4F18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2" action="ppaction://hlinksldjump"/>
            <a:extLst>
              <a:ext uri="{FF2B5EF4-FFF2-40B4-BE49-F238E27FC236}">
                <a16:creationId xmlns:a16="http://schemas.microsoft.com/office/drawing/2014/main" id="{6F5356D9-D038-4893-8A4E-6C3EB1BEB32C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3" action="ppaction://hlinksldjump"/>
            <a:extLst>
              <a:ext uri="{FF2B5EF4-FFF2-40B4-BE49-F238E27FC236}">
                <a16:creationId xmlns:a16="http://schemas.microsoft.com/office/drawing/2014/main" id="{4B71AF59-79CA-44DC-BD93-711E088AE134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4" action="ppaction://hlinksldjump"/>
            <a:extLst>
              <a:ext uri="{FF2B5EF4-FFF2-40B4-BE49-F238E27FC236}">
                <a16:creationId xmlns:a16="http://schemas.microsoft.com/office/drawing/2014/main" id="{8CB342CB-C67B-4C16-949C-3A73954ACC7F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5" action="ppaction://hlinksldjump"/>
            <a:extLst>
              <a:ext uri="{FF2B5EF4-FFF2-40B4-BE49-F238E27FC236}">
                <a16:creationId xmlns:a16="http://schemas.microsoft.com/office/drawing/2014/main" id="{DE79D07B-E45D-4254-B902-EB050CA4C851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26" action="ppaction://hlinksldjump"/>
            <a:extLst>
              <a:ext uri="{FF2B5EF4-FFF2-40B4-BE49-F238E27FC236}">
                <a16:creationId xmlns:a16="http://schemas.microsoft.com/office/drawing/2014/main" id="{0BFBAEB0-2DA5-4FAD-961E-6E543BDDE665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27" action="ppaction://hlinksldjump"/>
            <a:extLst>
              <a:ext uri="{FF2B5EF4-FFF2-40B4-BE49-F238E27FC236}">
                <a16:creationId xmlns:a16="http://schemas.microsoft.com/office/drawing/2014/main" id="{FC5C4856-8838-4858-B1BE-4DE236F3C4A2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28" action="ppaction://hlinksldjump"/>
            <a:extLst>
              <a:ext uri="{FF2B5EF4-FFF2-40B4-BE49-F238E27FC236}">
                <a16:creationId xmlns:a16="http://schemas.microsoft.com/office/drawing/2014/main" id="{E9B78F71-CAA5-4BCB-9773-018B06BA9E83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29" action="ppaction://hlinksldjump"/>
            <a:extLst>
              <a:ext uri="{FF2B5EF4-FFF2-40B4-BE49-F238E27FC236}">
                <a16:creationId xmlns:a16="http://schemas.microsoft.com/office/drawing/2014/main" id="{4A93F733-EFC8-40D4-9AC2-BEFC910EEA03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0" action="ppaction://hlinksldjump"/>
            <a:extLst>
              <a:ext uri="{FF2B5EF4-FFF2-40B4-BE49-F238E27FC236}">
                <a16:creationId xmlns:a16="http://schemas.microsoft.com/office/drawing/2014/main" id="{304DD550-8FAD-481D-A6D5-6597C26A5B94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1" action="ppaction://hlinksldjump"/>
            <a:extLst>
              <a:ext uri="{FF2B5EF4-FFF2-40B4-BE49-F238E27FC236}">
                <a16:creationId xmlns:a16="http://schemas.microsoft.com/office/drawing/2014/main" id="{41E095A6-7E2D-45AB-851C-6E5E1AD6733F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32" action="ppaction://hlinksldjump"/>
            <a:extLst>
              <a:ext uri="{FF2B5EF4-FFF2-40B4-BE49-F238E27FC236}">
                <a16:creationId xmlns:a16="http://schemas.microsoft.com/office/drawing/2014/main" id="{82DB0006-FDE0-45D6-A4E2-CA39B8B76763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7" action="ppaction://hlinksldjump"/>
            <a:extLst>
              <a:ext uri="{FF2B5EF4-FFF2-40B4-BE49-F238E27FC236}">
                <a16:creationId xmlns:a16="http://schemas.microsoft.com/office/drawing/2014/main" id="{15C064D9-54DE-4EC9-A75E-9BB8BA05B5F4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6" action="ppaction://hlinksldjump"/>
            <a:extLst>
              <a:ext uri="{FF2B5EF4-FFF2-40B4-BE49-F238E27FC236}">
                <a16:creationId xmlns:a16="http://schemas.microsoft.com/office/drawing/2014/main" id="{F4256A04-A1D0-4365-B658-CF35BB5E7F50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8" action="ppaction://hlinksldjump"/>
            <a:extLst>
              <a:ext uri="{FF2B5EF4-FFF2-40B4-BE49-F238E27FC236}">
                <a16:creationId xmlns:a16="http://schemas.microsoft.com/office/drawing/2014/main" id="{46715320-E86C-4F40-A8EB-907705C218B4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9" action="ppaction://hlinksldjump"/>
            <a:extLst>
              <a:ext uri="{FF2B5EF4-FFF2-40B4-BE49-F238E27FC236}">
                <a16:creationId xmlns:a16="http://schemas.microsoft.com/office/drawing/2014/main" id="{A4282A6B-A33B-4BE4-8C39-42F727BEBFE8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3" action="ppaction://hlinksldjump"/>
            <a:extLst>
              <a:ext uri="{FF2B5EF4-FFF2-40B4-BE49-F238E27FC236}">
                <a16:creationId xmlns:a16="http://schemas.microsoft.com/office/drawing/2014/main" id="{A050951E-BA4F-49AC-81ED-EE02BCEA881E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0" action="ppaction://hlinksldjump"/>
            <a:extLst>
              <a:ext uri="{FF2B5EF4-FFF2-40B4-BE49-F238E27FC236}">
                <a16:creationId xmlns:a16="http://schemas.microsoft.com/office/drawing/2014/main" id="{A389762B-F423-468F-9829-0B7DE4F369AE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1" action="ppaction://hlinksldjump"/>
            <a:extLst>
              <a:ext uri="{FF2B5EF4-FFF2-40B4-BE49-F238E27FC236}">
                <a16:creationId xmlns:a16="http://schemas.microsoft.com/office/drawing/2014/main" id="{720A9D10-8737-4C7C-B618-E36495A041F8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2" action="ppaction://hlinksldjump"/>
            <a:extLst>
              <a:ext uri="{FF2B5EF4-FFF2-40B4-BE49-F238E27FC236}">
                <a16:creationId xmlns:a16="http://schemas.microsoft.com/office/drawing/2014/main" id="{EA37FA91-D1B0-4FF2-8D0E-3801B57F66F9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4" action="ppaction://hlinksldjump"/>
            <a:extLst>
              <a:ext uri="{FF2B5EF4-FFF2-40B4-BE49-F238E27FC236}">
                <a16:creationId xmlns:a16="http://schemas.microsoft.com/office/drawing/2014/main" id="{0DF6D3B5-8CB4-4705-A86F-9E8434C898B5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011B48BC-D529-438C-88F7-0602A32D4156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0B250CE4-63BC-4C09-8601-08E9356D6F6C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DDA45D0-83A1-4806-8086-F8A4673A6F9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9FF77C54-F5FE-4598-B150-06D9E94C5073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CE534EAB-176A-4AEC-AADD-598BB6F2B26C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06665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TextBox 97">
            <a:hlinkClick r:id="rId3" action="ppaction://hlinksldjump"/>
            <a:extLst>
              <a:ext uri="{FF2B5EF4-FFF2-40B4-BE49-F238E27FC236}">
                <a16:creationId xmlns:a16="http://schemas.microsoft.com/office/drawing/2014/main" id="{1035C4E7-B6C1-4D45-B49D-08F34FA3A412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9" name="TextBox 98">
            <a:hlinkClick r:id="rId4" action="ppaction://hlinksldjump"/>
            <a:extLst>
              <a:ext uri="{FF2B5EF4-FFF2-40B4-BE49-F238E27FC236}">
                <a16:creationId xmlns:a16="http://schemas.microsoft.com/office/drawing/2014/main" id="{C6EBFF06-F243-407C-A0B7-537EAA98CEB5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4229973"/>
            <a:ext cx="677123" cy="3924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9F7E7CE0-D770-4DEB-93DB-159DBD6B5574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0CD3E259-5892-47B2-8D47-AD2B012B66F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B2DF07B4-AA67-46AB-9AE7-46C02FCD6E4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E6C2E1FB-3074-4061-B891-F0E1D781D8DC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52818F7-B284-4AD5-A6AC-5CF97694390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D242FC98-240B-4D2C-B9E4-3319CDC1D00F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C632DF8E-0EEE-4C5E-9011-ED8037F72209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7351C0E-923C-4862-BD4B-6F665D6D80FC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6BCB204-9E7B-468D-B2A5-0B9A30818302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534B5AD6-6D8F-4527-B300-585FD92EFF60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00" name="그림 99">
            <a:hlinkClick r:id="rId4" action="ppaction://hlinksldjump"/>
            <a:extLst>
              <a:ext uri="{FF2B5EF4-FFF2-40B4-BE49-F238E27FC236}">
                <a16:creationId xmlns:a16="http://schemas.microsoft.com/office/drawing/2014/main" id="{38FDA755-0975-4B3D-919B-BB4C961D0FB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01" name="그림 100">
            <a:hlinkClick r:id="rId3" action="ppaction://hlinksldjump"/>
            <a:extLst>
              <a:ext uri="{FF2B5EF4-FFF2-40B4-BE49-F238E27FC236}">
                <a16:creationId xmlns:a16="http://schemas.microsoft.com/office/drawing/2014/main" id="{C035057C-6C41-4227-9D15-2D4FC4CD2CE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0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F2F833CE-809E-4531-BBF1-7B7058B6F3B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CA63D34A-B9F2-4287-8DA7-4D9B9ABBDF21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7597C00-4F68-4C0B-A601-BAE38E095D66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5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2C3A93DB-D047-4B80-A573-65C3050F0232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6C08BED-76CC-485F-87AD-E04C5F9AAB09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B36AD9FE-4EBC-4D8D-BBEE-E9FFC1EC1F62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D11DD42B-13F9-4E5E-9B99-6724BC0B3FC1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61150C6E-9FEF-452C-AB6A-FC9C8D72A320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6603680E-1C88-4985-9B01-C9C74F5B102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48BE8E0C-D004-4C43-81AF-C5DFD9F102C1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EF9F72A9-8E42-4864-BA35-D82F67C7CF5A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57BA5DAA-A45C-4143-8AD8-70EF0E0D8D39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E1740FDA-52DE-4AFF-9A65-A6A855B97F29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94BE07F4-904E-4FE0-89EF-549CBCEB8810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0527169D-5F79-49E6-A2DE-FD2C9D8B7C01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9A3BD25F-3CF9-4A9A-90C7-D6B9F66EACC8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CA716A23-4EB8-4149-843A-644129A37BA0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57CE7A47-195B-4F2A-88BE-2A6E2056DBE8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8D572976-986B-416D-81B7-619975E72C1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2" name="직사각형 121">
            <a:hlinkClick r:id="rId17" action="ppaction://hlinksldjump"/>
            <a:extLst>
              <a:ext uri="{FF2B5EF4-FFF2-40B4-BE49-F238E27FC236}">
                <a16:creationId xmlns:a16="http://schemas.microsoft.com/office/drawing/2014/main" id="{93B215BF-38F9-4DEA-9A86-B5E86EB8633F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8" action="ppaction://hlinksldjump"/>
            <a:extLst>
              <a:ext uri="{FF2B5EF4-FFF2-40B4-BE49-F238E27FC236}">
                <a16:creationId xmlns:a16="http://schemas.microsoft.com/office/drawing/2014/main" id="{4E8E6062-E974-4F92-814C-C9E6D33E903B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9" action="ppaction://hlinksldjump"/>
            <a:extLst>
              <a:ext uri="{FF2B5EF4-FFF2-40B4-BE49-F238E27FC236}">
                <a16:creationId xmlns:a16="http://schemas.microsoft.com/office/drawing/2014/main" id="{DF04F46F-D3D0-4BC0-A8EC-4A800B7869D4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0" action="ppaction://hlinksldjump"/>
            <a:extLst>
              <a:ext uri="{FF2B5EF4-FFF2-40B4-BE49-F238E27FC236}">
                <a16:creationId xmlns:a16="http://schemas.microsoft.com/office/drawing/2014/main" id="{563F28F4-40AB-46C9-B03F-E4A673EC3C93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1" action="ppaction://hlinksldjump"/>
            <a:extLst>
              <a:ext uri="{FF2B5EF4-FFF2-40B4-BE49-F238E27FC236}">
                <a16:creationId xmlns:a16="http://schemas.microsoft.com/office/drawing/2014/main" id="{2ADD4FD0-7B33-4BC4-AA09-8915B3D2F760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2" action="ppaction://hlinksldjump"/>
            <a:extLst>
              <a:ext uri="{FF2B5EF4-FFF2-40B4-BE49-F238E27FC236}">
                <a16:creationId xmlns:a16="http://schemas.microsoft.com/office/drawing/2014/main" id="{D8F334AE-9122-4EA4-A3F7-6F29AD6F4671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3" action="ppaction://hlinksldjump"/>
            <a:extLst>
              <a:ext uri="{FF2B5EF4-FFF2-40B4-BE49-F238E27FC236}">
                <a16:creationId xmlns:a16="http://schemas.microsoft.com/office/drawing/2014/main" id="{EA4C8A42-F198-4017-9C79-037E9416E24D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4" action="ppaction://hlinksldjump"/>
            <a:extLst>
              <a:ext uri="{FF2B5EF4-FFF2-40B4-BE49-F238E27FC236}">
                <a16:creationId xmlns:a16="http://schemas.microsoft.com/office/drawing/2014/main" id="{EE85B2AF-D8EF-448E-B4DB-BC706C2F164C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5" action="ppaction://hlinksldjump"/>
            <a:extLst>
              <a:ext uri="{FF2B5EF4-FFF2-40B4-BE49-F238E27FC236}">
                <a16:creationId xmlns:a16="http://schemas.microsoft.com/office/drawing/2014/main" id="{E8599CC1-50C6-42C5-A474-09ECA6701DBC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26" action="ppaction://hlinksldjump"/>
            <a:extLst>
              <a:ext uri="{FF2B5EF4-FFF2-40B4-BE49-F238E27FC236}">
                <a16:creationId xmlns:a16="http://schemas.microsoft.com/office/drawing/2014/main" id="{A3D9E4AE-54FF-4D14-A2EC-B664B21B7BFC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27" action="ppaction://hlinksldjump"/>
            <a:extLst>
              <a:ext uri="{FF2B5EF4-FFF2-40B4-BE49-F238E27FC236}">
                <a16:creationId xmlns:a16="http://schemas.microsoft.com/office/drawing/2014/main" id="{3B2725B6-C2AC-4E7B-A163-445D54067E4D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28" action="ppaction://hlinksldjump"/>
            <a:extLst>
              <a:ext uri="{FF2B5EF4-FFF2-40B4-BE49-F238E27FC236}">
                <a16:creationId xmlns:a16="http://schemas.microsoft.com/office/drawing/2014/main" id="{6655F8E4-7A42-4300-A411-4AFFC62847A1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29" action="ppaction://hlinksldjump"/>
            <a:extLst>
              <a:ext uri="{FF2B5EF4-FFF2-40B4-BE49-F238E27FC236}">
                <a16:creationId xmlns:a16="http://schemas.microsoft.com/office/drawing/2014/main" id="{9E8EBABA-AA8F-4D6C-B15E-81D343FCDE9B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0" action="ppaction://hlinksldjump"/>
            <a:extLst>
              <a:ext uri="{FF2B5EF4-FFF2-40B4-BE49-F238E27FC236}">
                <a16:creationId xmlns:a16="http://schemas.microsoft.com/office/drawing/2014/main" id="{A52D9362-0A9A-427C-BA04-956ABE97C78B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1" action="ppaction://hlinksldjump"/>
            <a:extLst>
              <a:ext uri="{FF2B5EF4-FFF2-40B4-BE49-F238E27FC236}">
                <a16:creationId xmlns:a16="http://schemas.microsoft.com/office/drawing/2014/main" id="{3859BCF5-563B-4624-937E-5BDB42E8ED90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32" action="ppaction://hlinksldjump"/>
            <a:extLst>
              <a:ext uri="{FF2B5EF4-FFF2-40B4-BE49-F238E27FC236}">
                <a16:creationId xmlns:a16="http://schemas.microsoft.com/office/drawing/2014/main" id="{2DF85453-2666-4133-88EC-4AD017360262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7" action="ppaction://hlinksldjump"/>
            <a:extLst>
              <a:ext uri="{FF2B5EF4-FFF2-40B4-BE49-F238E27FC236}">
                <a16:creationId xmlns:a16="http://schemas.microsoft.com/office/drawing/2014/main" id="{FF79F434-6811-418F-80E1-397D1033B6DF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6" action="ppaction://hlinksldjump"/>
            <a:extLst>
              <a:ext uri="{FF2B5EF4-FFF2-40B4-BE49-F238E27FC236}">
                <a16:creationId xmlns:a16="http://schemas.microsoft.com/office/drawing/2014/main" id="{836C19CB-D480-427A-89AF-250E39BEDD8A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8" action="ppaction://hlinksldjump"/>
            <a:extLst>
              <a:ext uri="{FF2B5EF4-FFF2-40B4-BE49-F238E27FC236}">
                <a16:creationId xmlns:a16="http://schemas.microsoft.com/office/drawing/2014/main" id="{46F246D7-B8AA-4621-BB90-0281F35A3C3F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9" action="ppaction://hlinksldjump"/>
            <a:extLst>
              <a:ext uri="{FF2B5EF4-FFF2-40B4-BE49-F238E27FC236}">
                <a16:creationId xmlns:a16="http://schemas.microsoft.com/office/drawing/2014/main" id="{594F284A-1BD2-4D40-9387-68AE644634F3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3" action="ppaction://hlinksldjump"/>
            <a:extLst>
              <a:ext uri="{FF2B5EF4-FFF2-40B4-BE49-F238E27FC236}">
                <a16:creationId xmlns:a16="http://schemas.microsoft.com/office/drawing/2014/main" id="{A3443AD9-24DC-4D49-8135-39BF28FC3F22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0" action="ppaction://hlinksldjump"/>
            <a:extLst>
              <a:ext uri="{FF2B5EF4-FFF2-40B4-BE49-F238E27FC236}">
                <a16:creationId xmlns:a16="http://schemas.microsoft.com/office/drawing/2014/main" id="{D244CFF4-0A78-4B33-BF3F-A7C0D6D9E7B7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1" action="ppaction://hlinksldjump"/>
            <a:extLst>
              <a:ext uri="{FF2B5EF4-FFF2-40B4-BE49-F238E27FC236}">
                <a16:creationId xmlns:a16="http://schemas.microsoft.com/office/drawing/2014/main" id="{5128D826-B735-4399-B518-6B4E29756804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2" action="ppaction://hlinksldjump"/>
            <a:extLst>
              <a:ext uri="{FF2B5EF4-FFF2-40B4-BE49-F238E27FC236}">
                <a16:creationId xmlns:a16="http://schemas.microsoft.com/office/drawing/2014/main" id="{86DAA06B-14A0-4B25-98FD-0A0DC9AA54F6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4" action="ppaction://hlinksldjump"/>
            <a:extLst>
              <a:ext uri="{FF2B5EF4-FFF2-40B4-BE49-F238E27FC236}">
                <a16:creationId xmlns:a16="http://schemas.microsoft.com/office/drawing/2014/main" id="{445F437D-C2F2-40AB-966B-09F81E9B9BCE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C2349249-F3A5-4644-94A5-29BFEDF6F25D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879E8FA5-6558-4C19-87E8-AE64D51E8A75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88763F4-79EB-41EC-AA1F-E8EC51C09C47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22E9499A-9D5C-4244-BF25-8E5D3AA46638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5C8087D1-E08C-4E7D-A6B4-665F5B9C68FA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7333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1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TextBox 97">
            <a:hlinkClick r:id="rId3" action="ppaction://hlinksldjump"/>
            <a:extLst>
              <a:ext uri="{FF2B5EF4-FFF2-40B4-BE49-F238E27FC236}">
                <a16:creationId xmlns:a16="http://schemas.microsoft.com/office/drawing/2014/main" id="{4DAA13B2-138E-4F9F-9C3E-21FA3089D952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9" name="TextBox 98">
            <a:hlinkClick r:id="rId4" action="ppaction://hlinksldjump"/>
            <a:extLst>
              <a:ext uri="{FF2B5EF4-FFF2-40B4-BE49-F238E27FC236}">
                <a16:creationId xmlns:a16="http://schemas.microsoft.com/office/drawing/2014/main" id="{7427BB64-5A6F-43A4-96F4-BD2F6E213ECC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4634047"/>
            <a:ext cx="677123" cy="3852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49A0359D-E04F-415B-9BE2-53DD50CE9BFF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5FBCF8A2-C455-4547-B183-6856C498923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296E135E-0591-41C6-B217-8D627C27420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2C164D07-0A1C-4009-B2E4-948C83998358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E6DEDAAB-9855-4637-87FD-7B6925C3B51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3648C2C-0884-445B-AB74-503B09716ED0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BE8A7E5D-A178-4103-818E-5D9D852FA64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DB73DC6-611B-4427-A66F-4D4C0DC644E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52CF907C-C56C-4D38-9417-793D96F38DB2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D7880AFC-DD93-41FA-9890-F3FB08257C78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00" name="그림 99">
            <a:hlinkClick r:id="rId4" action="ppaction://hlinksldjump"/>
            <a:extLst>
              <a:ext uri="{FF2B5EF4-FFF2-40B4-BE49-F238E27FC236}">
                <a16:creationId xmlns:a16="http://schemas.microsoft.com/office/drawing/2014/main" id="{73843E2A-520B-4AEF-8EA7-9DF765E04CE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01" name="그림 100">
            <a:hlinkClick r:id="rId3" action="ppaction://hlinksldjump"/>
            <a:extLst>
              <a:ext uri="{FF2B5EF4-FFF2-40B4-BE49-F238E27FC236}">
                <a16:creationId xmlns:a16="http://schemas.microsoft.com/office/drawing/2014/main" id="{2EA3B8DB-D1C6-4005-8E58-2389C89F9F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0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69D2F29C-DC4A-4C01-9A76-EC462504BCD3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C1492DD-57A2-4773-B390-7C8E18AE46AF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9FCBD96-DDD9-43A2-B27A-EB86D72C2C71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5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C47B0F0E-2C93-4092-AF89-CB9BF88BB93B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5A574B83-3A92-4A6E-8C7C-6D913EE47ED1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0B1687A0-9B59-41F3-AE7B-D09BAC7422CF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251D0462-A9E4-4839-8B15-AEE6C41CB808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F77CFD2-18C4-407E-A85C-CD7D0A3C75A0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15228D69-83D5-4084-A94A-82F33409EC68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966C0C1E-9343-493C-8F85-CC998D3EA006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51FB7D4B-18A1-4115-AA72-122BEAED239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55A62BA9-5F31-48A7-954E-B498BBAC8FC3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4F8E188F-7EFE-498A-8DE7-972586743015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20A0DB2-D41E-437F-9A7C-EF6360D09E8A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34585E3D-77B4-4011-A451-41C61885F91F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E2DF1EB8-C0BB-4F1B-86CA-64C6C31D8C6E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ADFA9E6E-4C60-4D49-AAB9-395A251A5652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D98C0440-643C-4675-A8C2-C01C66DED7D8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3E5927F9-4111-4A2D-87B6-65C6CAB4BF4F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2" name="직사각형 121">
            <a:hlinkClick r:id="rId17" action="ppaction://hlinksldjump"/>
            <a:extLst>
              <a:ext uri="{FF2B5EF4-FFF2-40B4-BE49-F238E27FC236}">
                <a16:creationId xmlns:a16="http://schemas.microsoft.com/office/drawing/2014/main" id="{E4CFC77C-672B-4AC6-B2AF-82AA22504801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8" action="ppaction://hlinksldjump"/>
            <a:extLst>
              <a:ext uri="{FF2B5EF4-FFF2-40B4-BE49-F238E27FC236}">
                <a16:creationId xmlns:a16="http://schemas.microsoft.com/office/drawing/2014/main" id="{EDE1DBDE-FD26-4608-AE81-3B97ED9F8293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9" action="ppaction://hlinksldjump"/>
            <a:extLst>
              <a:ext uri="{FF2B5EF4-FFF2-40B4-BE49-F238E27FC236}">
                <a16:creationId xmlns:a16="http://schemas.microsoft.com/office/drawing/2014/main" id="{ADB5B6B4-F167-4118-AD50-488D6515B8AC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0" action="ppaction://hlinksldjump"/>
            <a:extLst>
              <a:ext uri="{FF2B5EF4-FFF2-40B4-BE49-F238E27FC236}">
                <a16:creationId xmlns:a16="http://schemas.microsoft.com/office/drawing/2014/main" id="{BFEE0117-1374-4203-8ABB-FF4428D81B4A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1" action="ppaction://hlinksldjump"/>
            <a:extLst>
              <a:ext uri="{FF2B5EF4-FFF2-40B4-BE49-F238E27FC236}">
                <a16:creationId xmlns:a16="http://schemas.microsoft.com/office/drawing/2014/main" id="{627A9CB1-E34C-43B9-8599-33C058D4350B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2" action="ppaction://hlinksldjump"/>
            <a:extLst>
              <a:ext uri="{FF2B5EF4-FFF2-40B4-BE49-F238E27FC236}">
                <a16:creationId xmlns:a16="http://schemas.microsoft.com/office/drawing/2014/main" id="{9D38BA16-8BA9-4CEE-AF92-94C9C487B023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3" action="ppaction://hlinksldjump"/>
            <a:extLst>
              <a:ext uri="{FF2B5EF4-FFF2-40B4-BE49-F238E27FC236}">
                <a16:creationId xmlns:a16="http://schemas.microsoft.com/office/drawing/2014/main" id="{12609926-BD4C-4995-AA30-F129CFFFC76D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4" action="ppaction://hlinksldjump"/>
            <a:extLst>
              <a:ext uri="{FF2B5EF4-FFF2-40B4-BE49-F238E27FC236}">
                <a16:creationId xmlns:a16="http://schemas.microsoft.com/office/drawing/2014/main" id="{696788EE-2594-46B5-91DF-9ED1DE6371F4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5" action="ppaction://hlinksldjump"/>
            <a:extLst>
              <a:ext uri="{FF2B5EF4-FFF2-40B4-BE49-F238E27FC236}">
                <a16:creationId xmlns:a16="http://schemas.microsoft.com/office/drawing/2014/main" id="{27C088A0-286B-4F52-B55A-8DCC98EC13DB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26" action="ppaction://hlinksldjump"/>
            <a:extLst>
              <a:ext uri="{FF2B5EF4-FFF2-40B4-BE49-F238E27FC236}">
                <a16:creationId xmlns:a16="http://schemas.microsoft.com/office/drawing/2014/main" id="{071B0E49-EFA8-4267-9656-C897314C1B88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27" action="ppaction://hlinksldjump"/>
            <a:extLst>
              <a:ext uri="{FF2B5EF4-FFF2-40B4-BE49-F238E27FC236}">
                <a16:creationId xmlns:a16="http://schemas.microsoft.com/office/drawing/2014/main" id="{288991D9-619D-4A3F-81AC-AC429C36D4E8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28" action="ppaction://hlinksldjump"/>
            <a:extLst>
              <a:ext uri="{FF2B5EF4-FFF2-40B4-BE49-F238E27FC236}">
                <a16:creationId xmlns:a16="http://schemas.microsoft.com/office/drawing/2014/main" id="{919752E6-3201-4D63-B081-C6DA8C665000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29" action="ppaction://hlinksldjump"/>
            <a:extLst>
              <a:ext uri="{FF2B5EF4-FFF2-40B4-BE49-F238E27FC236}">
                <a16:creationId xmlns:a16="http://schemas.microsoft.com/office/drawing/2014/main" id="{10F9D92C-053F-4894-BBE7-DA13E0EE214C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0" action="ppaction://hlinksldjump"/>
            <a:extLst>
              <a:ext uri="{FF2B5EF4-FFF2-40B4-BE49-F238E27FC236}">
                <a16:creationId xmlns:a16="http://schemas.microsoft.com/office/drawing/2014/main" id="{06A05E3E-9B41-4E7F-896F-C4B8FB8AA1B7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1" action="ppaction://hlinksldjump"/>
            <a:extLst>
              <a:ext uri="{FF2B5EF4-FFF2-40B4-BE49-F238E27FC236}">
                <a16:creationId xmlns:a16="http://schemas.microsoft.com/office/drawing/2014/main" id="{091E9136-90D1-48DA-A02F-81AE1B23A06F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32" action="ppaction://hlinksldjump"/>
            <a:extLst>
              <a:ext uri="{FF2B5EF4-FFF2-40B4-BE49-F238E27FC236}">
                <a16:creationId xmlns:a16="http://schemas.microsoft.com/office/drawing/2014/main" id="{FF16BD9E-6026-4EF7-B8E5-5CB87DE4F52C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7" action="ppaction://hlinksldjump"/>
            <a:extLst>
              <a:ext uri="{FF2B5EF4-FFF2-40B4-BE49-F238E27FC236}">
                <a16:creationId xmlns:a16="http://schemas.microsoft.com/office/drawing/2014/main" id="{8914CD20-65E0-4B5C-A28B-491A348266F8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6" action="ppaction://hlinksldjump"/>
            <a:extLst>
              <a:ext uri="{FF2B5EF4-FFF2-40B4-BE49-F238E27FC236}">
                <a16:creationId xmlns:a16="http://schemas.microsoft.com/office/drawing/2014/main" id="{22B5D2FD-03E7-4E0E-B4A9-07307C0E1A20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8" action="ppaction://hlinksldjump"/>
            <a:extLst>
              <a:ext uri="{FF2B5EF4-FFF2-40B4-BE49-F238E27FC236}">
                <a16:creationId xmlns:a16="http://schemas.microsoft.com/office/drawing/2014/main" id="{BB23D9B7-6A35-4FD3-8D83-3B8D43660BB1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9" action="ppaction://hlinksldjump"/>
            <a:extLst>
              <a:ext uri="{FF2B5EF4-FFF2-40B4-BE49-F238E27FC236}">
                <a16:creationId xmlns:a16="http://schemas.microsoft.com/office/drawing/2014/main" id="{C5913C24-BD13-490F-B04E-005F0868EE5B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3" action="ppaction://hlinksldjump"/>
            <a:extLst>
              <a:ext uri="{FF2B5EF4-FFF2-40B4-BE49-F238E27FC236}">
                <a16:creationId xmlns:a16="http://schemas.microsoft.com/office/drawing/2014/main" id="{4BEEF5BE-F7B3-48AF-A6EB-0A18930852B2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0" action="ppaction://hlinksldjump"/>
            <a:extLst>
              <a:ext uri="{FF2B5EF4-FFF2-40B4-BE49-F238E27FC236}">
                <a16:creationId xmlns:a16="http://schemas.microsoft.com/office/drawing/2014/main" id="{1F34F35C-7AE0-4786-A000-7A525058CBC6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1" action="ppaction://hlinksldjump"/>
            <a:extLst>
              <a:ext uri="{FF2B5EF4-FFF2-40B4-BE49-F238E27FC236}">
                <a16:creationId xmlns:a16="http://schemas.microsoft.com/office/drawing/2014/main" id="{A1AC426A-7AB6-4BD4-AA9D-08E6DBE962F1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2" action="ppaction://hlinksldjump"/>
            <a:extLst>
              <a:ext uri="{FF2B5EF4-FFF2-40B4-BE49-F238E27FC236}">
                <a16:creationId xmlns:a16="http://schemas.microsoft.com/office/drawing/2014/main" id="{4814CA21-1774-402D-808F-CB439292135B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4" action="ppaction://hlinksldjump"/>
            <a:extLst>
              <a:ext uri="{FF2B5EF4-FFF2-40B4-BE49-F238E27FC236}">
                <a16:creationId xmlns:a16="http://schemas.microsoft.com/office/drawing/2014/main" id="{159B209E-FE0D-4955-872A-0AE4860F9B7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B33C9BB7-A7E2-43A3-ACE0-24E559C4CD46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2A215F01-C0D4-498E-9A14-E115050E1C5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ADEB4C1A-8587-423F-88B0-7AB5AE19AE11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EA2D0BC1-ACC5-462B-83DE-31F7AD774635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23D54341-391F-440A-B74F-ECA99720782A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419323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TextBox 97">
            <a:hlinkClick r:id="rId3" action="ppaction://hlinksldjump"/>
            <a:extLst>
              <a:ext uri="{FF2B5EF4-FFF2-40B4-BE49-F238E27FC236}">
                <a16:creationId xmlns:a16="http://schemas.microsoft.com/office/drawing/2014/main" id="{52D06863-0F35-4054-8B52-68F665DB26AC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9" name="TextBox 98">
            <a:hlinkClick r:id="rId4" action="ppaction://hlinksldjump"/>
            <a:extLst>
              <a:ext uri="{FF2B5EF4-FFF2-40B4-BE49-F238E27FC236}">
                <a16:creationId xmlns:a16="http://schemas.microsoft.com/office/drawing/2014/main" id="{445CE81E-4CBF-4236-8531-92C7546029A3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5035404"/>
            <a:ext cx="677123" cy="3852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A46A08B-A6BD-4C11-ADEE-E05B21BEB14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E01A873A-C563-4244-8656-3BE680A8C1E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309D9C01-9CBF-4558-BF44-5946EB999B0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5F7E2FA-1308-4B7D-AC2A-422EF7724E65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7B2D38C-8FA4-440B-8C9F-A2EF53013A0A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97BF11FC-B856-44A9-A0C0-D9F4C2B874D8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26AC72D8-97CA-4BB8-BB4E-3102506E7B2F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8715476-0529-4DA4-BE71-3DE2B8654D6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038F7D2-E10B-41C4-BD42-0ED8BE9BAA08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F5E34CD5-58BE-4E20-83DB-A9A48183C87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00" name="그림 99">
            <a:hlinkClick r:id="rId4" action="ppaction://hlinksldjump"/>
            <a:extLst>
              <a:ext uri="{FF2B5EF4-FFF2-40B4-BE49-F238E27FC236}">
                <a16:creationId xmlns:a16="http://schemas.microsoft.com/office/drawing/2014/main" id="{FA181206-E292-490B-B2A8-7532F1B315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01" name="그림 100">
            <a:hlinkClick r:id="rId3" action="ppaction://hlinksldjump"/>
            <a:extLst>
              <a:ext uri="{FF2B5EF4-FFF2-40B4-BE49-F238E27FC236}">
                <a16:creationId xmlns:a16="http://schemas.microsoft.com/office/drawing/2014/main" id="{D9F7CBB5-54A4-4D9C-AA7F-44CC4EB08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0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FB25D4E4-8CCE-4836-80AA-E3984B8C0641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91BC2E2F-7EBD-4CC8-88BF-35563374DB8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496CB4B-BF0F-487A-B8C0-077D1934C8E7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5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A01671D3-0762-4105-A69C-CF6A18138EAC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28F090E9-CF26-4D39-AC8E-90052ECE136F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39AABD70-9476-4D4A-BAED-0EF7A89530BA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7F0AFA7E-0F2D-491A-9519-28D552D1F4F9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237FD81D-8F1F-4C59-858E-680B775D7E0D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3BAF0865-BD51-4FE4-9077-219066C269C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58D38BDC-D76C-40F7-9A99-5B456CD2891B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C6F9ACFF-BFAC-4774-AEC0-ADDFC16123BC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590DFAA9-5296-4575-8EDC-28C9E63D1A59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6DC6571C-CD48-42AF-B4D7-6FE693AE0D97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63C96A2D-8807-401A-9555-D183779467A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1C4CB251-66FC-43E1-B655-A6DCA42C32FC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A6137E60-DF6F-46A8-A9D7-CD95F2ADB6B8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385DC1DA-17C2-4D2C-8410-B1B698CF366F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D2001E54-52DA-491D-A628-70C67684BB34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E757E672-1B75-4476-B263-7BF54E94B2C8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2" name="직사각형 121">
            <a:hlinkClick r:id="rId17" action="ppaction://hlinksldjump"/>
            <a:extLst>
              <a:ext uri="{FF2B5EF4-FFF2-40B4-BE49-F238E27FC236}">
                <a16:creationId xmlns:a16="http://schemas.microsoft.com/office/drawing/2014/main" id="{F8B6E082-1A77-4B5F-9165-5C2E001C1B75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8" action="ppaction://hlinksldjump"/>
            <a:extLst>
              <a:ext uri="{FF2B5EF4-FFF2-40B4-BE49-F238E27FC236}">
                <a16:creationId xmlns:a16="http://schemas.microsoft.com/office/drawing/2014/main" id="{08F59112-D733-4082-851E-DEC5FF86B775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9" action="ppaction://hlinksldjump"/>
            <a:extLst>
              <a:ext uri="{FF2B5EF4-FFF2-40B4-BE49-F238E27FC236}">
                <a16:creationId xmlns:a16="http://schemas.microsoft.com/office/drawing/2014/main" id="{419DE59E-DCED-4920-9BE8-1134219A6CE9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0" action="ppaction://hlinksldjump"/>
            <a:extLst>
              <a:ext uri="{FF2B5EF4-FFF2-40B4-BE49-F238E27FC236}">
                <a16:creationId xmlns:a16="http://schemas.microsoft.com/office/drawing/2014/main" id="{E1F3AE4C-82BF-4C22-9B3D-0DA9F9246E66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1" action="ppaction://hlinksldjump"/>
            <a:extLst>
              <a:ext uri="{FF2B5EF4-FFF2-40B4-BE49-F238E27FC236}">
                <a16:creationId xmlns:a16="http://schemas.microsoft.com/office/drawing/2014/main" id="{0425B041-494D-4492-8669-ED0B378B14AD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2" action="ppaction://hlinksldjump"/>
            <a:extLst>
              <a:ext uri="{FF2B5EF4-FFF2-40B4-BE49-F238E27FC236}">
                <a16:creationId xmlns:a16="http://schemas.microsoft.com/office/drawing/2014/main" id="{362AFB48-3F22-44B5-8F16-5FFF54CA343B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3" action="ppaction://hlinksldjump"/>
            <a:extLst>
              <a:ext uri="{FF2B5EF4-FFF2-40B4-BE49-F238E27FC236}">
                <a16:creationId xmlns:a16="http://schemas.microsoft.com/office/drawing/2014/main" id="{AD19F35C-0F44-4FB6-A0AA-1D944B7DB56A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4" action="ppaction://hlinksldjump"/>
            <a:extLst>
              <a:ext uri="{FF2B5EF4-FFF2-40B4-BE49-F238E27FC236}">
                <a16:creationId xmlns:a16="http://schemas.microsoft.com/office/drawing/2014/main" id="{01FCC2FA-5B28-42D3-88E8-3046A70E4FA0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5" action="ppaction://hlinksldjump"/>
            <a:extLst>
              <a:ext uri="{FF2B5EF4-FFF2-40B4-BE49-F238E27FC236}">
                <a16:creationId xmlns:a16="http://schemas.microsoft.com/office/drawing/2014/main" id="{7FFD9170-20E2-449F-B1BF-27D5B2B60AAD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26" action="ppaction://hlinksldjump"/>
            <a:extLst>
              <a:ext uri="{FF2B5EF4-FFF2-40B4-BE49-F238E27FC236}">
                <a16:creationId xmlns:a16="http://schemas.microsoft.com/office/drawing/2014/main" id="{78BDCA2D-97E9-4C1F-984B-3381010DFA4A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27" action="ppaction://hlinksldjump"/>
            <a:extLst>
              <a:ext uri="{FF2B5EF4-FFF2-40B4-BE49-F238E27FC236}">
                <a16:creationId xmlns:a16="http://schemas.microsoft.com/office/drawing/2014/main" id="{00A6D71C-BE4C-4DC1-A27F-D17DF8246E54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28" action="ppaction://hlinksldjump"/>
            <a:extLst>
              <a:ext uri="{FF2B5EF4-FFF2-40B4-BE49-F238E27FC236}">
                <a16:creationId xmlns:a16="http://schemas.microsoft.com/office/drawing/2014/main" id="{4B1A8B28-010F-4C15-BD20-04C5B3839FFC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29" action="ppaction://hlinksldjump"/>
            <a:extLst>
              <a:ext uri="{FF2B5EF4-FFF2-40B4-BE49-F238E27FC236}">
                <a16:creationId xmlns:a16="http://schemas.microsoft.com/office/drawing/2014/main" id="{AC8275AD-8441-41FF-B3B8-BA0F8394810D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0" action="ppaction://hlinksldjump"/>
            <a:extLst>
              <a:ext uri="{FF2B5EF4-FFF2-40B4-BE49-F238E27FC236}">
                <a16:creationId xmlns:a16="http://schemas.microsoft.com/office/drawing/2014/main" id="{0DF550B6-4DD8-47EC-9ABB-D45EF1F52C79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1" action="ppaction://hlinksldjump"/>
            <a:extLst>
              <a:ext uri="{FF2B5EF4-FFF2-40B4-BE49-F238E27FC236}">
                <a16:creationId xmlns:a16="http://schemas.microsoft.com/office/drawing/2014/main" id="{21FEE7E1-A381-4AB3-AB6F-5019086E9949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32" action="ppaction://hlinksldjump"/>
            <a:extLst>
              <a:ext uri="{FF2B5EF4-FFF2-40B4-BE49-F238E27FC236}">
                <a16:creationId xmlns:a16="http://schemas.microsoft.com/office/drawing/2014/main" id="{DDF6F319-70C1-4877-A4F3-E365348D9B6E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7" action="ppaction://hlinksldjump"/>
            <a:extLst>
              <a:ext uri="{FF2B5EF4-FFF2-40B4-BE49-F238E27FC236}">
                <a16:creationId xmlns:a16="http://schemas.microsoft.com/office/drawing/2014/main" id="{0C5796AF-03A2-42E5-BDAD-47A622C9EC2C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6" action="ppaction://hlinksldjump"/>
            <a:extLst>
              <a:ext uri="{FF2B5EF4-FFF2-40B4-BE49-F238E27FC236}">
                <a16:creationId xmlns:a16="http://schemas.microsoft.com/office/drawing/2014/main" id="{55BFC655-C6AB-4245-BE42-2E5745CA79D2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8" action="ppaction://hlinksldjump"/>
            <a:extLst>
              <a:ext uri="{FF2B5EF4-FFF2-40B4-BE49-F238E27FC236}">
                <a16:creationId xmlns:a16="http://schemas.microsoft.com/office/drawing/2014/main" id="{5E927227-939B-4048-9866-5A02EF32203D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9" action="ppaction://hlinksldjump"/>
            <a:extLst>
              <a:ext uri="{FF2B5EF4-FFF2-40B4-BE49-F238E27FC236}">
                <a16:creationId xmlns:a16="http://schemas.microsoft.com/office/drawing/2014/main" id="{76279DC1-0359-454C-AF13-63AFBD34BC39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3" action="ppaction://hlinksldjump"/>
            <a:extLst>
              <a:ext uri="{FF2B5EF4-FFF2-40B4-BE49-F238E27FC236}">
                <a16:creationId xmlns:a16="http://schemas.microsoft.com/office/drawing/2014/main" id="{D1311A51-6F8E-459B-935D-4E66979C1B9E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0" action="ppaction://hlinksldjump"/>
            <a:extLst>
              <a:ext uri="{FF2B5EF4-FFF2-40B4-BE49-F238E27FC236}">
                <a16:creationId xmlns:a16="http://schemas.microsoft.com/office/drawing/2014/main" id="{A0D45842-9B17-44B4-92E4-3EF9C13F7112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1" action="ppaction://hlinksldjump"/>
            <a:extLst>
              <a:ext uri="{FF2B5EF4-FFF2-40B4-BE49-F238E27FC236}">
                <a16:creationId xmlns:a16="http://schemas.microsoft.com/office/drawing/2014/main" id="{97FC2EDC-DDC8-430B-B96F-A60CF0AA25F9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2" action="ppaction://hlinksldjump"/>
            <a:extLst>
              <a:ext uri="{FF2B5EF4-FFF2-40B4-BE49-F238E27FC236}">
                <a16:creationId xmlns:a16="http://schemas.microsoft.com/office/drawing/2014/main" id="{0E96CC11-3B74-4466-9CD8-F84E18733AC6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4" action="ppaction://hlinksldjump"/>
            <a:extLst>
              <a:ext uri="{FF2B5EF4-FFF2-40B4-BE49-F238E27FC236}">
                <a16:creationId xmlns:a16="http://schemas.microsoft.com/office/drawing/2014/main" id="{B9E47923-8E83-47E8-AAA9-427D2C457E5F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BF85F95B-473E-423B-AC3F-F02F6F3563D1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26C7DD7F-D58C-4237-8599-A3DD4CFCE51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BD39B72D-5E37-468B-9EAC-6892C881F5AC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40CEEDAD-75BE-4F79-AEC7-E767F2CBC95C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84C64A9D-FD6D-4921-A1C1-985D15E07A26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94432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TextBox 97">
            <a:hlinkClick r:id="rId3" action="ppaction://hlinksldjump"/>
            <a:extLst>
              <a:ext uri="{FF2B5EF4-FFF2-40B4-BE49-F238E27FC236}">
                <a16:creationId xmlns:a16="http://schemas.microsoft.com/office/drawing/2014/main" id="{0AD542FE-0213-40B1-8844-4A1269C57A8B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9" name="TextBox 98">
            <a:hlinkClick r:id="rId4" action="ppaction://hlinksldjump"/>
            <a:extLst>
              <a:ext uri="{FF2B5EF4-FFF2-40B4-BE49-F238E27FC236}">
                <a16:creationId xmlns:a16="http://schemas.microsoft.com/office/drawing/2014/main" id="{072464D9-5601-4889-89B9-48692306E600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5436761"/>
            <a:ext cx="677123" cy="3888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22CE0836-FC6D-4CB5-9F0B-CA368C5454F2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BD81E672-35B8-4FFC-96D5-A1D68F0D5D9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F92D8D69-7E5C-41C1-814A-816729121F06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8AEF6FBA-793C-4F6B-86C3-0232AEEA4C35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E16F1FF0-7C1A-47E1-9D1B-1C67672A37E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996FC51-641E-4B64-89C0-9438F76250C1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37D305A5-E0FA-44F2-AB7C-69E82E4175C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E83CAA2B-08B7-4298-ACD2-9007BA52703D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858E47B3-E1A5-4C2C-9ABD-817AE3CDF5C0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E6742E7-D209-4D90-B788-8A7947B83C33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00" name="그림 99">
            <a:hlinkClick r:id="rId4" action="ppaction://hlinksldjump"/>
            <a:extLst>
              <a:ext uri="{FF2B5EF4-FFF2-40B4-BE49-F238E27FC236}">
                <a16:creationId xmlns:a16="http://schemas.microsoft.com/office/drawing/2014/main" id="{56ACDABE-B1F0-486C-B2B3-7B730B15A26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01" name="그림 100">
            <a:hlinkClick r:id="rId3" action="ppaction://hlinksldjump"/>
            <a:extLst>
              <a:ext uri="{FF2B5EF4-FFF2-40B4-BE49-F238E27FC236}">
                <a16:creationId xmlns:a16="http://schemas.microsoft.com/office/drawing/2014/main" id="{EBE9A440-5E2B-4158-B8C9-2276D6FC1C2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0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3EDB188-8DB0-426D-AF4E-38AA999DE4E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54C5201-3FD7-4E91-A977-D7BCA108E47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51211A2-EE92-4D9B-9BA4-86E49F2BE32A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5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3F3A8691-47A9-417F-8C85-121DAEF804E4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A226C053-5441-43D5-A973-E46EDFD5A8A0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CAD9B1EE-484C-4897-966D-2AEC41616FBB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EC664174-D492-481A-B8C1-B0C2E5B2D10F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D32D2B61-FFB6-4376-B152-0F3AE565CC7E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7728EA13-B9F2-4CB5-A2AC-6AD72DFBE71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ED9BE383-1D2E-47DF-9358-A2C6446B711D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B8BF0C32-7D55-405B-A2B2-42175D50F7CE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0145DEC8-F0D3-419F-8795-259C3ACC9686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5139CE9C-8C02-4F4B-9887-E28EE0AB8195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50410349-DADD-412F-BA2C-CF954915A646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9E7578E2-77EC-4062-94D6-343D54387325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7F1AE7F2-D5C6-4FE3-AC77-7FCFE750AC02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F0B545F7-5DDE-4999-AF31-38F4CF2A1719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C970E74F-DDB8-4041-A47A-473186016F86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8D0D2277-07C2-44FF-AD1F-8529FECC757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2" name="직사각형 121">
            <a:hlinkClick r:id="rId17" action="ppaction://hlinksldjump"/>
            <a:extLst>
              <a:ext uri="{FF2B5EF4-FFF2-40B4-BE49-F238E27FC236}">
                <a16:creationId xmlns:a16="http://schemas.microsoft.com/office/drawing/2014/main" id="{098102C3-6AD9-4D51-90D5-C589DB476325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8" action="ppaction://hlinksldjump"/>
            <a:extLst>
              <a:ext uri="{FF2B5EF4-FFF2-40B4-BE49-F238E27FC236}">
                <a16:creationId xmlns:a16="http://schemas.microsoft.com/office/drawing/2014/main" id="{CC2EC355-3022-470A-867E-CD21B45BAAE1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9" action="ppaction://hlinksldjump"/>
            <a:extLst>
              <a:ext uri="{FF2B5EF4-FFF2-40B4-BE49-F238E27FC236}">
                <a16:creationId xmlns:a16="http://schemas.microsoft.com/office/drawing/2014/main" id="{1EDFDD2E-6363-469B-BC19-68F749F7563F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0" action="ppaction://hlinksldjump"/>
            <a:extLst>
              <a:ext uri="{FF2B5EF4-FFF2-40B4-BE49-F238E27FC236}">
                <a16:creationId xmlns:a16="http://schemas.microsoft.com/office/drawing/2014/main" id="{6D14C433-9398-4E26-8058-0DA040D49E47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1" action="ppaction://hlinksldjump"/>
            <a:extLst>
              <a:ext uri="{FF2B5EF4-FFF2-40B4-BE49-F238E27FC236}">
                <a16:creationId xmlns:a16="http://schemas.microsoft.com/office/drawing/2014/main" id="{901A6898-3114-462F-A512-68ACF0CE7792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2" action="ppaction://hlinksldjump"/>
            <a:extLst>
              <a:ext uri="{FF2B5EF4-FFF2-40B4-BE49-F238E27FC236}">
                <a16:creationId xmlns:a16="http://schemas.microsoft.com/office/drawing/2014/main" id="{4C7764AD-84E9-431E-9002-3B0A1E62C2CB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3" action="ppaction://hlinksldjump"/>
            <a:extLst>
              <a:ext uri="{FF2B5EF4-FFF2-40B4-BE49-F238E27FC236}">
                <a16:creationId xmlns:a16="http://schemas.microsoft.com/office/drawing/2014/main" id="{A0194E45-6875-45B0-B817-57BE396B5DFD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4" action="ppaction://hlinksldjump"/>
            <a:extLst>
              <a:ext uri="{FF2B5EF4-FFF2-40B4-BE49-F238E27FC236}">
                <a16:creationId xmlns:a16="http://schemas.microsoft.com/office/drawing/2014/main" id="{7517A457-DF14-4136-9D1A-EDA281188FD4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5" action="ppaction://hlinksldjump"/>
            <a:extLst>
              <a:ext uri="{FF2B5EF4-FFF2-40B4-BE49-F238E27FC236}">
                <a16:creationId xmlns:a16="http://schemas.microsoft.com/office/drawing/2014/main" id="{54E81BAE-B538-47A7-9838-E2D078199A71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26" action="ppaction://hlinksldjump"/>
            <a:extLst>
              <a:ext uri="{FF2B5EF4-FFF2-40B4-BE49-F238E27FC236}">
                <a16:creationId xmlns:a16="http://schemas.microsoft.com/office/drawing/2014/main" id="{12E05CBA-F146-40BF-87C0-8EBFA3506C15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27" action="ppaction://hlinksldjump"/>
            <a:extLst>
              <a:ext uri="{FF2B5EF4-FFF2-40B4-BE49-F238E27FC236}">
                <a16:creationId xmlns:a16="http://schemas.microsoft.com/office/drawing/2014/main" id="{6F09D307-FDB3-4C04-8B69-00AA15F91D4C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28" action="ppaction://hlinksldjump"/>
            <a:extLst>
              <a:ext uri="{FF2B5EF4-FFF2-40B4-BE49-F238E27FC236}">
                <a16:creationId xmlns:a16="http://schemas.microsoft.com/office/drawing/2014/main" id="{2FD56AD5-5FE8-44D9-8156-5E6FF056927A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29" action="ppaction://hlinksldjump"/>
            <a:extLst>
              <a:ext uri="{FF2B5EF4-FFF2-40B4-BE49-F238E27FC236}">
                <a16:creationId xmlns:a16="http://schemas.microsoft.com/office/drawing/2014/main" id="{86112D1E-C578-4B97-9B80-B3A2A69E6AE2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0" action="ppaction://hlinksldjump"/>
            <a:extLst>
              <a:ext uri="{FF2B5EF4-FFF2-40B4-BE49-F238E27FC236}">
                <a16:creationId xmlns:a16="http://schemas.microsoft.com/office/drawing/2014/main" id="{1392D8BF-BCE4-45F1-BD43-C8CFF0D9BA32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1" action="ppaction://hlinksldjump"/>
            <a:extLst>
              <a:ext uri="{FF2B5EF4-FFF2-40B4-BE49-F238E27FC236}">
                <a16:creationId xmlns:a16="http://schemas.microsoft.com/office/drawing/2014/main" id="{554DDAE5-AF88-4C28-BA2E-6939617DF9FE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32" action="ppaction://hlinksldjump"/>
            <a:extLst>
              <a:ext uri="{FF2B5EF4-FFF2-40B4-BE49-F238E27FC236}">
                <a16:creationId xmlns:a16="http://schemas.microsoft.com/office/drawing/2014/main" id="{D38F89E4-C48F-4F99-A0DE-C264DE3C7B13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7" action="ppaction://hlinksldjump"/>
            <a:extLst>
              <a:ext uri="{FF2B5EF4-FFF2-40B4-BE49-F238E27FC236}">
                <a16:creationId xmlns:a16="http://schemas.microsoft.com/office/drawing/2014/main" id="{3805AF48-7FB4-4E1D-B6FB-B834BB5771CD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6" action="ppaction://hlinksldjump"/>
            <a:extLst>
              <a:ext uri="{FF2B5EF4-FFF2-40B4-BE49-F238E27FC236}">
                <a16:creationId xmlns:a16="http://schemas.microsoft.com/office/drawing/2014/main" id="{36B62981-F4CC-4A5B-B401-227217E06204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8" action="ppaction://hlinksldjump"/>
            <a:extLst>
              <a:ext uri="{FF2B5EF4-FFF2-40B4-BE49-F238E27FC236}">
                <a16:creationId xmlns:a16="http://schemas.microsoft.com/office/drawing/2014/main" id="{2D9E63A9-4AFA-4FB4-85AA-638FFE628D92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9" action="ppaction://hlinksldjump"/>
            <a:extLst>
              <a:ext uri="{FF2B5EF4-FFF2-40B4-BE49-F238E27FC236}">
                <a16:creationId xmlns:a16="http://schemas.microsoft.com/office/drawing/2014/main" id="{58593E47-1863-45FE-9049-019CDE7D8D69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3" action="ppaction://hlinksldjump"/>
            <a:extLst>
              <a:ext uri="{FF2B5EF4-FFF2-40B4-BE49-F238E27FC236}">
                <a16:creationId xmlns:a16="http://schemas.microsoft.com/office/drawing/2014/main" id="{9B90FD42-7058-4943-8E8A-9771701BA40C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0" action="ppaction://hlinksldjump"/>
            <a:extLst>
              <a:ext uri="{FF2B5EF4-FFF2-40B4-BE49-F238E27FC236}">
                <a16:creationId xmlns:a16="http://schemas.microsoft.com/office/drawing/2014/main" id="{272A6C7E-BFEF-4263-AF6F-86D13EC901EB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1" action="ppaction://hlinksldjump"/>
            <a:extLst>
              <a:ext uri="{FF2B5EF4-FFF2-40B4-BE49-F238E27FC236}">
                <a16:creationId xmlns:a16="http://schemas.microsoft.com/office/drawing/2014/main" id="{18EBC42A-A9AB-4802-9AC6-53D674B3C3E5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2" action="ppaction://hlinksldjump"/>
            <a:extLst>
              <a:ext uri="{FF2B5EF4-FFF2-40B4-BE49-F238E27FC236}">
                <a16:creationId xmlns:a16="http://schemas.microsoft.com/office/drawing/2014/main" id="{78FC2F2C-4C99-4910-8BAA-064F6F8AF804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4" action="ppaction://hlinksldjump"/>
            <a:extLst>
              <a:ext uri="{FF2B5EF4-FFF2-40B4-BE49-F238E27FC236}">
                <a16:creationId xmlns:a16="http://schemas.microsoft.com/office/drawing/2014/main" id="{FFE62360-9E60-4A8B-9EA6-EAAC22F1B686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0FB25B62-E236-4862-A380-B422AD4F7E2C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9034049D-B9CF-43DF-85FA-97D5AEB337F7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553F555-A53A-4636-AE44-261B97975235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2BE2A34C-CB3A-4503-8EDD-7101989E0D47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6704DD1D-55D4-4FE6-A581-85A0035AB742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88370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TextBox 97">
            <a:hlinkClick r:id="rId3" action="ppaction://hlinksldjump"/>
            <a:extLst>
              <a:ext uri="{FF2B5EF4-FFF2-40B4-BE49-F238E27FC236}">
                <a16:creationId xmlns:a16="http://schemas.microsoft.com/office/drawing/2014/main" id="{38B66A95-824B-419C-AD38-4AEEF2BB0AE6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9" name="TextBox 98">
            <a:hlinkClick r:id="rId4" action="ppaction://hlinksldjump"/>
            <a:extLst>
              <a:ext uri="{FF2B5EF4-FFF2-40B4-BE49-F238E27FC236}">
                <a16:creationId xmlns:a16="http://schemas.microsoft.com/office/drawing/2014/main" id="{5EEE8318-8D2B-4B82-82D8-01EB811EE523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5838118"/>
            <a:ext cx="677123" cy="3888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D7341356-CBE8-4C23-8C2F-F9684C073D4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299F92FA-93FB-465A-ADA6-E5A18E702051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9F676F10-E015-4BDA-BF0F-F04663EDD112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89B37C8-C02A-4614-9819-31D9505126A6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1826FD62-2441-48A1-A817-EE21C8A81615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49CD5D33-476E-4342-8A62-D30E2E5139AD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5AA8853-142D-461C-B0DE-C3A09DB3D22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5AFE7033-5CAF-4215-9472-11116FCD0D76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4C83CA81-AA39-4276-B12C-B4BD2C803F2C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94C315F7-BBB4-43F9-BEF3-CD0A7A0DAE9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00" name="그림 99">
            <a:hlinkClick r:id="rId4" action="ppaction://hlinksldjump"/>
            <a:extLst>
              <a:ext uri="{FF2B5EF4-FFF2-40B4-BE49-F238E27FC236}">
                <a16:creationId xmlns:a16="http://schemas.microsoft.com/office/drawing/2014/main" id="{750878CC-622A-4F18-8B86-98271F7451B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01" name="그림 100">
            <a:hlinkClick r:id="rId3" action="ppaction://hlinksldjump"/>
            <a:extLst>
              <a:ext uri="{FF2B5EF4-FFF2-40B4-BE49-F238E27FC236}">
                <a16:creationId xmlns:a16="http://schemas.microsoft.com/office/drawing/2014/main" id="{45F4932F-FF9A-4BBF-8396-227DC6ABD8A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0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26C5F884-75D4-4463-BE0D-D0116A020902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9CE01EC9-9A40-4E68-9E9B-A5A92315BCD1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14A16A8-FB84-4735-9461-A09CCBE817F2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5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56FCB03E-77DC-4E33-8669-2133F632A811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554D3930-949F-4C57-9CDC-E0ABC023D003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B5811312-99E4-4D91-932E-6A211C3930EA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D557FE11-A588-4C37-99EA-D3FDC4FE5EEB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9AEF2144-3A8C-4CB5-A986-C5B38712596E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88730CBC-BCF7-47DD-9A46-66B164C30D52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5C9AB622-C766-424D-84E0-05441978F716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7B1F7A31-69ED-4414-BD4F-BE69B0523D4D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E5A899E6-4DD2-4FB0-93F3-DC651BF1B224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051C992D-3CEB-476D-AFFA-B6CC92972C20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04B6EFEE-1EAD-4AE9-A332-96A4A3579677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1E493AB0-B328-4692-AF2B-9DE0693C856A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99BBA077-4495-459E-A9C4-B0FB1D94FA99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C18DE8C1-123C-484F-BC63-6C7546D96F46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98A3A4A0-EB58-4654-9A66-4FD8C888D777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2822F161-F372-4FE0-9154-DEAC02A8BEB4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2" name="직사각형 121">
            <a:hlinkClick r:id="rId17" action="ppaction://hlinksldjump"/>
            <a:extLst>
              <a:ext uri="{FF2B5EF4-FFF2-40B4-BE49-F238E27FC236}">
                <a16:creationId xmlns:a16="http://schemas.microsoft.com/office/drawing/2014/main" id="{888AF92A-0CA6-4F19-8666-EFBAAFEB9DEF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8" action="ppaction://hlinksldjump"/>
            <a:extLst>
              <a:ext uri="{FF2B5EF4-FFF2-40B4-BE49-F238E27FC236}">
                <a16:creationId xmlns:a16="http://schemas.microsoft.com/office/drawing/2014/main" id="{9DE4C1CC-19A6-4B04-80F1-DC5EFF2143C6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9" action="ppaction://hlinksldjump"/>
            <a:extLst>
              <a:ext uri="{FF2B5EF4-FFF2-40B4-BE49-F238E27FC236}">
                <a16:creationId xmlns:a16="http://schemas.microsoft.com/office/drawing/2014/main" id="{5B566D2F-944C-472D-A127-2CA20161BBCA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0" action="ppaction://hlinksldjump"/>
            <a:extLst>
              <a:ext uri="{FF2B5EF4-FFF2-40B4-BE49-F238E27FC236}">
                <a16:creationId xmlns:a16="http://schemas.microsoft.com/office/drawing/2014/main" id="{4C6B8DAE-2285-45D1-8DD6-46D8977E991E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1" action="ppaction://hlinksldjump"/>
            <a:extLst>
              <a:ext uri="{FF2B5EF4-FFF2-40B4-BE49-F238E27FC236}">
                <a16:creationId xmlns:a16="http://schemas.microsoft.com/office/drawing/2014/main" id="{CF2C1C37-5DE9-4810-9CEB-813989098845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2" action="ppaction://hlinksldjump"/>
            <a:extLst>
              <a:ext uri="{FF2B5EF4-FFF2-40B4-BE49-F238E27FC236}">
                <a16:creationId xmlns:a16="http://schemas.microsoft.com/office/drawing/2014/main" id="{2A7F889E-2893-4B62-BC02-EBFBAC4E0EBE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3" action="ppaction://hlinksldjump"/>
            <a:extLst>
              <a:ext uri="{FF2B5EF4-FFF2-40B4-BE49-F238E27FC236}">
                <a16:creationId xmlns:a16="http://schemas.microsoft.com/office/drawing/2014/main" id="{91D163C7-E34A-41BB-8908-0615B72A1BA1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4" action="ppaction://hlinksldjump"/>
            <a:extLst>
              <a:ext uri="{FF2B5EF4-FFF2-40B4-BE49-F238E27FC236}">
                <a16:creationId xmlns:a16="http://schemas.microsoft.com/office/drawing/2014/main" id="{77F698F8-1473-4968-9C1C-FA7D1FB4F07F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5" action="ppaction://hlinksldjump"/>
            <a:extLst>
              <a:ext uri="{FF2B5EF4-FFF2-40B4-BE49-F238E27FC236}">
                <a16:creationId xmlns:a16="http://schemas.microsoft.com/office/drawing/2014/main" id="{D7653358-5F61-4C2B-B3F4-19D2AF729174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26" action="ppaction://hlinksldjump"/>
            <a:extLst>
              <a:ext uri="{FF2B5EF4-FFF2-40B4-BE49-F238E27FC236}">
                <a16:creationId xmlns:a16="http://schemas.microsoft.com/office/drawing/2014/main" id="{0F73B6B1-E398-4167-A5BC-6FAF81F14A07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27" action="ppaction://hlinksldjump"/>
            <a:extLst>
              <a:ext uri="{FF2B5EF4-FFF2-40B4-BE49-F238E27FC236}">
                <a16:creationId xmlns:a16="http://schemas.microsoft.com/office/drawing/2014/main" id="{65B572DE-4DC5-4360-A360-D3E5E7442397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28" action="ppaction://hlinksldjump"/>
            <a:extLst>
              <a:ext uri="{FF2B5EF4-FFF2-40B4-BE49-F238E27FC236}">
                <a16:creationId xmlns:a16="http://schemas.microsoft.com/office/drawing/2014/main" id="{277660CE-F1D0-431A-B6E4-4BFBD3946892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29" action="ppaction://hlinksldjump"/>
            <a:extLst>
              <a:ext uri="{FF2B5EF4-FFF2-40B4-BE49-F238E27FC236}">
                <a16:creationId xmlns:a16="http://schemas.microsoft.com/office/drawing/2014/main" id="{1E6EBE5C-AA86-413A-9DD3-5B969420E8E8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0" action="ppaction://hlinksldjump"/>
            <a:extLst>
              <a:ext uri="{FF2B5EF4-FFF2-40B4-BE49-F238E27FC236}">
                <a16:creationId xmlns:a16="http://schemas.microsoft.com/office/drawing/2014/main" id="{128C0475-9D92-4DFD-B23A-A01A0B0E5E38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1" action="ppaction://hlinksldjump"/>
            <a:extLst>
              <a:ext uri="{FF2B5EF4-FFF2-40B4-BE49-F238E27FC236}">
                <a16:creationId xmlns:a16="http://schemas.microsoft.com/office/drawing/2014/main" id="{70901200-D336-4E61-A434-0787F667F4AA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32" action="ppaction://hlinksldjump"/>
            <a:extLst>
              <a:ext uri="{FF2B5EF4-FFF2-40B4-BE49-F238E27FC236}">
                <a16:creationId xmlns:a16="http://schemas.microsoft.com/office/drawing/2014/main" id="{00B4486A-9557-4A7D-9918-E73E0AB25144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7" action="ppaction://hlinksldjump"/>
            <a:extLst>
              <a:ext uri="{FF2B5EF4-FFF2-40B4-BE49-F238E27FC236}">
                <a16:creationId xmlns:a16="http://schemas.microsoft.com/office/drawing/2014/main" id="{C1727550-4178-4A3B-99E7-17E8FD3A6707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6" action="ppaction://hlinksldjump"/>
            <a:extLst>
              <a:ext uri="{FF2B5EF4-FFF2-40B4-BE49-F238E27FC236}">
                <a16:creationId xmlns:a16="http://schemas.microsoft.com/office/drawing/2014/main" id="{77CE586D-4113-439E-AC0B-FB308D7E4850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8" action="ppaction://hlinksldjump"/>
            <a:extLst>
              <a:ext uri="{FF2B5EF4-FFF2-40B4-BE49-F238E27FC236}">
                <a16:creationId xmlns:a16="http://schemas.microsoft.com/office/drawing/2014/main" id="{64A7626E-0B0E-4CF0-80A9-0671EA961212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9" action="ppaction://hlinksldjump"/>
            <a:extLst>
              <a:ext uri="{FF2B5EF4-FFF2-40B4-BE49-F238E27FC236}">
                <a16:creationId xmlns:a16="http://schemas.microsoft.com/office/drawing/2014/main" id="{68802F84-B6F6-4C61-B3D8-E612987A3170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3" action="ppaction://hlinksldjump"/>
            <a:extLst>
              <a:ext uri="{FF2B5EF4-FFF2-40B4-BE49-F238E27FC236}">
                <a16:creationId xmlns:a16="http://schemas.microsoft.com/office/drawing/2014/main" id="{1FD4A319-CDBB-46FA-AC6B-18F328CDA682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0" action="ppaction://hlinksldjump"/>
            <a:extLst>
              <a:ext uri="{FF2B5EF4-FFF2-40B4-BE49-F238E27FC236}">
                <a16:creationId xmlns:a16="http://schemas.microsoft.com/office/drawing/2014/main" id="{D68AF3E9-3692-435A-8C56-68F669F46457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1" action="ppaction://hlinksldjump"/>
            <a:extLst>
              <a:ext uri="{FF2B5EF4-FFF2-40B4-BE49-F238E27FC236}">
                <a16:creationId xmlns:a16="http://schemas.microsoft.com/office/drawing/2014/main" id="{EF9A0181-6ECB-4C17-BDD7-51B3C9C32018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2" action="ppaction://hlinksldjump"/>
            <a:extLst>
              <a:ext uri="{FF2B5EF4-FFF2-40B4-BE49-F238E27FC236}">
                <a16:creationId xmlns:a16="http://schemas.microsoft.com/office/drawing/2014/main" id="{F0E48409-9819-45ED-8E3B-873497BB08D7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4" action="ppaction://hlinksldjump"/>
            <a:extLst>
              <a:ext uri="{FF2B5EF4-FFF2-40B4-BE49-F238E27FC236}">
                <a16:creationId xmlns:a16="http://schemas.microsoft.com/office/drawing/2014/main" id="{1259E133-AAD8-4DD5-8520-658D1090BB11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66FE4098-1D00-4870-AE51-7B6E7E78EF48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3" action="ppaction://hlinksldjump"/>
            <a:extLst>
              <a:ext uri="{FF2B5EF4-FFF2-40B4-BE49-F238E27FC236}">
                <a16:creationId xmlns:a16="http://schemas.microsoft.com/office/drawing/2014/main" id="{BEED0885-BB1E-4671-B9D6-3F58C9097F4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8D39EE47-69D4-49D5-A0AF-3D1DB19D312C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5B5F5F65-45E1-4806-8AE7-698BC10ABDE8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4" action="ppaction://hlinksldjump"/>
            <a:extLst>
              <a:ext uri="{FF2B5EF4-FFF2-40B4-BE49-F238E27FC236}">
                <a16:creationId xmlns:a16="http://schemas.microsoft.com/office/drawing/2014/main" id="{0A594988-0720-4099-8426-8805F40C482C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397294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TextBox 97">
            <a:hlinkClick r:id="rId3" action="ppaction://hlinksldjump"/>
            <a:extLst>
              <a:ext uri="{FF2B5EF4-FFF2-40B4-BE49-F238E27FC236}">
                <a16:creationId xmlns:a16="http://schemas.microsoft.com/office/drawing/2014/main" id="{1BBC24DF-AD63-45C2-A340-2293A7D89B2A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9" name="TextBox 98">
            <a:hlinkClick r:id="rId4" action="ppaction://hlinksldjump"/>
            <a:extLst>
              <a:ext uri="{FF2B5EF4-FFF2-40B4-BE49-F238E27FC236}">
                <a16:creationId xmlns:a16="http://schemas.microsoft.com/office/drawing/2014/main" id="{F9AEF366-2683-43EC-8A87-39D69E66E708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51" name="직사각형 50">
            <a:hlinkClick r:id="rId6" action="ppaction://hlinksldjump"/>
            <a:extLst>
              <a:ext uri="{FF2B5EF4-FFF2-40B4-BE49-F238E27FC236}">
                <a16:creationId xmlns:a16="http://schemas.microsoft.com/office/drawing/2014/main" id="{C8FFB764-1DA9-4B15-909E-AC3B53CB7B99}"/>
              </a:ext>
            </a:extLst>
          </p:cNvPr>
          <p:cNvSpPr/>
          <p:nvPr userDrawn="1"/>
        </p:nvSpPr>
        <p:spPr>
          <a:xfrm>
            <a:off x="-973" y="6236457"/>
            <a:ext cx="677123" cy="392400"/>
          </a:xfrm>
          <a:prstGeom prst="rect">
            <a:avLst/>
          </a:prstGeom>
          <a:solidFill>
            <a:srgbClr val="7674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B188505F-1B73-4600-9E81-65B41A853BC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8D4F0675-6A33-4135-BE47-0EC5009118A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43EA02E-EF6C-4730-B010-ECA85077ED0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97331141-EB88-4978-BFE3-F74688684C3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58BBD9F-7F51-4960-94C6-3137812E3C99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9E843243-A102-43A1-B815-9696A11A5984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4215F5C-E9A2-4910-A37B-C6F457DADB53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16048709-2A0F-45BE-AC53-0033BEF9162C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C3272F9-4FC1-4950-A317-0048CBC45819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9D6611AE-F8C8-414C-B58C-F8F18D0D802E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100" name="그림 99">
            <a:hlinkClick r:id="rId4" action="ppaction://hlinksldjump"/>
            <a:extLst>
              <a:ext uri="{FF2B5EF4-FFF2-40B4-BE49-F238E27FC236}">
                <a16:creationId xmlns:a16="http://schemas.microsoft.com/office/drawing/2014/main" id="{E2144092-7F60-4318-AF4B-BD9D2B8FD7F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101" name="그림 100">
            <a:hlinkClick r:id="rId3" action="ppaction://hlinksldjump"/>
            <a:extLst>
              <a:ext uri="{FF2B5EF4-FFF2-40B4-BE49-F238E27FC236}">
                <a16:creationId xmlns:a16="http://schemas.microsoft.com/office/drawing/2014/main" id="{8D8F85BB-D90F-434F-98B4-A478C5434E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10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0D00BE7-42D7-4A43-9F31-B0413BF41BA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DEA5B86-9CE1-476F-BE6B-B415D64B43B7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B0FD0DB-941D-490E-BC56-52F58D9DD860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05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F5272B8E-1608-44D8-8128-17E4846863A7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FF1223FE-B91E-4719-9B1C-2B8C3A367FC5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8CA5C2A5-EC94-4FE2-AA72-443DA67D6DFE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E23B8337-2565-416B-BFC0-03F2377A8F2D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97449179-06FD-4F65-86C8-BF5803C3B885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D64FAE5A-A6AD-4566-BBAF-25C59D7E253E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DE6F87AF-9910-422D-AE4E-5B444BE2173B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1FD3CA0E-B73B-46E0-B625-FCB5FFD5FDDA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3FD43A72-4667-429B-8E19-1F2B1B2614CB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F77819BE-80B2-4704-BE7D-998463E31F4F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6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B4518ACB-0F7D-4B29-B609-6973DE566A56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7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6281682D-47BF-4D7A-BFB0-F5FD681E0D57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D63B1151-F94C-42A9-9C16-2C6681465B7F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79FEB768-4C83-402E-A1D4-DDFE8EB8340B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BF506817-0E0E-4628-9980-B5EA6148502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AA4CBB52-1304-481D-A22D-CDF00E0D82D7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2" name="직사각형 121">
            <a:hlinkClick r:id="rId18" action="ppaction://hlinksldjump"/>
            <a:extLst>
              <a:ext uri="{FF2B5EF4-FFF2-40B4-BE49-F238E27FC236}">
                <a16:creationId xmlns:a16="http://schemas.microsoft.com/office/drawing/2014/main" id="{D90AA1CA-8EA0-417B-87A4-16F21A75F230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9" action="ppaction://hlinksldjump"/>
            <a:extLst>
              <a:ext uri="{FF2B5EF4-FFF2-40B4-BE49-F238E27FC236}">
                <a16:creationId xmlns:a16="http://schemas.microsoft.com/office/drawing/2014/main" id="{0077F9A5-09F9-4053-A571-842DE28A5473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0" action="ppaction://hlinksldjump"/>
            <a:extLst>
              <a:ext uri="{FF2B5EF4-FFF2-40B4-BE49-F238E27FC236}">
                <a16:creationId xmlns:a16="http://schemas.microsoft.com/office/drawing/2014/main" id="{0E3775B6-959C-4D60-98CE-3CD0FD47022A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1" action="ppaction://hlinksldjump"/>
            <a:extLst>
              <a:ext uri="{FF2B5EF4-FFF2-40B4-BE49-F238E27FC236}">
                <a16:creationId xmlns:a16="http://schemas.microsoft.com/office/drawing/2014/main" id="{1E99DEAF-86B5-469B-B6C0-85E7DB8B7005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2" action="ppaction://hlinksldjump"/>
            <a:extLst>
              <a:ext uri="{FF2B5EF4-FFF2-40B4-BE49-F238E27FC236}">
                <a16:creationId xmlns:a16="http://schemas.microsoft.com/office/drawing/2014/main" id="{79EDA127-39DB-447D-9883-B2EFDA315A5A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3" action="ppaction://hlinksldjump"/>
            <a:extLst>
              <a:ext uri="{FF2B5EF4-FFF2-40B4-BE49-F238E27FC236}">
                <a16:creationId xmlns:a16="http://schemas.microsoft.com/office/drawing/2014/main" id="{1664B268-76EC-4039-BE3B-00BE25EAAB7E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4" action="ppaction://hlinksldjump"/>
            <a:extLst>
              <a:ext uri="{FF2B5EF4-FFF2-40B4-BE49-F238E27FC236}">
                <a16:creationId xmlns:a16="http://schemas.microsoft.com/office/drawing/2014/main" id="{57FE690D-B67E-4CB1-8E44-CF4FB026A3A8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5" action="ppaction://hlinksldjump"/>
            <a:extLst>
              <a:ext uri="{FF2B5EF4-FFF2-40B4-BE49-F238E27FC236}">
                <a16:creationId xmlns:a16="http://schemas.microsoft.com/office/drawing/2014/main" id="{06107EDB-CFD0-4E7A-8FD0-507449042B20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6" action="ppaction://hlinksldjump"/>
            <a:extLst>
              <a:ext uri="{FF2B5EF4-FFF2-40B4-BE49-F238E27FC236}">
                <a16:creationId xmlns:a16="http://schemas.microsoft.com/office/drawing/2014/main" id="{A5262ED8-5AA0-40BD-B835-1EFC6EBF7F37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27" action="ppaction://hlinksldjump"/>
            <a:extLst>
              <a:ext uri="{FF2B5EF4-FFF2-40B4-BE49-F238E27FC236}">
                <a16:creationId xmlns:a16="http://schemas.microsoft.com/office/drawing/2014/main" id="{04B59D72-B8EC-4E36-A9A4-401E456A2355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28" action="ppaction://hlinksldjump"/>
            <a:extLst>
              <a:ext uri="{FF2B5EF4-FFF2-40B4-BE49-F238E27FC236}">
                <a16:creationId xmlns:a16="http://schemas.microsoft.com/office/drawing/2014/main" id="{0FFEE75D-0887-4B32-8FD3-F7954DF9D239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29" action="ppaction://hlinksldjump"/>
            <a:extLst>
              <a:ext uri="{FF2B5EF4-FFF2-40B4-BE49-F238E27FC236}">
                <a16:creationId xmlns:a16="http://schemas.microsoft.com/office/drawing/2014/main" id="{20C685BA-664E-4B3B-8119-B1254A25C77D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30" action="ppaction://hlinksldjump"/>
            <a:extLst>
              <a:ext uri="{FF2B5EF4-FFF2-40B4-BE49-F238E27FC236}">
                <a16:creationId xmlns:a16="http://schemas.microsoft.com/office/drawing/2014/main" id="{9A99ADEE-7E7F-4AEB-A68F-DF8D9567F4A3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1" action="ppaction://hlinksldjump"/>
            <a:extLst>
              <a:ext uri="{FF2B5EF4-FFF2-40B4-BE49-F238E27FC236}">
                <a16:creationId xmlns:a16="http://schemas.microsoft.com/office/drawing/2014/main" id="{85A5793F-3608-4ECC-A48D-12E6FCD540EF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2" action="ppaction://hlinksldjump"/>
            <a:extLst>
              <a:ext uri="{FF2B5EF4-FFF2-40B4-BE49-F238E27FC236}">
                <a16:creationId xmlns:a16="http://schemas.microsoft.com/office/drawing/2014/main" id="{D17123F6-6AD8-485E-821E-FAC5C9E9345F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33" action="ppaction://hlinksldjump"/>
            <a:extLst>
              <a:ext uri="{FF2B5EF4-FFF2-40B4-BE49-F238E27FC236}">
                <a16:creationId xmlns:a16="http://schemas.microsoft.com/office/drawing/2014/main" id="{E0AFD279-7D1C-4586-92D2-6E99C0EA84F5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7" action="ppaction://hlinksldjump"/>
            <a:extLst>
              <a:ext uri="{FF2B5EF4-FFF2-40B4-BE49-F238E27FC236}">
                <a16:creationId xmlns:a16="http://schemas.microsoft.com/office/drawing/2014/main" id="{F6753F70-1D22-480B-BD5F-A6ACB5E85692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15" action="ppaction://hlinksldjump"/>
            <a:extLst>
              <a:ext uri="{FF2B5EF4-FFF2-40B4-BE49-F238E27FC236}">
                <a16:creationId xmlns:a16="http://schemas.microsoft.com/office/drawing/2014/main" id="{A3FD2817-9A40-4C0E-8A97-9C2406FBB4B6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8" action="ppaction://hlinksldjump"/>
            <a:extLst>
              <a:ext uri="{FF2B5EF4-FFF2-40B4-BE49-F238E27FC236}">
                <a16:creationId xmlns:a16="http://schemas.microsoft.com/office/drawing/2014/main" id="{0FA8941A-DB85-4D63-9DC1-4A37BBAA34AC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9" action="ppaction://hlinksldjump"/>
            <a:extLst>
              <a:ext uri="{FF2B5EF4-FFF2-40B4-BE49-F238E27FC236}">
                <a16:creationId xmlns:a16="http://schemas.microsoft.com/office/drawing/2014/main" id="{9280859A-05FF-40BB-B097-FE363B4061B8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3" action="ppaction://hlinksldjump"/>
            <a:extLst>
              <a:ext uri="{FF2B5EF4-FFF2-40B4-BE49-F238E27FC236}">
                <a16:creationId xmlns:a16="http://schemas.microsoft.com/office/drawing/2014/main" id="{6DCD3635-DE5F-466B-A7C0-3919B327485F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0" action="ppaction://hlinksldjump"/>
            <a:extLst>
              <a:ext uri="{FF2B5EF4-FFF2-40B4-BE49-F238E27FC236}">
                <a16:creationId xmlns:a16="http://schemas.microsoft.com/office/drawing/2014/main" id="{C9C4B84E-F5A6-4ED0-9F8F-AE9EC6B6EB3D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1" action="ppaction://hlinksldjump"/>
            <a:extLst>
              <a:ext uri="{FF2B5EF4-FFF2-40B4-BE49-F238E27FC236}">
                <a16:creationId xmlns:a16="http://schemas.microsoft.com/office/drawing/2014/main" id="{FDE3C464-DD73-40F6-B284-3A8902C3F62B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2" action="ppaction://hlinksldjump"/>
            <a:extLst>
              <a:ext uri="{FF2B5EF4-FFF2-40B4-BE49-F238E27FC236}">
                <a16:creationId xmlns:a16="http://schemas.microsoft.com/office/drawing/2014/main" id="{F2AE77BB-4F57-491E-A6C5-B7733E5679A1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4" action="ppaction://hlinksldjump"/>
            <a:extLst>
              <a:ext uri="{FF2B5EF4-FFF2-40B4-BE49-F238E27FC236}">
                <a16:creationId xmlns:a16="http://schemas.microsoft.com/office/drawing/2014/main" id="{A1591A92-3C1E-40A9-881F-1B2C1D634BFD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4BB17835-EFA6-4DA7-8B2B-C486EB3DCB43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4" action="ppaction://hlinksldjump"/>
            <a:extLst>
              <a:ext uri="{FF2B5EF4-FFF2-40B4-BE49-F238E27FC236}">
                <a16:creationId xmlns:a16="http://schemas.microsoft.com/office/drawing/2014/main" id="{8B076BFD-B5C0-4121-A92A-16D9D7037D7E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5C59484-9EF3-46C4-BA63-A4357B585D7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854F22D2-38DC-4958-B5AC-9B5329BE9D73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5" action="ppaction://hlinksldjump"/>
            <a:extLst>
              <a:ext uri="{FF2B5EF4-FFF2-40B4-BE49-F238E27FC236}">
                <a16:creationId xmlns:a16="http://schemas.microsoft.com/office/drawing/2014/main" id="{7188ECF5-5567-45E5-BC36-D02F96A18A1E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17979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hlinkClick r:id="rId3" action="ppaction://hlinksldjump"/>
            <a:extLst>
              <a:ext uri="{FF2B5EF4-FFF2-40B4-BE49-F238E27FC236}">
                <a16:creationId xmlns:a16="http://schemas.microsoft.com/office/drawing/2014/main" id="{9A3625E0-5AAF-46A5-9AC3-A6C52CC64ABE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0" name="TextBox 59">
            <a:hlinkClick r:id="rId4" action="ppaction://hlinksldjump"/>
            <a:extLst>
              <a:ext uri="{FF2B5EF4-FFF2-40B4-BE49-F238E27FC236}">
                <a16:creationId xmlns:a16="http://schemas.microsoft.com/office/drawing/2014/main" id="{E692A9AE-C21E-4395-969D-F7AEEA000A2B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4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00A4CA37-77B7-4405-9F85-488321A1522D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extLst>
              <a:ext uri="{FF2B5EF4-FFF2-40B4-BE49-F238E27FC236}">
                <a16:creationId xmlns:a16="http://schemas.microsoft.com/office/drawing/2014/main" id="{8989216D-BC4C-4625-AB69-F60CCC1D077B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3E01F1DD-990A-4C2A-B740-FC60125C2AA0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E76387F0-B402-41A9-A9B8-CD2951CCC61F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2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97BD2AF5-FCD3-4300-9D06-2EBD25C7D06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90EEEE79-E661-4E47-8F0C-F868C6F01C25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93AE168D-340D-43D9-A706-8DC3AC1664C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7CDA8814-46C7-45E4-A465-D83704A4B92D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E6F076F-B062-42B4-B3A7-5243831FDADA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BDBDEF9C-2857-4DBF-BEEB-174D16A4B39A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1" name="그림 60">
            <a:hlinkClick r:id="rId4" action="ppaction://hlinksldjump"/>
            <a:extLst>
              <a:ext uri="{FF2B5EF4-FFF2-40B4-BE49-F238E27FC236}">
                <a16:creationId xmlns:a16="http://schemas.microsoft.com/office/drawing/2014/main" id="{43ECFD49-A8E6-4DEC-A53F-C0151351820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2" name="그림 61">
            <a:hlinkClick r:id="rId3" action="ppaction://hlinksldjump"/>
            <a:extLst>
              <a:ext uri="{FF2B5EF4-FFF2-40B4-BE49-F238E27FC236}">
                <a16:creationId xmlns:a16="http://schemas.microsoft.com/office/drawing/2014/main" id="{13FF5C60-AD44-477E-9687-7F33F7577F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3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08C95FE6-B388-4C9C-8012-F20294F1DC00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4" name="직사각형 63">
            <a:hlinkClick r:id="rId6" action="ppaction://hlinksldjump"/>
            <a:extLst>
              <a:ext uri="{FF2B5EF4-FFF2-40B4-BE49-F238E27FC236}">
                <a16:creationId xmlns:a16="http://schemas.microsoft.com/office/drawing/2014/main" id="{8A8CF991-771B-4DE2-944E-AF29A0978236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35777B11-12CF-4D4D-BA0D-F321F0FB72C6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rId7" action="ppaction://hlinksldjump"/>
            <a:extLst>
              <a:ext uri="{FF2B5EF4-FFF2-40B4-BE49-F238E27FC236}">
                <a16:creationId xmlns:a16="http://schemas.microsoft.com/office/drawing/2014/main" id="{C644F3BF-437E-42BD-86D9-AC293686B0CF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hlinkClick r:id="rId8" action="ppaction://hlinksldjump"/>
            <a:extLst>
              <a:ext uri="{FF2B5EF4-FFF2-40B4-BE49-F238E27FC236}">
                <a16:creationId xmlns:a16="http://schemas.microsoft.com/office/drawing/2014/main" id="{5487F974-BA9C-4924-A50B-BA3785DDBDD0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직사각형 67">
            <a:hlinkClick r:id="rId12" action="ppaction://hlinksldjump"/>
            <a:extLst>
              <a:ext uri="{FF2B5EF4-FFF2-40B4-BE49-F238E27FC236}">
                <a16:creationId xmlns:a16="http://schemas.microsoft.com/office/drawing/2014/main" id="{405DE75D-1101-4002-B35F-C4CC3A28688C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직사각형 68">
            <a:hlinkClick r:id="rId9" action="ppaction://hlinksldjump"/>
            <a:extLst>
              <a:ext uri="{FF2B5EF4-FFF2-40B4-BE49-F238E27FC236}">
                <a16:creationId xmlns:a16="http://schemas.microsoft.com/office/drawing/2014/main" id="{477F7501-0930-4BEB-85DF-2B9B8BB0D194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직사각형 69">
            <a:hlinkClick r:id="rId10" action="ppaction://hlinksldjump"/>
            <a:extLst>
              <a:ext uri="{FF2B5EF4-FFF2-40B4-BE49-F238E27FC236}">
                <a16:creationId xmlns:a16="http://schemas.microsoft.com/office/drawing/2014/main" id="{C59D4E0D-A5D1-42CB-807F-8060637B2D9E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11" action="ppaction://hlinksldjump"/>
            <a:extLst>
              <a:ext uri="{FF2B5EF4-FFF2-40B4-BE49-F238E27FC236}">
                <a16:creationId xmlns:a16="http://schemas.microsoft.com/office/drawing/2014/main" id="{B65F8430-0AB9-49D1-B1B4-89728A63B3AD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13" action="ppaction://hlinksldjump"/>
            <a:extLst>
              <a:ext uri="{FF2B5EF4-FFF2-40B4-BE49-F238E27FC236}">
                <a16:creationId xmlns:a16="http://schemas.microsoft.com/office/drawing/2014/main" id="{702A6743-48F5-40CC-B37C-B6DE0ADF7F52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hlinkClick r:id="rId3" action="ppaction://hlinksldjump"/>
            <a:extLst>
              <a:ext uri="{FF2B5EF4-FFF2-40B4-BE49-F238E27FC236}">
                <a16:creationId xmlns:a16="http://schemas.microsoft.com/office/drawing/2014/main" id="{A979B61C-B753-4822-B29C-9D3BF7D6578A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직사각형 29">
            <a:hlinkClick r:id="rId17" action="ppaction://hlinksldjump"/>
            <a:extLst>
              <a:ext uri="{FF2B5EF4-FFF2-40B4-BE49-F238E27FC236}">
                <a16:creationId xmlns:a16="http://schemas.microsoft.com/office/drawing/2014/main" id="{5E41A947-A9AF-4A2E-817A-5F6863B4007E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직사각형 30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504D83E-F022-4973-90B8-1C221D17C421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4511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4EB79749-8510-44D6-A7D6-8448ABC2C646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640E33BF-689E-47D1-9280-230A5AA6E8B9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1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9C595733-7BA9-4873-9D04-1F9F8FB86576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27974303-0A7B-4F10-899D-8DF9C70B32F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418060AA-ABA5-4B23-BBAB-DC482EFF16F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9534E9E3-0F1F-4A42-A5AA-2C6468059739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95E595A-6F3C-435D-9674-73C2644232F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1A4C529C-15DB-46FF-BDAC-94CD9B666BF1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6F73F5C-E0BF-43C5-9E09-4B488BF2462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D8681241-B447-4F7E-93DD-96EE42E79BE6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65ECED54-13DA-47AC-BC49-19E83A374276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33BDC1F-567C-4C0D-B62D-6C1856F15DC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21F8555B-5A43-4991-9FA4-A16E724055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4FBF76CD-B331-4E94-B660-10C859F3F5F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D53F409-2844-4071-8939-FB932D41F159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C394A44-D816-4BFC-A3A8-9F415D028EE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28EAED5-5CAA-401B-815E-E48D7899FCC4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0CFBE5E4-F682-49BC-A61C-158EB31D39AE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1D304E3B-A01D-4F48-A50F-F34386E15A42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1942CDC2-4220-442E-8C77-AE86B82BA31C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146E565B-9C44-455C-917B-89C8C192F6B1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9C0B4BC2-FFF7-4662-A0F3-84F0BE121068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AA8576A3-9153-4DAE-8722-DB37232DD579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0B0533CF-F0EA-4EC9-847E-6643603B6FFB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17B57CAC-94F4-4670-868F-9084D8ABF93F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01F63391-DE63-4722-9768-3911254DBA7D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F17D1EC8-0B58-4BB6-845D-89E1F72D3F2F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6FDBD4F-C3D2-4FE9-80BC-6CB25126778D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53375E3E-E6AD-4882-9AEC-7D9F5DC02F8A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3011CA82-B86E-4AA2-81E6-9041AF516B97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A2A4B08E-BB26-4798-A646-70ABA72DC801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A7C0DB4-CFAE-4BF4-800B-0E6C8AC6E15A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2C16BBDB-30D6-4011-97A5-406F18BBE16F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DD78F93F-E0E4-4F1B-8167-3D6DBD26643B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2514A463-C8F3-4549-82C3-B81B777E7425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7BA4FE1F-50BF-49D7-B89A-B538FC31FCC4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D036EF16-E7AD-4E32-9E7C-5E3841ED181D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60556888-58D8-4B42-A851-58A984F3AD9C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FCA86FFB-929F-4CF8-82A4-90466BBF470C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7F31DDE2-8862-4A4E-9073-D077294A675F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FE45F38D-38A6-47B5-AE42-2C2FC0F507E6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DC79C89D-2B62-404B-A058-E95939654CB3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70EC979B-6005-4C06-8ECC-34980E9F0D86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63B1AD91-9359-4777-A3F6-2699BC28CCB4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4373D8E4-738A-4B71-BDB4-BE9DEF4B4860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BAE7E5FD-1D35-45B6-B167-A2D9908AD58D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A784766F-6177-4A55-9B48-F34B177CC911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671F5ABD-825F-414F-9BA8-8379D8A7EFC8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6A356066-0AF0-4AF4-96F4-C0494BF3C2B0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6FB24F48-9CBB-4F31-BF10-05A1DB82E000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AC2963FE-5103-4AE1-ABBF-1E0E655AA39C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3E58F2A7-566A-4570-8B54-9BE57382E76C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AF2D2CC4-7B8C-4D13-B6BA-1B893B22C426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2953CBDE-1F1E-473F-A33B-737A789A168F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C1176D8D-1ED8-4C31-9431-8C3E4B37FEC9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01F7B401-C53A-46CC-BA66-B8BFA0CA9942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142DA9BE-0530-4C93-BBB3-14B86B6ED3C4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553C932E-8A2B-4387-AC36-8E1773323502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41C642D8-D71F-4FC5-9622-620A6F4F163C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B6741DB0-5B44-4815-B170-BBE63935E96C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AA770F0-31C9-4219-81F9-7A6D255CFDE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42F1DB86-FE86-4B07-86D6-715EDABC1FF7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71341FF8-2C06-4DBF-B272-D460A823873A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00260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hlinkClick r:id="rId3" action="ppaction://hlinksldjump"/>
            <a:extLst>
              <a:ext uri="{FF2B5EF4-FFF2-40B4-BE49-F238E27FC236}">
                <a16:creationId xmlns:a16="http://schemas.microsoft.com/office/drawing/2014/main" id="{B94AE529-30EF-492F-A0EE-18B8E4BA03AC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FE4F3CF1-7D8D-4C31-9519-92BAC21E4D84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18745524-BB12-4DB5-93FA-02A730334B2E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E3E2B6B4-65D9-4857-8C80-C54E50CD8F6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15C98C8F-ED6F-478C-A4F4-4B73212FC4E4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DC7A210F-9DAE-4967-A434-89921A1CFD4E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1AC3E6EC-F602-47B5-9760-9BD1BD7F995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74C63581-7C26-4169-A7E7-9BA66AD1E2C0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9BDBF34-6E68-41BA-9741-61B468EB377A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67819851-0818-46BB-B811-6CE2446B02D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BAA0D68-46BF-4FC7-9B32-350703FFC1B7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5176F99A-6C43-49D5-95FA-1FEA83448480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50" name="그림 49">
            <a:hlinkClick r:id="rId4" action="ppaction://hlinksldjump"/>
            <a:extLst>
              <a:ext uri="{FF2B5EF4-FFF2-40B4-BE49-F238E27FC236}">
                <a16:creationId xmlns:a16="http://schemas.microsoft.com/office/drawing/2014/main" id="{9D1258DD-2552-456C-9CE6-7D899CC9B08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FD5EBD8E-DFFA-4DA3-B45D-6EFD1EAB607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10BC88CB-90EC-425E-8060-312C0D7517A5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8C9E360F-7645-4F6F-A50F-8FCA31F6B10F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28C99BF5-0BD9-4547-AF71-8D6008FB9AB7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0135F9FE-4119-4089-9D71-0A4436A34DA8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8CDBE2C3-D012-4C77-971F-57E5540CBF6D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72081E77-D2DF-4591-9D72-065308842BC3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7A80B5F9-D354-4BFE-806C-94307EDC0E54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E6DF3535-29AF-425A-830E-96DAFC2EE4B3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DBDD8C36-3AE3-424A-8B7E-4F13777D2D50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EB49C117-B1EC-4B0B-85BA-B5170DF0FCFD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0772952E-AA4C-4BF9-8DDF-76605D71580E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0C180E3F-073E-46E2-A84F-CD7CA4285CE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8C1D43-997B-40C8-B34B-EDBFBD20248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224087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572211B0-A0C2-4CE2-B3A2-DFF6CCD74FE7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AEA2C60F-2616-450E-B7A6-E9BC0A8D3C33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96CBFDD0-1DB6-4B22-BFEA-26F38E5D9DEE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A4494A23-792A-4F98-A144-EB52C8B39966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3CBF60AE-A712-4D3D-AE7B-9D1670E2127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9B3783F-7481-4FE4-B201-50671C5E3A88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1BF62B1-CCC5-4C1A-8FB2-83820898CD0A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F05638D-5A02-4B74-BB6D-A4EFA50973CB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F10F4D2F-A92C-4EC6-AFF1-CC522B3FAB31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16FEA31A-EB54-4768-877D-E1E54353155E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12B149F-11DD-4761-BE9F-6B481E456067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4931E808-634F-42D0-99B1-1E0CEF3B4962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CDBCC66B-1E14-4512-9EE2-EB5CAAE67D3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3BBB6BFD-149F-4CCC-9EED-B606E79B550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6B383DE-E9AA-44D0-AE9E-0B3C1C9B58E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8E8BD39-F3F6-4355-9B45-5A8852E686B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9D4C4D4-19E5-4BE5-A928-EFE954C070ED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04A66C1C-3445-44DC-8F10-D957236B829D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98CDB266-7EB4-48C1-B1D8-5B6F80CABD4F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DC346B7A-0AD1-4033-B779-CE2A3DE2452F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535FC44D-56A4-437E-A25C-FFF04F685894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7759E4F5-5859-482A-8AD0-2673CFE2F108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94AA6F57-0B72-4972-9FAA-EFC41E9A7D21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D108485B-AF96-4135-B6EA-FAE514656C4A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C138F4AA-FD30-4FDB-9850-241E36F926FF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2B7CE675-89F4-400D-9A60-1AB6EA24F0C3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1C8565CB-A0C5-4161-A95B-8C18B8CE5DC0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27B32D0E-7A89-4FDB-AADB-6646CFDFCEF7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ECA931B3-FE02-415A-A70F-D979C2566752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95EC53C0-7AA9-4E04-A4E2-C00EF70BEBB9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069A00FD-0D95-4AE5-9B9E-7963BAB5EC6E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9916C481-2C69-4C5F-923C-27A42F6F139A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1044760A-4C69-4EB7-AD93-AED233468FC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FA7698D7-1C5C-4329-9531-E1F1B186F92D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8E213A04-EEB2-4028-BC44-1C877357238F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A369EEFB-DE10-47BE-BB38-F1B875E3C420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13B39185-E009-4259-90A8-79115044B34D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42F18AC0-99ED-4E8A-9481-A64C0935DDF0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8EDBE36E-EB7F-4089-ADC8-5A9C86E08461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44A537E2-6923-4DD0-B4B2-2BF75F1E94D6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D341305B-ED97-452B-A285-1DFB44573283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642C68FB-82A7-4D83-907A-BD3C08633893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3ACB9B59-AF04-41E6-A657-3E92D0FA3AA1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7F005DCC-A94F-4907-9ED2-5DA168FEFFBA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0EA386C6-8CA2-4111-A26F-313552D1A60A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62D0F8E1-0A2A-4F94-A3E0-CA45739C05D7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5D7737CD-821A-412A-8809-3C57EF2FB35C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C168E795-A1DB-4C00-83FC-CF934E19F90C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F263ABCE-CF6C-40FE-94E3-827E21CF284A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61C0496C-F17B-44E0-8AEF-B99AA14BC471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06A3BBA3-2C97-4CFA-AC4B-5EF3D606F4DC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68A0245E-8417-4F49-B16A-97D584DD8DE6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1A9B70C8-0CE6-4483-9A15-B42023BF1D08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098AF013-0781-4747-91A1-B96B9F85B23F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EB0F1124-073F-4AA6-A5D1-EE4A18D774A3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16D942EB-2F92-48EF-A5FB-AC7B3FE2303F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057CBE92-0E9E-4B2C-A503-7A6C9CDDB80B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048A82CD-8E32-43B0-9B84-A474ADEB4D8A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5685F2B4-ED34-4813-8A3C-CDD5D7BFD1BB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EE3605B8-C1B9-4CD3-83B5-CD8FDB916602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B68FA9DE-EC7D-422F-B670-4968E9FBE8CB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090E3438-4D34-496F-B898-E85918D72CF8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714F181E-6272-45B4-BDC7-8D193035AC2F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647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hlinkClick r:id="rId3" action="ppaction://hlinksldjump"/>
            <a:extLst>
              <a:ext uri="{FF2B5EF4-FFF2-40B4-BE49-F238E27FC236}">
                <a16:creationId xmlns:a16="http://schemas.microsoft.com/office/drawing/2014/main" id="{60B2258C-318A-4CD2-B154-5D584CA2E7A2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301ED2B6-3290-4B21-810A-74B0D305C82C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093E10D2-2C5A-4193-AC83-9297D719462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9C481B36-3C97-40A5-9FFA-53FD71FC4AF1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B11D88D-FAED-47EB-A7F0-1BB04313AB76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4A6DEC8-1713-4B83-8BBC-4286242ECDB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D0E152DC-C250-42F3-BC57-A84E27A66175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1BB1BBAB-FDD3-42BB-9AEF-DB80A0C102D0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F28BB489-91CE-48EA-97B3-733404465222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A73F95F9-9858-455C-A485-A5C779C7BBB0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A058B5D7-83ED-4DD9-8E0D-ACECC7D2B6D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7315FD1-10A2-4030-93FF-B5423F5627D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50" name="그림 49">
            <a:hlinkClick r:id="rId4" action="ppaction://hlinksldjump"/>
            <a:extLst>
              <a:ext uri="{FF2B5EF4-FFF2-40B4-BE49-F238E27FC236}">
                <a16:creationId xmlns:a16="http://schemas.microsoft.com/office/drawing/2014/main" id="{80EEBC1A-5113-4A6D-916A-5A3BD91F211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92A75F51-EB4D-4724-836A-BE394F59F38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7D5FCADB-1E24-4EFD-96B1-D6807B9DB64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904FC3B1-45E6-4187-92A0-F9D31EFEF002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0EEEBB4B-E887-411A-8596-F036EEC77E24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6FC15100-049C-4471-8199-0994301314BF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3D08752A-504D-498F-A8AE-C7B1F49A7D7F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EA5380D1-7ED2-4431-867A-F62CBF1C6FC1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81D9D25E-11B4-425F-B1CA-8DF6DFE3F5FA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C9A7AA78-E4F9-4D5E-B052-1D27078AD7B6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F48058E4-D6D5-4CDB-9610-6C58817DE5C2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D34F8252-DD50-4CEC-BB6E-3B15EAF15BF3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4123016C-42D8-4310-9594-6D072344E62F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C6E25595-5A2E-4548-BA95-DE5A947F58A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71567F6-B916-44E7-8F31-F10F738EA8D1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81063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3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7F4CE59F-5D5F-4698-9D25-B4953E9E3173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DFB02222-400D-4CEB-80C2-6279DCD32116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1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D694BF3-B0E2-43E9-ACD9-D3460DA3BFE4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507EAAA0-F2C6-4048-A193-CC7AF856167A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8C654CEF-DF5B-451D-A210-B6A7EB7202B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209D505-366A-4BC9-91C9-4054A7355EF9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CB79E47F-1A63-4FB9-AA28-D64692B2A655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ECDD73C-2769-4D66-B337-3CD959101BA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A9707E1D-9F96-470E-9161-03293C19CF6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DADFB354-6110-4966-8D57-EEF594BDCFAE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FD785BC-1E56-4B38-A36E-455FF09BAC8C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A292281C-3D6C-43CC-8B83-9CC7622078F2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7668EB6C-4240-4BAF-9439-932208FF117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141271C7-F10B-43CF-941C-5C504352F19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40CAF57D-A44A-4C46-BE7F-AADEDE6E6A9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D699606-FCDA-401F-8886-937DC27C1D9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F0E5FC0-5CC4-44B5-B9A9-78533334678F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CB2779E7-B13C-4863-83AD-C8F196BD0AB4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F7BC5729-3782-42CB-8669-BA1B0D74DC8A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74458B51-7F45-4194-847E-BFFDF0502C29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0256917C-7106-47EB-AFF5-6313163B9A28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E34920BF-3D9B-42B9-A68C-A49528500871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300D7853-D498-4B5D-8259-FE08712A1D31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AA84E9DC-F63D-455E-B177-F9202829F34B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CAD3529C-284F-41E7-B3BD-489256533A5F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F9E25560-FA5A-4880-AC3C-28D76FFB14DA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2EBAE825-53DB-4A22-9100-B748D7658C63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000BD521-200B-497E-AB37-FA9D33A98A90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0937695A-1EA8-4F60-A8C7-D8DB3FE44F84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4A2463D5-390F-47C7-910F-C85D041927E5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CF648ED2-380D-40DF-A74B-89B3495F9A21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ABE1C15F-3E61-4AB5-BA04-3DAAFA8CF136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E088E986-2579-4A87-9BCE-EFBF867638A7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875A3A62-172B-4436-8857-41F89ACA57EB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0F8888AF-9B57-4E13-8AB6-E9621DA1F845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02DB703D-B29D-4A84-96FF-345F71E50BC1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16585764-8BF0-4168-A7D0-4357308AB80B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43A467AD-F506-44FE-817D-98A1A10626B2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2EFE2AE7-9D7B-47B5-9DD1-F4302D63A010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752CB5C1-2E7A-453D-8725-A01D79FFB9C4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68FBE42D-BED1-49D3-B629-20DA9D6C5C77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9A88281D-8FF6-4F02-AB32-6992BCBA4726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C94C108C-5BA4-4F2A-BCFB-E9EB09EFE460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B3848C2C-0187-461A-8DEC-1C70DAEB14B4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74FDA194-4181-4925-AFB6-0DAEF0097D75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E676EBBC-E10B-48BB-B0D8-E54F6006A8D7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2749848C-04C1-44D8-A1E5-910A79F75629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ADA0F68D-74CD-49A6-BB0D-1D6EE28035A7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FA2CC407-45C6-453F-918D-20AAFBAE3670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A9EC236C-4EBE-4628-83F6-B15186C5B996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C663BF61-672D-4963-A024-E54C0A767D01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2F0537A3-8468-4C76-B5F4-53ACB8CAD585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AB3B7149-05F8-4475-BE3C-02A94CCB2051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621851B3-077E-4489-8119-47F14B951E40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4559CECA-B9FC-48A0-B407-A787271CC3D2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9578FC24-4857-41B4-A652-6B7653A2B980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265D72E1-26EA-4AB6-A312-775C7E525EF8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EAA7C429-BC23-4F95-B436-29C223D8C76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E3477F8B-DD64-44B6-B4EF-2A4A7E05CBC8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4072C1E5-A30A-45D3-BC98-07EFD83633D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715CED5C-6234-400B-A231-D0338D6DC4FE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9AEEDAA1-9AA9-4DEE-8B6F-356480F59E41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2D9E9C24-FFE9-40E5-B1ED-AE8A8310B999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16184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hlinkClick r:id="rId3" action="ppaction://hlinksldjump"/>
            <a:extLst>
              <a:ext uri="{FF2B5EF4-FFF2-40B4-BE49-F238E27FC236}">
                <a16:creationId xmlns:a16="http://schemas.microsoft.com/office/drawing/2014/main" id="{193003F8-1EB8-49B8-93FD-7EEB5F5E0D75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3DC39357-2AEF-4EC8-B605-01D6A854E95D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8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6A657DDC-451D-4BB4-8FDC-26FAA23F9B7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BC2BC17B-1049-4CF0-929F-367F58F84D5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E49DE2D6-198D-4F7F-B54E-D17A8FAE2B24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DC65AE5-32FF-4FD7-A6E0-216007767DC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B9F8C358-6BF4-4DB3-B2F7-03B30F4EDEC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F0667285-9F79-485B-BE2B-F8429A85739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C7A2E101-41BF-471B-9168-BF0A50B50C40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4B61FF52-2960-4BFB-A648-0ACBF7C2AE89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9367C44-EFF5-482D-A956-8C9BA80AFCBF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1D1DA5A2-20C9-4BDA-870F-E1B8BACBBB87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50" name="그림 49">
            <a:hlinkClick r:id="rId4" action="ppaction://hlinksldjump"/>
            <a:extLst>
              <a:ext uri="{FF2B5EF4-FFF2-40B4-BE49-F238E27FC236}">
                <a16:creationId xmlns:a16="http://schemas.microsoft.com/office/drawing/2014/main" id="{7A6CA80A-D202-44E9-9C7C-E510C4B0367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8D568187-2C0D-4A32-BE67-0AB72890B94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155CEDD-A400-4522-ADAC-567C786B990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CD7FFBD8-F24C-4537-97DD-DEE5123D0DE0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BC44526B-BCDE-4E6A-9BDC-75D1F77ADDD7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FDE6F305-9499-47AF-8E17-2619939FD6C8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103C5F2E-0EA6-4AEA-8C66-A0AA92E57AE3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736780DA-B4EC-4C41-852A-2158D99509F4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16F83421-3F6A-4F70-AB73-554528ABBF82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C0087A56-94CE-4271-83EE-BF74D22CDD3B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A0C33F4D-40C0-46EF-A91F-EDF247179326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4225ACB7-1E30-4F60-A55C-EEA3F8BB0794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681EDE0D-3CAE-4926-90C6-A65CCD04FD63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1ABCCF37-4321-4256-AE3F-66E015A17F4A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F014B5D-7F10-49B3-8077-D5BAE7A49CD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803445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0C53C9B6-3B4E-4FC4-898E-B6AB06CDBA9D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994B5EDC-9A83-4A73-937C-FC0AC0BAFAB4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88AF624B-FEC8-47D7-84A1-9A9872EE2FA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3797E5A6-0151-4722-8054-552C8A8FD951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29F9CB3-58E9-4831-894B-ED15B1549DE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48932A28-BC00-40D0-9C38-B891F27FBF8E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A39D1D6B-5758-41BA-BB3D-1C815219F622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9866BCFD-87CD-4075-AE54-858DF424AFC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F99C185-95AF-41B3-BFE0-CB016FD7EA31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98ADE438-1707-4AFD-83E6-857CF9E59667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68C3C77-8BDA-4EE0-99FF-4239D221E33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9E0C7BC1-A463-45ED-BA41-8BDB3CAD1AA7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301D59D3-3F03-4F57-8066-A7D7DF155E0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1C91E507-6B91-49F4-A9E1-CDADC785277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A9446442-20C0-44E0-874E-B276D88ECBD1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8CF4996-EB5C-4492-8A3B-0F962306D04A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798D2DBA-43DC-4362-A9D9-5CBAC225309D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8A873E5E-E831-4CED-A144-C6CA4A50E77C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ED54159-4753-46C2-8D7B-FA6C68E47098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9F5956A1-4CED-47D1-A47C-340976FAB73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F4F155A5-A82D-416D-962B-75CA2FC8DAA4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FA5E039F-14EF-414F-BAE0-9F85A33E6789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E96CEA15-00E6-487A-A0A3-7F23C1E465DB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25D75025-929E-4F71-91D1-2C7AA960DC52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C1F60906-B9CA-4E48-854C-ABF0C135E977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4CE1948F-3B17-4790-9F6A-788B05194573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A79DB8D1-BABE-4C2E-A531-FF1B9E260E0C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322FC81B-2B4D-4AA6-BF37-80DA57710B4B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BDC04443-9259-43CC-9FB4-5276D40413A8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B1446337-9A63-4B49-A4E5-9199E4C4A10B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EEB3C78F-3C36-4E99-9554-196DC4C52F7A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CF5D7B0-050E-44E0-BFBD-5CB8EB5642ED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85F5B049-E134-4ABB-BB04-05F29373E0C4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E77C168C-E6B7-4091-AFD5-76B2729CF464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C4599F12-40B8-4161-9957-9C1381AFC0E7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83F0AF26-3A90-436C-8FD4-BB54ADF8D58D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E9AE4964-2699-4375-ADDF-D1130F5F629D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97D53238-D6E1-44C0-A0B3-976475CE8FC9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529D7FAA-007F-4209-916C-4F729029E95A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02D55452-7D3A-4384-8A45-57B3513001D0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99AC9747-95B8-4E2D-9FE9-8D07AAD57792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ED566F80-9C35-4824-84AC-10726F8C866F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2EE5A804-447C-4926-8B80-005E185A0ACF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CFC65562-7353-415F-B674-4AD057169202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B0616FD6-9DDC-4E8D-9588-2F13F0C97D45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D55619AA-462C-48A5-8CCB-6FDCED4EF13F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26D6C94D-5E85-4FB4-A7C6-2CED17E8E874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C5BBB2DB-0FBA-4BE3-BE2B-F2765E4C36B9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E9E05682-9254-40E4-8ED4-982BA6799FB1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159023BD-0DEF-4AB2-A7A6-1AFC1FF27629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CF198FB9-82A3-41A9-843F-CB9CFB6018F5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72CAA067-0D18-408F-BC7D-13A63AB8FFF9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57F69C36-0E85-4658-946A-CFC6C838D14F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313A222F-AF7C-40A0-9851-91FC8E83532A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66F64D84-6D0A-4872-B804-B1F2F96F9B88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742C3C0F-F173-4EE7-B3C3-89E39A81D6A4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EDAFBF3C-1534-467F-B046-DAAF76E1F459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6C10B44C-CA74-4B48-8515-862A35270F79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01D46EDD-C74B-4739-ADD9-189F6BFC1131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1D045736-E777-4643-98F7-F41CBC4FB33D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8B5D74C5-7151-4699-A320-F798FF92312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ACD898AB-2DE9-42C0-BDA9-2381EDA367CC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E32A85D0-3F08-41E7-9EB0-A72BF7821EFB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886713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hlinkClick r:id="rId3" action="ppaction://hlinksldjump"/>
            <a:extLst>
              <a:ext uri="{FF2B5EF4-FFF2-40B4-BE49-F238E27FC236}">
                <a16:creationId xmlns:a16="http://schemas.microsoft.com/office/drawing/2014/main" id="{0A7AD686-EDE3-409F-9177-063993F27FBB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E0E2B6A8-2706-4473-A3E7-9B47FF718DB3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85AC1EB3-EDD5-4DCD-9ABC-C62AC20D4CBD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728BD0B7-4867-42A5-BC54-7C6B32368BB0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37F77950-3D07-4A74-AADE-F38C88078E9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7C35203-BCF4-49A7-9D8B-1811132CF10A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86E0945F-0C6D-42F4-9832-F6A570F34D43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AAB0919-689E-460F-867E-E14A0183EDC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003688B2-2011-4CAB-A166-BDA2D5AEDEE7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28954A66-8719-428A-97F3-9DAE28E02460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15245C4C-84C2-4436-920D-D88618DE2227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6FE78208-CA22-4D03-B104-558FB770318E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50" name="그림 49">
            <a:hlinkClick r:id="rId4" action="ppaction://hlinksldjump"/>
            <a:extLst>
              <a:ext uri="{FF2B5EF4-FFF2-40B4-BE49-F238E27FC236}">
                <a16:creationId xmlns:a16="http://schemas.microsoft.com/office/drawing/2014/main" id="{970C04C3-6CE1-4C3C-A414-B0A9A4A099B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D49E1946-E3C3-427C-92E6-AB00AA5FD4C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FAF805D6-C489-466F-92C9-6B00042E4799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80D33201-4CB8-4E67-8320-6577FB58280A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342B445C-312A-46B3-86F9-F8785E2040A4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52957854-9141-4C0A-B19B-D9149BF4B8E5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3B915C64-82E2-499A-8DFD-5CF391AE22B2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39FC1D63-7F6A-4044-8CA1-96E4B3E2CAC2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8259311A-2138-42FF-9624-FBD8EF5BAEC9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11FF2954-773B-458B-BA6E-585E3AC776E0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5D05E605-53C3-416C-8646-F9F9CEBDBD41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0D649C10-1D9B-4801-ABBA-6AC9C7BF6F0F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00A84A88-0F0D-47C4-BC77-E85AA31282D4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79D1FE89-C797-4260-8862-82BE67C3510A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0EB86D5-EFF9-4FDE-9EFD-17BB6B2533BA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655631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B7AC0F1A-D363-413A-A008-37F0ABA0BF18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E2023FFA-0476-4741-9C77-46FDC604BAFC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2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FD056211-43CE-4772-9018-C11230979DD6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D5EA6C93-8704-4C57-B6E1-FFB6FEA61EFC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7B3A364E-5EFA-474F-AE23-453A2E23773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82ACAA54-FD8E-40BC-9BBB-B2D6FA29571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308F5C4-5D1B-4F14-8ACE-76173A83234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7DC8F77B-1D0E-4598-884E-258923FF7046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D60CCA3E-D688-485D-BBDD-B4597DD80D6C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A5E667C-EF19-4726-AF1C-D4CCE21772C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830312C-8B66-400B-9EA7-FE0F14224FDC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4E0131F-855F-4A92-B549-C76FB09C9015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B7F8E1F7-125F-4EA2-B940-BCA8184B115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EC273B44-26B1-47BF-8570-D637D60CEB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1A9F1381-88C6-407D-8B78-8ED6636E8BC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010F9D2F-1A60-42FB-AB39-549CEF7094F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61CB5C2-D7B4-4589-AC4F-0DC2490AB18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410571BD-2D31-4225-8532-4AEDCE9D0B26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9DFEC15B-B152-4E9E-BAB5-23A936DF6B45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32F30582-F2F4-4FDA-9367-200D781C6C41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551C496-B402-40B0-896D-65248DAABD53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71C2D7FE-AFDE-4DE1-AB7D-2BE336E86828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DDE60E99-C9AE-4AD4-9E65-3A8A6F804446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37E24772-4CAA-44ED-9934-192FA4586366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0868BD2C-E60C-4579-9EE7-CCD6ADFD2970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EF0E6F3A-D0E1-478B-A686-FE707D3DF129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9432D856-9183-4847-AAFC-57C3BA639D90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5A394768-EC7C-4317-9506-1131247A8F6B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454CA22E-01F8-4344-AE23-9172DD59B586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384201D8-9AF3-40CC-AA1F-82062D38814B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1A1137E0-52E0-4D0A-82C5-CDFC1A3927FD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58C5E40-71B3-4A84-970D-C4AAB49FAB3A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AE5EE522-D30A-49B1-9926-E225ADA2DC76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A71D5985-3A7D-41E7-9130-E58CEECFA12E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25374A9C-6F3F-432F-A5D7-11116141387B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42A2C8E7-8951-4FE7-925D-B1B8AF6C75F5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25AF3637-7CED-4899-BE84-58CAB4B23485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37C81B58-A975-4A89-8BB3-2D1796A9F4E1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622BFA5F-1D38-435F-982D-3AB871001B87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206D6433-ED39-429E-8981-61CEF48C2D76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1E5F64DE-A5D4-48E2-A82E-1312323858CC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7DCB5C89-6DA5-4A80-9A1B-0232D0CE2EA9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4A761C41-A633-4B12-95D6-DC7EB32B884B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D2AF9835-2064-47A0-868C-B1CA7BB4F7B6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C54E3234-DEDE-4069-817A-49DFC4FACEA9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C9CC56B4-2321-406C-A73D-598E737ECF9A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67F1888A-7F57-4157-B678-2790145BDD3F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C70A6799-F262-425B-8669-0A6CF9983AE1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80602D71-BB52-4F76-9275-C05FC5BFCC30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EB548F4E-AC94-4F24-80C8-B5BBF9BA3C49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BA7FA7D5-3E62-4E13-B4C6-25C8237B4A3F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281F207E-04CB-4331-A41F-D0006FD662C3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2D98EB15-2474-4E5C-AA57-9A24B96DE40A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B3BE3418-3329-451F-879A-D9C5D6A7A8A4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E34261E4-3661-4F23-A06E-95346F0EA177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BD39B15D-06EF-4644-AD4A-2BB3AE336A52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75D6B7B7-8247-4A9A-9024-CB149A344FF0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C75C08E9-FC20-4FB6-A504-854E8B6494BB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BF95893D-F707-4906-A6A0-502993D4119E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B9EFD793-B7CB-4BF2-8DFD-3BF792B0814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B4BEE4B-2CF6-49F8-9337-BA1397261B5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8386AB2E-3BAC-4015-8456-87FB86BB5F6C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8D492CF6-BFC5-48F0-A41D-398FD8C1B69B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1079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hlinkClick r:id="rId3" action="ppaction://hlinksldjump"/>
            <a:extLst>
              <a:ext uri="{FF2B5EF4-FFF2-40B4-BE49-F238E27FC236}">
                <a16:creationId xmlns:a16="http://schemas.microsoft.com/office/drawing/2014/main" id="{65B4BD0C-D95C-4511-B056-C431E9B2CFF0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D69E91F4-1816-451E-B746-65AA84CF80DD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8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BCF4D2ED-BEA6-4801-B125-0D65B1E4FA1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60607718-0DA2-4B59-A0BA-890F86F8855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04D19F5-3D35-44E1-A4F6-AEEB6E4ABC8C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5A103108-02DA-4E85-8229-A48589A29848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0DC08E19-C2B3-45B2-83FE-AB36CC9074FD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7379731C-82FC-4993-A927-101A23B0D38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AA58AFE8-C293-431B-B208-F63C82A1E700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6BEBB140-5C03-494E-86AB-B70B6EB0174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B190E4F-5F1B-4E7F-ACBD-DFB43390B831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5968AF60-4ACA-40D8-A277-655527BAA033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50" name="그림 49">
            <a:hlinkClick r:id="rId4" action="ppaction://hlinksldjump"/>
            <a:extLst>
              <a:ext uri="{FF2B5EF4-FFF2-40B4-BE49-F238E27FC236}">
                <a16:creationId xmlns:a16="http://schemas.microsoft.com/office/drawing/2014/main" id="{D1C9B29F-FB02-4CDF-B3D9-FE06045E9F6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63512AE8-6DE6-4780-8264-5EC7DE703C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92551D06-882D-42FC-BB1C-64DEAFD8F6E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1B51296B-9FC4-44AD-97A6-509886C1EF5C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E7D0E79E-03E5-46BE-BBB4-669E5B3B3130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C949B4FE-D58E-442D-A385-7D1BB85474B4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1411ACFD-6027-488A-8093-4407D96B2030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59CD238A-9108-446C-AD90-B9984DA8CAC1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7470BEFA-B6AC-42F7-B2EF-0E4FDF181D76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9001B206-B01D-4CFA-8646-A35E1558A7B5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2B3FB2CA-7589-4336-9BE0-0B9C3BB2549B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9614135E-F684-4E55-9238-FDC969A1FB1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82788112-F6C0-43F2-954C-4D3AB5295459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E3781D89-4C51-4D18-844E-035E9FDCC954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8FD4B1B-30A2-4F49-9980-A0567C920E4F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713239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243C2146-CBA0-4FC2-BC6F-EA00B415E412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0444F4E3-6976-445A-A242-206E5351122A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2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4E96A4ED-0806-4ABB-95EC-DB063701F9E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E56716A9-0055-4530-9B10-16982A49F2D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0794E44-E80F-48A4-8A89-7F8125B8EB9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BF2DA820-3FC4-4613-B192-26E7B8BBF1FC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61FC6F05-126E-4FEF-99F1-BA570F0EEEB3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F4B075B-BF0E-4E35-827A-FCD6F043D97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80E29D53-B823-413F-BEBE-86BC8399DD90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C252395-41BC-458B-A0E0-B936EB2FBBD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656CC51-53A4-4FA5-939D-0671288B9218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F5A9BC50-D0A8-4A30-97F6-F897ED9F1197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1F93F71E-2F38-4D55-AF82-129FB75DF2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72F82395-3134-4CCB-AA7D-B94C3E7F83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FC08F4C4-3DE9-43B2-9943-EB8D4BB0963A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75C9AD8A-9E4A-4992-9DC3-640BEB0E81B8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7FE46E1-C3A0-41FC-BA5D-4F4DAD8A3D0E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6F96EB84-932A-43EF-AA08-FA88174C255A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1DBBE64A-5E03-45F8-96D2-E6640AA674AF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A8830FD9-2DEC-4087-8C80-D9AFDEA657A2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36A18FFA-D028-4093-B00E-23727CA04C0A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A26A60E5-3BD5-4579-BC3C-825E8DCB5071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E2FA594F-D4F4-4D39-ABE0-DC5E70796585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BA01D94B-190A-4ACB-8310-7FCC39A70390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68627140-E479-4990-A12D-017929C9AFCB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73627BE6-8EA5-4D4A-ADF2-2A8AD971EB82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6A7A49CC-7E6E-4C8D-99A4-F9F28D3BAD05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74F3FA7F-BE79-4168-B2AD-D507C3C6001B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B1FDF093-A7D5-4B1C-B3E4-799334BCBDA2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699B6703-6E90-483E-B995-1A8F225676EF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036EC5A4-23D0-444D-8962-2BB792FB1773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CE1CD0E-E3EB-4FA7-AC8C-30CC61E3CCD9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873DFA23-5425-4320-BB87-B9C884D662D9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FDC0CA86-260F-4811-A318-29901FD2F4E8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E6DA2C3C-D3F7-47EF-8F24-2FA58C7F2138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A29C94A5-69D8-49D6-81DA-496E133488B3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DB37AB8D-8ADA-4894-890E-EDAD0DD42E6B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C5AE055A-E799-4EBC-922F-4282815331B4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FFA9C8E2-47A0-4BC7-A5E1-923085E1DD13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91E22558-1BC6-4AB4-ABBC-B0363EC866DC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3A484976-A427-4436-9307-3952A5D60C17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EC0EEE1A-ED67-4F6B-A390-6308EA98EEE1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CC88AEA6-151A-4573-8388-40EE428D941E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2C60FEC2-13B5-4060-8421-1A407452761F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6A4F28FB-9AF9-4B43-B9AE-FED559FB5555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B292C67A-6C82-4C42-8A11-B56B6386174C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9B3E1367-C329-425C-90E6-8EC53B38A538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0FF5F49B-EBAE-4C2B-A0F9-C83174E09B0E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4C20E69E-60FA-47F8-8F5B-8554AE2DC23E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BE952401-5293-43EC-9A6D-02DAC5D58DAF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8D6AAC92-EA99-4ED7-8BA1-EDF964FD42A0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86A8F76B-484D-494F-9F0B-36B38182AB7E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9DBDF0C1-5A16-4838-94C2-34D233E49032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3E46E5C9-BB3D-4193-AA65-6292F9761054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1DE1D584-06FE-442A-9C58-58719B776A65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BAA2C7C4-B7FE-43D6-92F8-145780790A4C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6E4DB080-9D9E-4B70-842B-26F984F4DD0A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3659B9AE-6881-48D5-847A-9BC1372AFB5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6F73F286-154F-4950-9043-561C9D0BF928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876D4549-EA44-4549-A799-AB55F8F6930E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BBE798E-B95D-4D41-B489-D5D31DA4B34E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4366F4C5-5D2B-4051-8631-49B99BE7004D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F13EC08B-58AF-4E08-90E4-71AA79E695C6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991937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hlinkClick r:id="rId3" action="ppaction://hlinksldjump"/>
            <a:extLst>
              <a:ext uri="{FF2B5EF4-FFF2-40B4-BE49-F238E27FC236}">
                <a16:creationId xmlns:a16="http://schemas.microsoft.com/office/drawing/2014/main" id="{FE496264-D9D5-4743-99F8-E2947D72D815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CF6E6BA6-7CF7-4686-853B-6D758C28D187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88BB7B4-0473-4533-A256-2C3EF94E8B6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019A61BF-E1D1-40B7-BD50-2CA312409A8C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6094E1F9-4792-4566-A83A-37C463F58F5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6535993-0B10-40ED-AA95-202D987F4634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53DF0CC0-5736-4459-86BC-A7ACF7D224F2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6DB0CB57-F36C-4BB4-B803-E0EB386DCEC1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98D68B6-5264-4AEB-BA31-56943CAD03FF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2507D678-8E4D-4E6B-902A-D0EAA8A1ED3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D579FD0-B4E0-4680-A924-7BF33CD2BA4B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B1A2C969-2ABB-4D3A-887D-9FE20E881DB5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50" name="그림 49">
            <a:hlinkClick r:id="rId4" action="ppaction://hlinksldjump"/>
            <a:extLst>
              <a:ext uri="{FF2B5EF4-FFF2-40B4-BE49-F238E27FC236}">
                <a16:creationId xmlns:a16="http://schemas.microsoft.com/office/drawing/2014/main" id="{2B37463D-10AE-400A-A359-7337DDE5642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41FB24CE-3E41-4181-8D93-B0424941120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5404A62-5D3A-4093-8B03-DDC8659E0DA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71916319-09DB-4C65-A547-936CD654C966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4FE67E1F-C627-4CDA-B7C3-4287CDC6623E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A76699DD-F791-432B-9D41-662DAA817602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3AF0F9E9-5B79-41F4-A5EA-388D68085A35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176BA237-FDAA-4CE3-AF7F-25951D09FC1C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1029338E-2CC2-42FC-B4CA-8E9F642A93F0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48BE64BB-F0D6-4515-A1BA-107D9633E217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6984EA50-26BB-4AAF-91B9-68C54EA161B1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64A9E731-FCE5-4952-81FB-0E8CFC79D262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0683F4A3-24D4-44F2-9CCF-838C9140738F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7BC23713-2B97-4989-AFE5-989F33BEC7FA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A332C0A-EE87-471F-B7A0-FFFDD298B132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42497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166C8BB4-E60E-4B20-94AC-83F2027962DB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3C0038EB-9FF9-44EE-9377-EE0CB773350F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8" cy="6857323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1A347E70-D982-4CD9-9B50-EC089D3E1FE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5" name="제목 개체 틀 11">
            <a:extLst>
              <a:ext uri="{FF2B5EF4-FFF2-40B4-BE49-F238E27FC236}">
                <a16:creationId xmlns:a16="http://schemas.microsoft.com/office/drawing/2014/main" id="{D2CBBFB2-51FF-41B6-B02A-695AD8F7F2C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1A7A23E-84B0-4706-94D3-AD95C7501EC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314786C9-C601-4928-BAF3-684D4B92362F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290BC79-746B-4F71-9C34-8FF5089EFFD3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F0EFC82C-F941-46B8-A1E9-ED4EF596C0F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5829EF61-480C-4460-8000-7D40D6059D5A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18AD55AB-DE8C-4DCA-98FB-4CE2EA3843CC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58B1AC2A-4045-4586-8A2B-0D31C0E6A3A7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F11F1DD-0EDD-4455-9A34-B89A993D94EE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6954FA62-E092-49E0-90FD-E460D99FC6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6FAFB5B9-A9D8-43F5-A41C-0BBA3D950DB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A5C3D3E7-3B5D-4FD9-9312-D1AEEE41F7E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DE066F9F-A9BF-4106-8478-48F9B374F6A8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7BFBC0E6-AB32-4431-844E-95939A600890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83B5EABE-BF1B-4818-960A-1EC13B4F65A8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2BC8A954-17F8-4370-8806-8CC15FAA92D5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36C2E7B3-A1AD-4C45-8A98-EC0CDC8D75D6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2C7B4C1-D8FA-48C4-8AD5-7C53E32A80A4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4B1A43B6-F25E-47E7-8A80-0509EBE12524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F8941F98-3095-4A7C-B570-95DAC5E5EA8E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B4F70FF2-6D48-4E0C-B86F-96CC2E0ED5F1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623795C5-2395-4AC0-9CFB-2950A1ED65C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A1E54ADB-7FEF-4594-A008-9D44B7F9A22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0B23AB8F-EAF9-4173-9CF5-60F4B3889C47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C6E2AA80-4E9B-4D7F-9351-9A3490E4A710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96340C60-DAB4-4831-AB8B-3411C69585C5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1026BF20-51F5-42A3-9A27-E924E0C2BE3C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B0518348-AB27-4C0C-A233-1C70A8FA14E7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EA525581-59D9-4013-81DF-B171DF039D48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240E4916-A011-4285-ACD6-71A4D02D3CBA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E8E00B05-3B34-4FB3-A65B-6D07FD39EB45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11C08001-5A47-4D23-9687-E3A4B66DD458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9CA5F42C-7B49-44F3-8C79-9BAF8B7C14BC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B3B59393-0255-47A9-9E1F-ECBDABD78E62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FFDBA002-EBD7-421C-8A58-0D15A53A0AA1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12F40A96-06C5-4497-8507-1CB56BB8293A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B1F9B8ED-BB5D-4A17-8913-195E945E0B9F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1DC7F219-DEBF-4FDD-983A-B2DCE1D73C56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285913F7-D7F7-429D-8FEA-680DF65C473C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91066737-A1BE-49DB-97B5-9DC8BC0478C7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76EE3763-D4A7-401C-B702-584E2E32C325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5A31C09A-BCAE-44C2-969E-75FE2269C4F6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A4977110-E59B-4315-B05E-B0E64284D8AE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A3AC7D68-3AE2-4AFB-AAB2-FC6E59479B2D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706326CC-B71F-4D6A-AADB-3D03A30B01DD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D3E18FEA-3BC5-45AE-9964-D4CA385DE46F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66F84D6A-2433-4720-A1AD-23F686940EA5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77912A56-0736-4733-8708-F91F9C2F37B6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3608A8A8-6BEB-41D6-8055-FFE86C295FBB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F52F5DC0-37BC-43C6-9AE2-7AACA0140D85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F625C61A-8043-44C2-984E-CE43A0B71D61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B031D781-BF03-4E4A-B6E3-F7C2AC4F77F1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22EF5F05-D8BA-4167-9F18-126896C01D39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2BB587F9-177C-45F5-AAFB-87F2077C6F44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7CB203B9-4114-49CE-99AB-DD057876E3ED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6CC0EC20-E087-4AC3-A50E-5E4731C112A0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05B5ED9F-D606-449C-A2BF-08F4754D953D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AD5080D0-C745-4C20-A742-C6B23E5C7D7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B6E177A8-A849-49FC-9B46-372D6E692884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7D2095D7-404C-4FAC-A6C9-846D592282C8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059648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hlinkClick r:id="rId3" action="ppaction://hlinksldjump"/>
            <a:extLst>
              <a:ext uri="{FF2B5EF4-FFF2-40B4-BE49-F238E27FC236}">
                <a16:creationId xmlns:a16="http://schemas.microsoft.com/office/drawing/2014/main" id="{A0E4FE67-4A36-4968-A97F-E57E7AD7C111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9" name="TextBox 48">
            <a:hlinkClick r:id="rId4" action="ppaction://hlinksldjump"/>
            <a:extLst>
              <a:ext uri="{FF2B5EF4-FFF2-40B4-BE49-F238E27FC236}">
                <a16:creationId xmlns:a16="http://schemas.microsoft.com/office/drawing/2014/main" id="{16F14E62-AF12-4653-A9BB-BA6BEC8E41DE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08FDC14-C69C-4A0C-B4C0-AA05BA4232B4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ECA06CB-39A0-4B56-AB41-7024FB69195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40AD8AD5-946B-49F4-83E8-1395D85819C1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1CA77A90-A0C8-4F11-B014-0C3420EC41E0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7223073F-961F-4A0F-A886-424957ED875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F8B62EB-6CC5-4F5C-99DD-CF03ACE452CC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6197EEC5-D871-4666-A73D-A97022B2B01F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31CE3238-D2B0-43EC-A470-F2E588380541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C3438E82-E22E-44B9-9992-9C813F673EF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D1E2FF0B-577B-4D8D-BE3B-46A40A3C6F8F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87EEFC01-7565-4029-B26C-D5DBFFB6D5A9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3BDB69B0-95BD-4ABE-AACB-3226A647A8AE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50" name="그림 49">
            <a:hlinkClick r:id="rId4" action="ppaction://hlinksldjump"/>
            <a:extLst>
              <a:ext uri="{FF2B5EF4-FFF2-40B4-BE49-F238E27FC236}">
                <a16:creationId xmlns:a16="http://schemas.microsoft.com/office/drawing/2014/main" id="{D08A65F1-77C8-45AE-9FC1-176B2B8628D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00583CCF-87B3-4E40-8150-84F9EDAEB2D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5F286FF5-E8F3-44E9-8404-70420F0BDE6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2ECC22F8-E5ED-42DF-A6D7-58AF09DC8A1A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A8FC82CD-4292-4830-A238-F60874D0F4D3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B23D19DD-C666-4BB4-81F7-8948748EC3BA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8140B37F-E801-4E76-BBED-284F8A95AEC8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015E3F86-37D4-4284-99A5-39F4D0C78CB3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2507058C-7AF6-4B5B-8CE3-4AFCF9BA036E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BC0F9257-5392-4102-9EE2-271D0B224DDF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B2A479EE-A0BF-4211-AF3E-034A24608F06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A3276412-F310-420B-AF26-641852176C91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313963AF-6AF1-4DA8-9FE3-647A12FDD064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46FEDB52-B30C-4C42-9E14-D71116A8A3E9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4BA1A27-0D84-451B-8C83-D5C4575E48B6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674862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1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51CD4F91-0C0B-4771-BDFB-23314AAF7EFE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8D661AEF-30F9-4AD2-AD68-E218BB62FF7C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7FD21E96-9234-4A2F-AB0A-7D1A9EEDE8A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5" name="제목 개체 틀 11">
            <a:extLst>
              <a:ext uri="{FF2B5EF4-FFF2-40B4-BE49-F238E27FC236}">
                <a16:creationId xmlns:a16="http://schemas.microsoft.com/office/drawing/2014/main" id="{873BB140-C731-4628-A81B-1B9FD73FC486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4FF41CE2-0DF6-44D7-A386-2E0EAB0105F2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76837673-CF35-42E6-8F01-8E24D80C2AE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6EE53C5-7791-4ECB-905C-51AF210746A7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B6824A26-42CB-4894-B4A6-7980A2564D0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A3254DA5-CBA9-4E2D-8866-9603CC2606F9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9E6F6C35-35AC-4B66-B806-73A99A57CA38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2874EE9-4ADE-4C73-8CB7-733934CD8E2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024EAD92-01D9-458D-8F84-7740C2797E0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0C1C718C-5A0E-4216-9F7B-C1ACB859494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6227CAD8-6F2C-43D4-A2B6-4AA7CBA3467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EF9A1C3-AB84-4E55-AEFD-1893A1801A20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8CD10425-5836-4197-82C4-631DF2BCB7EA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CEF42CC-A9BD-4769-9E0C-9C7AB34E0096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DF593CD0-A3CD-415E-84C3-D6190AA758A1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7C4D5887-E85B-4E9C-B1FC-97238F9A5BBD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F0206CA0-CABC-47F4-905D-9F6A3E3E99FD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1F05C7F5-0663-4C2B-B3CA-9B749DDAE169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3605263-9F9C-4A47-BB26-A3CCB14A38F0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D0911E52-E3EA-43A5-B59B-BAFF80702276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7B15DA6A-2205-4BAF-A083-4EAEEA36AB0E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92576577-19D2-41AE-A167-3B4824B0010A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4B08F20C-EF78-43B2-8FFD-ECECDDE2D66C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87D3FE5C-BD9C-4B93-8821-7A8590E5D1BD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5FCA33E1-18B7-4F49-9C21-401E34E8053C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4AD57698-C5FC-4284-AA93-9F19A50FF90B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0A7BECD0-DEFA-4D72-B02C-5E27B493687E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00D1CE9F-000A-4ED6-863B-704D9DD97723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57EA6C31-FE6F-431D-A466-9437FB63714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9CB16725-6DF3-44D1-AEBD-165FC0AB6079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B8A9C067-6AE9-45B5-B903-BFDF552B0E76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5BDA96E1-2F16-4FE0-B414-2D7A344AB022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BF8E42B8-993C-46CE-9CC9-1338361B81DC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88E767B3-1548-441C-A9CD-889CF34D3D37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9852F0E9-A524-4EBB-84C9-2C077DAB6C08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835396C1-77E1-406A-9110-F8D8C5482597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562DA836-65D7-4C44-AA2B-913808458D50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34B4663E-1895-42B4-8A52-95E026A36160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F358729A-E9C7-49DC-89CE-C3A06EF9AB95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7823C74C-AACA-4933-A1FB-124E58963BC9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C5306B66-09A1-4D76-B5F7-849AF17B854A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A147EDE3-BBF5-4B51-9126-D9E896F05ABD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8F089104-D0D4-45B7-AC9B-D53221539FBD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D6A4275A-F80D-426D-8D74-FBF4DC9CD342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88C9F78D-1278-4490-A741-3669267E02E4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6794E752-6FC8-4471-A5D6-4B8316245B0A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9F2F5B51-469D-4363-ADBC-4135856956BC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BAB39077-81FD-46A8-B040-C023FB3FAEEC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CBE3FE25-EA74-45DF-9DC6-D7DE866F461D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EC0A15B3-2B0C-4560-A1EC-D1B95C48A4A0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8A09E41B-9C27-4CB1-9734-42F20B7B7A29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13138F28-9C89-4A72-B3B9-673E138C0503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882B0FBD-756B-4C3A-9A6E-44036E7721FB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84E3ACCB-4350-4FC7-89FA-157B77D94B2E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C3B55E27-44C7-4476-839A-E2A7A3DC8583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CADB3811-09C0-4AE1-9E6D-371BFD78DD1C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179C1DDA-9980-4D5B-BE54-B1662C0745F7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BEAC2549-86B4-406F-A944-FE88F4E0EA3C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610DFD73-5507-4D62-87E2-4AD01F58F3A0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11B8EC18-BB13-4F3E-9BE7-D20C1EECFA4C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606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B35B6021-805B-4C85-9C4D-7F080751757B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7" name="TextBox 46">
            <a:hlinkClick r:id="rId4" action="ppaction://hlinksldjump"/>
            <a:extLst>
              <a:ext uri="{FF2B5EF4-FFF2-40B4-BE49-F238E27FC236}">
                <a16:creationId xmlns:a16="http://schemas.microsoft.com/office/drawing/2014/main" id="{FC9AC1D9-0756-49AD-A7BE-0672B5168639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051E2CF-FC3B-4D8A-8AD3-AEB80D3E5C3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F096B6B9-F310-4D52-9BBF-5829FA82640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2F8088E1-87E1-45E0-B97F-E5A7E6ECE7B7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EE5E0C55-8C04-4100-9282-977152A4046C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08C9ECF-6043-4698-ACB2-E92F679FB5D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48293B4A-C1D4-4FE2-B3F1-24EFD802AA4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7C9CEDF5-2011-417B-A772-A1ADC7EA951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AF47BAB-E3A7-4421-840A-B71F24786B56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4BD8EBE-3DED-4332-BF6F-315634B44AD0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B212CD11-DB8D-44A3-A99F-A4754242721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48" name="그림 47">
            <a:hlinkClick r:id="rId4" action="ppaction://hlinksldjump"/>
            <a:extLst>
              <a:ext uri="{FF2B5EF4-FFF2-40B4-BE49-F238E27FC236}">
                <a16:creationId xmlns:a16="http://schemas.microsoft.com/office/drawing/2014/main" id="{74E1D9CA-1858-4F52-85C6-26D96C0321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EEF0AF6E-8FB8-463D-B881-3CD86F39965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B1EF2DB7-9F8B-47E8-A370-0B5139417971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63C136D0-F71B-4A2E-88AF-33A345A776AA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4D195A2B-D05A-4EDC-A0EF-67ADD6BBE2E5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07AAC982-8E24-4055-B4D7-2813E93F7433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9734B00C-0485-4FF4-BAD9-30199782DA4D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53826079-5B33-4469-BB4B-5334C0C2DEE3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2892495A-8296-40EE-ADA5-C66BBCA6BBFB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6212D572-2BFE-408C-AAEA-463FDE6A440C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DEC0C02A-A154-465C-B2F8-D31134D57418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0DB8D27E-3917-47DD-9017-AC1AF9D8748F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F879F948-2B17-4006-A0EB-3AB60AE17D6C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EFD2149B-32F5-4E8B-96B6-05668A15045A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E9C12466-D02B-46F2-A8B3-D644616407A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397787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BD68B8B6-5650-4322-81E5-E2D7A4402228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055B041B-9348-4314-B02E-BE8E7DF6026B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2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8A48282F-79F1-4539-B028-53E2D8D72A53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2D6CD93C-CEF7-42DC-B096-D618FDDD6F6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B112AEAD-D505-4833-8815-89415E12BDA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DC2F5DD9-8EE1-48A5-A42C-5FA96AEF99DC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ADC42BF4-D985-4396-AEB6-935B795C2049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37CE4DB-4C1F-4E27-AE22-CEF66C29349D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453BEFE4-1767-4AFA-BA0D-8436692A02BC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C728943-C2A7-4171-BD96-ED0E9910B8EC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0D0ADB7-7F38-4713-8963-2AC9978FDF88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1B6B40D3-A2C1-455D-A9CE-E74680F2DD15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085CF25F-898C-4842-8020-9BAFF514649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16579C4C-E588-4907-BB4B-799046EE1CD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0A0DC782-F4DD-4FAB-AE29-017233FC39F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B630D04-DA3D-4156-9EEE-797DDCD02FF1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96DC10B-A6A8-47EE-96FC-A28B48FAD23F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73F44374-6EF2-40C1-98A9-12E33264C8CA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F906CA41-F5B9-436C-82DA-172B5A85E239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F966C1A0-D9F8-4D87-87F8-59F8093D86C7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28F28FAE-46E8-40C2-B676-FBFEF966691C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A5F61353-9E6E-4D09-8767-E9AD63E600BC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CCFDDD72-8C37-4241-9219-06F1E09450BB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F0F8A4AA-F008-4A63-A114-40D48571D46C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5F175357-EAB5-4A0D-9122-0C1759A27A5B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F1769D3C-DBE1-47D7-BA45-FF3D54F5EBF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ED9E9B73-B045-4040-A18D-DD4EC03D0FDB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BFDD04AD-5343-4BCA-9439-D5E522ED668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6CFA6A6A-5E6B-463E-8773-E04642468F72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35D3FA4C-2289-4F91-9207-AE048D00FCA4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E33CFFC4-7B9D-45B3-9760-E98391F9AE66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B9676B81-FFD8-4077-89DA-E1E7677EA115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94C87F29-59E8-430A-A657-723C75352621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CF99EF66-40BA-4405-B1AB-963290F59A1B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7B2E89F5-BFED-4E5A-B5C4-C896801F35B8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9D0ADF5B-194D-4E47-B38B-AC40F55DF94F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D2F908C4-4F9D-40F4-8769-76769EDCC6FC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8A0E0B0D-A8B7-4F0F-9149-B0267589B634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B9DFB201-A506-4D4E-8F46-54888383BA9D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FB0E12B2-346F-4DAB-8D40-CEA3BFAF4BE3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5475B704-CB03-42B6-9BAF-DB40F380DEFD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E6C25634-BB20-4A74-958B-1716137564AA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584F2145-584A-4124-A618-DDB3909D7CC6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098A9498-3A60-4537-B338-50EB0231EE47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8333A370-EDD1-4E99-89D9-16FB1BC52339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2FCD426F-F9BF-41B7-BFB3-64661EBE2D63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B8449F38-B7E8-4826-BBF7-FA18BE159130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4510D481-BECA-4E78-8AF7-9E4EFFC48646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4488D4D4-6002-411C-8A3B-04B2ED83D6ED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BDC44DCF-7A2E-4054-843B-FCDC24E21A0D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05C05A49-6C48-4724-A4B6-9427DE504635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3ACC713F-CCD1-49CA-A572-3A6DA0ABA71D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4AE42671-2703-458C-87BC-FA0A5555C492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D31D2C79-D73B-4DC9-B1FB-5DB8F5AD6E4D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5CCD61F1-684B-4F8E-A596-BACFCE60866D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96C2006E-39EC-4B80-A055-C1616A8AABAB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F620DB07-D0E9-4F0D-9655-A2C2406A0608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23B03DD2-E396-46A6-9354-370E9EE450D5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20177C48-9831-4063-8042-AB8B0D39968D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0A424E4C-ED98-407B-8700-C7F55F855B81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A5959A0-6A9F-4C9F-AC98-020D7398981F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DF78DB92-6CE8-4826-9C36-E94C8A9A85FB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E978B916-F5A9-4D90-AB91-386B2F72BC7D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429233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AFF8D83E-827A-4947-96BC-CEB1C613B9B8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7" name="TextBox 46">
            <a:hlinkClick r:id="rId4" action="ppaction://hlinksldjump"/>
            <a:extLst>
              <a:ext uri="{FF2B5EF4-FFF2-40B4-BE49-F238E27FC236}">
                <a16:creationId xmlns:a16="http://schemas.microsoft.com/office/drawing/2014/main" id="{426CF8D2-3414-4085-9902-676AF31A58EB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B2B20588-E90B-4029-ADB1-2B068C9582BE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5B698637-7568-4849-9F38-6951E023673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E7B053B-DCB1-4617-9C9F-009AD380F71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7CF28293-A905-49D9-BDE1-D6D7CBF0BD55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1B3ADF5D-87C0-4DF6-BB2D-A4F04B4113E2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FD27F25-63D9-4171-AAB8-D98F5D2DCB8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00FE6FDC-5CBE-4DF9-AF74-5A7B551812F8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CC0DB50-4C0E-4CE6-8C37-5F37D238883C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E3DACB15-0E31-4F67-82C5-3C65C8286157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300A53A-4AE8-4516-B17A-875D473B3EF1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48" name="그림 47">
            <a:hlinkClick r:id="rId4" action="ppaction://hlinksldjump"/>
            <a:extLst>
              <a:ext uri="{FF2B5EF4-FFF2-40B4-BE49-F238E27FC236}">
                <a16:creationId xmlns:a16="http://schemas.microsoft.com/office/drawing/2014/main" id="{C9F05DBB-844C-4EF1-AC7F-54E2B71B3DF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A02D9A45-40CD-438F-8F54-4384D3D08E4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66F8C4E-379C-4253-A8FC-2BCCF78CB066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176C37C8-4584-4233-81B6-2A1C6C8A1017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7E957335-8981-442C-A31D-00DC7110DA98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C1C3578F-0F86-41B3-BF8F-D46C274F6BC9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F66DE982-76A3-4B9E-8EC2-56176971C068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FA206051-6CC8-478F-9277-05CECFA4D584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EB8CB577-D626-43E4-8AAA-30D47D2BE880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4918F6DC-E3D0-49A1-B3FC-71A6BA2F96D2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696CB3A6-15F1-45E5-AD56-99F7CE3EF04D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867619A4-20A4-4075-98DA-D15BDF912D4A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486523AB-F7AF-4474-909C-DF91AD9465DE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27C6CBF4-AE1C-4F8A-930C-6C08FAF6B60B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FD7882C-549E-49EB-8979-1FC45A4203B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25829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90C1E0B6-DA56-4321-B422-D5F63AEC3833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2975F1DF-B3D7-4A3B-9A7C-F2A7142AABA9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2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48AFD2F9-9597-4CD5-A12F-A90BEAFA1D7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872B2E67-14CB-4FDB-8CD6-29DDC153366F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D9034667-B50B-41AB-B407-BFA706538D77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712EB374-1CC6-4099-8363-0251F9D94740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12927E28-1610-4E3B-988F-822BA62F3C6B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777E453D-5058-4430-AEC2-0947D841AC5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42A12A1-BA6E-412C-8F80-5E508E712D9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78015E2C-0C77-4057-AA59-2ED64E35CD20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B78C478-444E-46E6-89A2-29E453ED3F84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F85F32FF-B018-4400-9730-560FB65F34F2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E1DBFA05-7476-47F2-AAF1-A89730544EC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5D1958C4-D4C5-4FD9-9FEE-7FF9F33D429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A986962B-8B0C-44B0-9463-48145F2AF18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8B0DFC7-A188-4CF7-AF0D-7A57681584B9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CD654B4-16C4-4DC6-9FA2-708B3F86AC84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146FAF22-53B9-44D9-91A5-7B2A93923B95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F357B39C-76E6-44EE-B20B-C5331702A0DE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2BDBEF46-E1ED-4048-8387-369C7F6666D0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D27E8E5-258A-4041-81BC-B5BD8F169592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ED8229D0-A7E7-44EB-8B21-2746746EBB0D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3CF8CB8A-EE43-4EB3-AC82-43279D7B6384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4B2982EE-3EC3-4CC5-877B-422B54CAC43E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F98FC3B1-8E31-4F1E-9B0A-87C1A7855C78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71194F2F-94EE-49F5-A7A2-0D6CC6C47A9F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1A8E4435-5820-42AC-BEB5-49042D8B4D69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980C2E63-3C77-4039-BCFD-A12CAD9362F7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C26A97DD-D7F2-4CD0-9199-5E59065886D8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E8C622A0-1FB2-4558-8E17-76F3C1444374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45DD7B71-16A5-4723-824A-1EF2FAC83953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C0DE1836-A91A-4801-81F1-0A8CBFA7521C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DA60B031-1212-4FEE-93CF-BB3AD5762066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23326565-3A4A-46FA-8A2E-89E6D0800129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F7AFA1C2-9CF4-4968-A2DB-3BB0FA8C5531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A0FA9760-3316-421D-BBE5-0B2901CBA2B7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BF5E8BCD-3686-47A7-945C-E87C61DD96FF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A83B2F98-AB63-49B4-9A69-10B2DA67E3EF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E541C539-0BBB-4013-AA37-49C568590D6E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1EF789B4-87E4-47AF-8ACE-38726FD19C19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96D81816-4163-4925-841D-1367DE7CB3B6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E9899C82-0BA2-46B6-9A8F-11DF1AE62CF6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90D784F1-BA3F-4EA2-B32D-80BB83DA74F8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739C48D6-0583-4FB4-909A-365C989C1BB4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5DC32541-281E-47BA-9BA6-95113F70C6C9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E04FD9C5-D284-43F7-B00E-32EC4A3BCB54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45AEBED8-6145-4650-AF3F-988C3274716E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DD83497E-0EC7-4016-AB22-6205D99772F6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C8840FCE-5BD7-4B8A-90A3-0C11AB01F052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0ACE75D5-DD44-41D3-BDCE-C30BDD61888B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F9A04C65-B88A-4895-A2B9-913648263C76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8FECC01A-FB82-418F-80B0-8067DD2AC035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FF4583FF-561F-47C3-9872-5E7302C4646F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B527FB96-6F15-4875-B151-7F9A57A616E7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A64A3904-79F0-4929-B6CE-B9AB0BD10917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E38ABBFE-D26E-4844-B3F1-DF97DD8CCD46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3CD10396-F05B-46B2-8FC8-33B212E5605D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638E2B8B-9565-4AA3-95AA-1C97B0168183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16C1BD97-6EF3-4BAF-86DE-C0A0D2A2F443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496E5036-6B9F-4C81-B502-A1B7DDFCE7DB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0E3E0CE-1E2B-4ACD-936D-0A1E9F580A43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BEE7A803-0CBD-44C4-AA13-88324352801E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8BC75B5D-345B-4028-BD6B-1CE2677C2BAD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32522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94343E79-B033-4E9C-9EBB-46834C508DA3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7" name="TextBox 46">
            <a:hlinkClick r:id="rId4" action="ppaction://hlinksldjump"/>
            <a:extLst>
              <a:ext uri="{FF2B5EF4-FFF2-40B4-BE49-F238E27FC236}">
                <a16:creationId xmlns:a16="http://schemas.microsoft.com/office/drawing/2014/main" id="{245149E8-D63A-4509-9141-D0E8FD7B168D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1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41FB1476-9C08-4F45-BCA5-C47D2F48E42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000CB5FE-EA71-47B8-A65C-275C798C54A6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1D8627E2-1E57-4C18-B3B3-CE1CF4DD21B7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4F462E28-3706-43E6-8A4A-6DC58F3EDA1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32FAD29-911F-45E6-8B50-67DB8CB350B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9B38C349-14E3-4819-99D8-C15C6D024BB6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B0F46111-1828-44EE-9AAE-071A2504F763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E31F62E4-B3FA-45AB-BACE-6B2EE6A71B74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367F624-AD46-4D68-B473-C550AF663CDA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F394587-973F-44AE-86B6-E32D79E16B39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48" name="그림 47">
            <a:hlinkClick r:id="rId4" action="ppaction://hlinksldjump"/>
            <a:extLst>
              <a:ext uri="{FF2B5EF4-FFF2-40B4-BE49-F238E27FC236}">
                <a16:creationId xmlns:a16="http://schemas.microsoft.com/office/drawing/2014/main" id="{5F597879-2D7D-407A-81CD-A76877F815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93AB9F82-ACC2-4F7F-8378-A9FE72E9B92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742DBB54-211C-4AEA-BC65-58C9BF102F19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0E20BD0D-EFCA-4F08-940F-DFAC062C0C98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62FD099B-D6CA-4462-AE5C-37A57BAFA5B7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85F80A8F-B3FA-4D73-BF86-B9281B0F1631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999E60F5-A6C5-4F52-8C53-A34827E126B1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34E83A82-3647-4E23-92EA-B8E808581817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C2B5EF04-0596-4C7A-B10E-830EDEDC7B79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ECD5F511-38AC-41F1-B2D7-C918A42593DA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594D9041-928B-431E-990B-5EFEED2C4117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5D01F81F-CBEB-4563-89CF-7E123AED1B65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462AC72A-05C7-4BB6-A2D6-EE0C949015FE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1AF51C7D-3EB4-43E3-812F-5F7F75ADCBF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8F03D12E-C50D-445E-97B4-98EADE3B942D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792866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14035107-6C7A-4E8A-AB5D-89C57153CDB7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65CBE368-2E23-405F-A38B-B666CFCC2EA2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227C24F-DEED-426D-8093-F0209821157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64779D5D-69CC-4633-A88F-FF5FE39297F7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6D9BA564-218C-44FC-B210-3601B6F25789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824F341E-F5A3-4845-9393-B30BD4AFF80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E7C75E89-CCE3-4569-B99D-9DE91AC0E093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7269D4E-0ADE-4813-85D5-22215854CDC4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A9D4CA3E-2109-4662-8422-6AE132B1A9B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E1BC1630-30EC-440F-A04A-FE9BB5223667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89C0E31-A9C6-45A5-9D1F-7722AECDFF7E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B3F1F888-1EA3-4F5D-A680-46BFC288D0B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C03771B1-15E0-4B8F-97BC-4D538B6BA3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CED02242-5D48-4DF5-AFC0-CD107DD73EA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EE9E1DF-F9C4-4394-BBB8-3D72AD1E37CF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B7485C6E-F5EA-420F-BFA1-A73B8853ED2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7B750C0-4E28-4773-BEF8-91097AEAD6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3E7E8B97-D7E3-4575-9423-9B88ED480AB4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715C557-82C7-41A0-9A87-ED5D2CCC5865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5D4FA8FE-84D6-46EE-9513-7236CD52EE8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3B14E2AB-8A88-4BF3-8570-E76478B2B1AD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2F09894F-228C-4C81-9C59-2DEBCE04C861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11414258-7E65-471E-924A-BD8A447A3FFA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ECC46C87-9C3B-4538-9907-2C71AF86A9A0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51ABC788-8AC9-4739-91AB-39A9E33A04BB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DD32C362-A84C-4C49-987F-6922CC92F938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6529EB15-86DE-4303-AE68-46BF75B7B5DA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A8CBB8D3-0B63-4ADC-9DAF-6A31BCC328DC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D1EFBA1F-CBED-4060-A143-36DBFF309B9B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299D98ED-4D9D-44F5-81AC-7F5DB0D9C023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420D7B98-BD3E-413A-B2CD-1C46F1F33D00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5F3BD245-7248-4016-A8FB-FE313CE4DF23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A0763754-DE37-42DC-8E29-DD0AD58D1A1D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6E7BC9D8-A2D7-43CB-A3BF-DB09E7BD8C87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D410E20B-7F18-4369-B2AF-ADE8DA6A56F0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A1D3D37C-FA2D-43C7-8770-666E3C7027E9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1A6C1568-1ACD-4D17-AF4D-C06D87668021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F89EF047-D59F-41F3-870E-0B3B59678299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12D347BC-872D-4909-A5A7-80BF22F3CEAB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8E82B1D6-06AC-4D4A-BAA2-2071F4B9D8AB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E5F53DC5-9F4C-4782-927F-1FDF61281CC0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CB31E33D-F7FC-443F-8873-F539B3DE348B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491EFDD4-CDE7-40BB-80C0-E46AA50F2403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20762CC6-20D0-43B0-907F-D076E89563BA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7DCF0C4A-B51C-499A-95C3-183014705664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5C053433-BE41-4235-B9D3-F8F7C4073C1B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31B2F301-33BC-484E-8C68-91CEBBC8E838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029E8301-583D-4F20-8588-64783E881400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FBFDE574-3938-4B45-A4D6-3E5B06E04E19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EA9CE169-E0AF-4F05-BDED-5F8A05F832F6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BF12428E-2A43-4DC7-873F-128F1B65AEB8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006A038C-3241-4283-B8B3-1A6A195C2818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B48DFEBF-18E0-4C12-A010-5B09E79DD818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74C2F299-EF5E-40D3-9A99-22E19BFBAA6F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F62379A5-51E5-47C1-966C-7F995A2AF6C8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57850E7C-7D53-4EA7-B642-F1E0DDBFAB69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678A82DE-D351-4C65-A0E2-A141BF36FD22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508DB6B8-AEC6-4CA2-A6C3-E529590C68E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93C6F053-D43C-4061-A1F5-522674B7408A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1C685D52-BFA6-4BE7-B65F-D31C74D1A9FE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935F64C-874D-475B-8A2D-1472D18BBB06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5E0E422F-CC5B-4C28-B6A4-34AFAF4FBB04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0BCE6CCF-88DA-47B7-80DC-96E18AA677B0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58328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45AEC97D-6D5D-4D42-87A3-68CEC6AD57C4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7" name="TextBox 46">
            <a:hlinkClick r:id="rId4" action="ppaction://hlinksldjump"/>
            <a:extLst>
              <a:ext uri="{FF2B5EF4-FFF2-40B4-BE49-F238E27FC236}">
                <a16:creationId xmlns:a16="http://schemas.microsoft.com/office/drawing/2014/main" id="{A05A0ADB-80CF-4EC9-8C9B-472254A8D56F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0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0D9F902F-7084-4C5E-9C68-532DE9D526F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32ABC1ED-FF6D-466B-B07C-71AA985C2BD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3FA562D2-4E45-4727-81D5-E85390240647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B53D0386-A24F-4D49-B97C-9CE8D95F21C4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839924AB-FF4E-4564-91B3-ED658D83E007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E4989B2F-60B7-4254-8553-537C3500B29B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F6044BC-F5F7-4237-80C0-DBB08B49A632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1714826-587A-4F02-B7CB-E7122BF5612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54752A1-68A6-4FB7-9233-6F8975AAB57B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DDC4A78E-D7BD-4297-BDEB-8C37961CAEC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48" name="그림 47">
            <a:hlinkClick r:id="rId4" action="ppaction://hlinksldjump"/>
            <a:extLst>
              <a:ext uri="{FF2B5EF4-FFF2-40B4-BE49-F238E27FC236}">
                <a16:creationId xmlns:a16="http://schemas.microsoft.com/office/drawing/2014/main" id="{102AF635-96B5-4783-8CA2-434F0CB583A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6C7AFA40-192C-4196-B7E3-ED058F0BFE3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9825A211-8610-4463-B8E2-4074216D752C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3188C406-B220-4D54-8BE7-9E3024D28A17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5F80B377-5DD7-46F1-ACAC-736DC0142B78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FA1AC088-3721-4765-B93C-BE585F030F0F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22272C12-7386-4554-ADC3-FFCA07C7DF26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9601F849-4315-4439-8F31-06B090E059C6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C1CD4FA8-6BAF-4A34-89E1-2D3251A0F833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01836B32-6042-4733-AA46-E38B84A25253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87EE549F-50EC-42F4-980F-BFD786342ED6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66F60860-4AD8-4F1A-B371-6FFDE1EB4452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0F517CBB-B85D-4858-A485-333F74964767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D5279A06-9E10-4D1E-8BC7-B5D394DCC43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C5A3F09-0EB9-42AB-8B37-916F36B7B56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42710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780E8BAA-3874-4FDE-8514-0C6B10ABF241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53861BC0-4912-4545-91EF-0380760E773C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2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087227E-BEAF-4B32-A4D6-E457401BE6AF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ED3E106A-1804-426A-B40D-0C48FBE40BF3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3D3506EB-9D6F-4C26-8438-95EF25E900DA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F1C1A637-8857-40BB-B6B5-1C2FC7C541C8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924230A6-34B9-4298-B172-81342CC28B4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906FA29-1072-4EFB-B1EE-22235470B342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416552CD-8691-417E-AAF3-90CE76B112A2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9FAFAC9-9BFC-4219-9F4F-DE4CDE63BE37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6B3E2F3-4F23-49D0-A2D2-7CC44B879BB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EFAF1CD-EAF5-44E7-8DD4-FB1E54DAE35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78F0D95B-63BF-42EB-AD4A-EC90C09DD58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D71ACBED-84A8-4B31-8CCD-E4674636D3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6F5B26A-019C-4103-AA47-5902FDAB14D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84B1EF80-850E-4E5E-8DFE-BD5D0E5EFE53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991E964-4506-4D86-AEF1-BCFE9751B920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3E860F5B-8BCC-4628-9760-3E8563902A73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3F9A392B-7555-4F14-B185-EFB08B9AC026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0E32387E-27B5-4E7F-A07A-3A8C9E0D1510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CC085F25-7D8C-4E7A-A8BC-5750A7A03E12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A7420746-7A28-46EF-8147-29F8B8F79CA3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FE33AA72-CFCD-4364-8CA8-B41615715250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5B3FF1B8-82C3-45E9-9CCB-2750CF536B4F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DDDA371F-B321-4D0C-9C67-0866C05E68B5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7E3BA0F6-0C5D-4E9C-8564-73897325C534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16877EAF-5718-45A6-A134-1E51792EBA38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82B4A953-EB7E-442A-B28F-59AD1C4E4351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87470C5A-A2CD-47B4-9720-5A6096A7765A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473F06E4-41D9-4126-B6C9-E80263A1B5BF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0A1686F3-EA26-4B8A-9DC5-798181BA7831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C994B66B-DA48-4E4E-9243-F91E7580B46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3A060928-8EB8-48A8-B1E5-95057784D359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E252ADFC-810F-4B41-9227-B672EA2F6F00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B9885C52-6015-4E27-AA0F-801800706CAB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9117D384-5AA1-481A-A273-81BFDB3528B3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53C27817-935C-478B-A95B-DE73218AC2A5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9398033C-375D-4CC3-9EFD-7971FF1EC5A3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E3E6D5DF-480A-47D2-B56E-214E163DBB38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D45A3C62-FFD2-4986-BAFC-8A010E5134E6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C49E6E8D-92EB-4F29-9B7D-CCEF5203C471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89BAC695-2C67-4EC4-8FB0-2CEEB4F9CCE9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6DAE3AB8-7ED4-4AA5-8D8E-0AE04A9C12B2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EF250E7B-47B4-45FA-998D-A78080B95114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4C21CB4A-2BE3-45A9-8CD9-8AD410C46944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E8043CCB-80BD-4754-BFD4-43D37C1D37D9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16374211-623B-414D-BFCD-49EE9C311DBA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05E08562-DACF-4A88-9007-D6A914B5AF75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CC13B95D-93EB-4419-9EB2-5E232F227754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09BDAD9A-8C75-4D5E-BEBF-E8A112722F98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ABFDBA2C-5E8F-437B-862E-7E71E0980CAF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7BC35706-EE06-49A9-9462-28695D6E2DB0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B6C4F22C-B761-435D-80F8-4B775E581351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B65B052A-F1F2-4F0C-B96D-5FEC8DC088F6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9A90CB4E-4BD0-4FB0-B699-B8FD7E07F828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AAFE5DDB-B123-40CE-8458-2FA11751A680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4A457C5A-A5C7-4C54-A0D0-DE4121138F6F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E5A35C51-7DEA-4AE1-A077-F92B643A1AA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995D2611-CC55-4450-8CC8-74338C463AC0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1C394A58-CE58-4540-A7F7-C0078465322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0DC29DE-0070-4C41-9765-F0AC2EB8911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FE57512D-095E-4E3D-993E-B4E6EAB8C927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5CC747BD-1842-4CB7-9FB2-75828CA3C661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6019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3F957D6E-D58B-4411-AEDA-58D63E6D5D25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7" name="TextBox 46">
            <a:hlinkClick r:id="rId4" action="ppaction://hlinksldjump"/>
            <a:extLst>
              <a:ext uri="{FF2B5EF4-FFF2-40B4-BE49-F238E27FC236}">
                <a16:creationId xmlns:a16="http://schemas.microsoft.com/office/drawing/2014/main" id="{93F79F10-CD69-42C3-9860-F80236AA196F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AE22C300-E0DA-4B0C-A778-598C66714FA8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6738C76A-3929-46F6-AA29-301035FF5ECB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7FD84F1-CA16-4D8F-A950-C00AFAB5C66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BE605A6E-B1E1-42CD-9767-3CDA2FDF398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CC0932D-35C9-4F34-B9C8-284F64D2C82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7FF0E8DE-5FBE-49F2-BA85-E3C91461125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4ED376AB-FB89-47D3-9332-EC699CB3D257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8C913FD-4FE4-4012-90F2-4FA4CE7323B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D0BA62F-BEBF-4CC2-B9E8-E0C9C7E7A68E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528D417F-79B2-4516-BDA4-011D73E445CA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48" name="그림 47">
            <a:hlinkClick r:id="rId4" action="ppaction://hlinksldjump"/>
            <a:extLst>
              <a:ext uri="{FF2B5EF4-FFF2-40B4-BE49-F238E27FC236}">
                <a16:creationId xmlns:a16="http://schemas.microsoft.com/office/drawing/2014/main" id="{5CBA15AA-F845-47EF-84CF-07BA65B160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AC0F059C-0EAA-4BDE-B80D-4A76296727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93A7D148-81FF-4EEA-82DD-7930BAD8BBC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DA472C80-CF56-45AE-A752-716EC674660E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1CE4F004-1814-4D7C-8D54-4A4C065C70A4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86584B86-85CD-4A88-9977-7F5EA9449F9A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2A1FDA00-9CE1-45EF-BBE4-A60C95D1412A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F384F2F2-93DF-41FC-A3AC-DD28DC24BCCF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0732B32F-01D0-432B-815C-812ACD39885A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847A1415-8563-4BC9-8C10-03CEA731DAC6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00D55BE2-AF7E-434C-8D20-A142BC0B84FF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11B45EC3-1D65-4C79-B742-D3A556936BCD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C82DA2BE-E2AE-4D62-9BB7-135B9FECA78B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1E52DD2F-85D5-47B4-B4DF-B814711FB04A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8F957AD1-4206-42C8-94AA-39231A59B55B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565954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3DD52FF9-3436-4BA3-A286-9AB63A75A50D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C9E3A95F-78EE-4B47-A66A-919191C65A6A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EF46D529-AB0F-4174-89D4-83C55A7D729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B21BFC8C-CC40-456B-A0F4-F402675601AC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0097B99-0082-4D00-B4EA-726AFC841BD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82020FE2-48D1-4A5D-922B-67222924308A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0B70CFEF-94EF-4A66-85A3-C375A05344D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B7EBBDF6-1363-4DF7-8199-863F7E97FE8F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9B67F5D-1CD3-4B77-A2CB-0654151DB19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3642B36-A800-4256-825E-B9B8AA29C8B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0063D90-B6CE-40DC-9F1D-9B3503514AFB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8013CDFF-8054-43F6-8B17-6F9D0214C72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615D5831-DB60-4A3F-AD8F-D27B087CD3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C0B93617-C279-4A31-99E2-03E8717FF78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4D88ADD9-CA20-4B23-AB42-F391667DFAC2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67F48F80-B9C5-4EBD-9E87-A12BADC3922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AFB3E74-56BF-4B06-9E79-2FA7D9489E08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8698BAC2-A937-4C72-9055-CCC6DCFC86C4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92E6D829-881A-42DD-BF96-E04FDEFA1F74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57D6958E-2E5B-43C8-8F93-98774E5B425D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F04349D4-4FD3-4B8E-AF64-2F61F13E8375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3D6FE827-5DC5-496C-A5D2-6B98BA29FE4E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D9430396-ED0B-4AA8-9BA4-F5D2CF17B9D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327D94CF-FE82-4124-8722-06402A183C74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DD2B452A-FB47-4244-9938-3E0AE3955168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2DC03D17-A014-40BB-A011-F32684179011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C8FE42E3-94D4-4203-A6F3-824435254106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704E0E8-A7A9-471D-8055-71C7C0E456D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86FD0F1B-9C7B-4A06-B674-55C9C44EF0D1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83235EB9-0F48-4253-BF2F-E6D6531F8127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2FD62A65-D939-4D85-869F-4FB9C0562477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CE77A08-2A82-469A-890D-1D2941B372BD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657F533B-3C90-4FEB-BEAE-E0532939EA35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E6075DA5-5967-4E86-9BF2-A57A17F9D3BF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CF47AAF4-1ED7-4514-A5CC-25F75C3386D4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2711C9A1-C238-4B88-B053-AF80F090B4ED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D4B5F781-9807-4DD4-9F64-557846567FEE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12BD695A-3DEF-4E7C-8EBC-E897CB3B70EA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1D572E4B-F637-4133-915D-8E04B41B34DA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1AFB4C79-6B5A-4D7A-9FC3-0E6BB6AF2D1F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E7439BA7-F2A4-455F-9E8A-ACB69B0F2E11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C8B4E380-49F0-4EE5-B449-A3FECE0FDE12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2AAB36C5-C3D2-4C4B-A160-F09B664E687D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BC60F96F-97A6-453B-8B3D-A9F0AACBDC1D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6AEBF12D-DFCF-4069-B722-07E8548CDFE4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09B83445-36B4-48E8-92A5-E1B205AE7D1C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9B55E119-E001-448E-8242-E6C7E3C9C84E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9BAA8E1A-7B67-45EE-B256-0073396949A2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63198BC3-3476-4E81-87A6-CB7872462FF0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82CF22CA-AD81-4515-B646-62EC6727E145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8B702D5E-BC79-4648-A4F3-B0073C691CD3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9B1B19B8-9A2A-4C9E-828F-E4419E208652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23CF2653-98EB-4DCA-9011-0F7D42729B73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D93F1744-FEF0-4B19-98D2-F7561CFBB0D2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50976707-E812-467B-BBE5-E9201A21E372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A68CDAC1-CB53-4CE3-8866-9016FFA2C3AC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7A9C75CB-529B-4C90-AC5A-D3CD1131C85C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ABE3C609-5F36-4832-A8B0-DECF7748646E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6032B506-82C6-48CD-8C51-456F15A0EC3A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EA237C74-C9C7-4A3E-ADAC-851E4246548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AE29E12-B18B-4633-8883-5CA6990AB557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20310536-C2EA-43EF-9A6D-834C42E3D7D3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6DAFACF5-FC92-4B8E-AB3A-74DF22C9076B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61944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31607262-D8AA-43F1-90D2-BB77DC7685B6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7" name="TextBox 46">
            <a:hlinkClick r:id="rId4" action="ppaction://hlinksldjump"/>
            <a:extLst>
              <a:ext uri="{FF2B5EF4-FFF2-40B4-BE49-F238E27FC236}">
                <a16:creationId xmlns:a16="http://schemas.microsoft.com/office/drawing/2014/main" id="{2D14230B-8AF9-41F3-BDA9-8B037DF72C3E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843097FE-B544-4F96-A2BE-E4DB869AE0FB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9C1A16A3-39E2-4468-85F7-59FAED83D3F0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B932879-27B7-4966-8EC5-AD9A4FB8CF1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D5099A8-CB43-48A0-9E41-80A2B6B8B306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02D221A2-EDEA-4903-A6CA-5D8A02DCB0A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929289C-3DF2-4691-A4B7-EBF507AAAEB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3BE61C28-49BB-4355-84C5-3F13F6A24FB0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D7F4E85D-0087-4A1E-A007-B2F7A2150BA3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449DA15A-2ED6-4E80-8B51-B9358131196B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32493E9-1F1A-42E1-84FB-310E7C479DB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48" name="그림 47">
            <a:hlinkClick r:id="rId4" action="ppaction://hlinksldjump"/>
            <a:extLst>
              <a:ext uri="{FF2B5EF4-FFF2-40B4-BE49-F238E27FC236}">
                <a16:creationId xmlns:a16="http://schemas.microsoft.com/office/drawing/2014/main" id="{A466C8D6-08CF-4F91-B2F3-E0E83815F92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4F9CC55C-0514-469D-B24B-0D5770AC01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E277017-64E5-4E40-BC37-DC3E3D1FBAEF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C78E0C24-B401-4874-9734-A39814A1509E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BD5250DA-5CA4-4564-8784-9D37FB962F04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BFD58A46-D121-4D67-9DF8-2DBBF6E220F3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CDBB3FB4-82EB-4C00-819B-1E14F1D29EC0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14FB520C-7B85-432C-B92D-83E46FDF513B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DC925C8B-1A1D-45C9-A145-59719D6CF822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B5296520-F532-4712-8ECC-C4E42394A5BF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655613B7-3042-4556-A34E-62E2EADD6112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9D15A4B6-6104-4A97-9F4D-A94CDE808FDD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99F23372-EC44-4047-AA17-4445A69C3476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F291AA27-C337-4809-9BC9-2E21B48C61EE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E4588ED-ACA3-434C-8CE6-77538F54077A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334775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2A56554D-621A-4510-9AC4-5755DDB46438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20E2C091-B4A0-4150-B401-AD109ECD0C2A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1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BE3F8AD3-133E-4D25-BFF0-B2A802BDE36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928E9292-9165-4278-AC4F-08553896B7F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8A61FBF2-564C-4302-BB62-1D25EBB13180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0C05C381-33A1-4B61-984C-688F5D72A66A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238F8B25-2AAB-44AA-B3E5-78A23C25BD06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E9C19A4A-61BD-413F-86F1-A8533DF28EA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F3B0E741-0CC0-43BD-B1BA-3A3C3BAC4F26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6CA9A6FC-B40A-4ECD-A748-BFF932547C08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A2CCE7A-6E4B-493F-8DA7-4153EB95B328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B77BDBB-1BA0-4532-B11A-C7E58DFCCF45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ED7FD010-6541-4C26-9532-3D2F707B44B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C37E3198-DE46-47EF-8CF9-B9BF71CB500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A2DA55DF-B940-40DB-A7D7-C8B73007767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F6F83EAF-AD75-4891-9531-E4F59FB49AB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9A1A5DA-1937-467E-A5FF-FE046A44DB58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6B17A15E-4D2E-42D0-BE88-B7E4A85A9A92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8549595-2A74-482E-8D93-4735B1229C05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CBBA910E-124D-476F-84DF-509174292198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FA9841DD-4A1B-4905-8CA6-BA2E88C23EE2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6F9436DE-5416-4008-9057-E9A9ADD8D623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479A1D97-C110-40CE-A76F-F6EFB921B2D6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3A817436-8DD1-4DB0-BA22-7A7CC52A49A2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19EB4508-02BC-4F90-B632-AB873A48923E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03924971-DCC8-420D-B155-940C3E552F38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03D852AD-E429-43CD-9026-F50B22B25725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459C5DB6-9F45-44B6-A7A5-932FFC3BCCF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F0C94617-4B35-4C4C-9A8F-A6648CB2CD2F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F333E1DD-D733-417F-9B76-5ECB0DE3BE3B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D7FCFECC-D8B0-404E-BF1F-23EEF2356580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BF895C6A-718A-4B69-9A13-51B5157D9D3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0BD7EC7F-EC8B-443D-8B56-C5CDE25B2F7C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451BDD72-8F66-44BA-8520-DDB03B2365E8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3C41ABB2-9BAE-49CE-BA18-23927C086323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92742667-41C9-4FD6-9356-70A1A933EEF0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B09FCA50-762C-451F-8158-F5F0F26B4606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E4805E81-A48C-4608-AEC6-F71ACE29FB94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2703EE65-7B7C-4B71-9B08-F8C9A5C46DBB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FF6AC5AC-0CCD-4663-8581-E4E86817535A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82573C31-D4AA-4373-96B1-9B6C88E8035C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82DE1770-B3CE-4E58-A3D3-DB5B0D5B8D3E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A6E75A0A-BCAF-415A-838A-1580E3CB1432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5186424B-7B68-460F-929A-B81AE7E0947D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4E353A45-85C0-495D-B626-361CE30AB59D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4835B3D4-F802-4FDA-BF5F-875F8881C115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68C0E254-E0C6-415D-810F-B9046FAC470A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FF372FD7-53A7-4EA3-8C74-6BB706E20579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64032777-B530-4F94-8810-50B9F3284C84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FEC5F610-8A94-4E8E-9BA7-052790E6B6B6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883A7F6C-7929-42B9-BB24-B6DD5AD0331E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8C5AE663-2515-413A-A9AF-43FA24FFE646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2EF4963C-61CC-4F73-ABB5-2081F7921E97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BBB60DFB-5DD9-454D-9C68-4DC58C5E9CCC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88F165C9-C1C6-4328-8296-AC0DB5317E31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CBAA17B8-F01F-4E86-BD4F-E7C0452E7763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A8CBA933-3318-4C6D-9175-978A53C1C203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F5BB872E-C3BC-404C-AD7D-C61A55760C22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4F829EB2-5CFF-4521-84DC-251B0D2281DE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1C517EB1-11E7-4DC6-8455-E6758CE24C7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BCDACACA-E3D9-4E0F-A199-E21893E195B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DA95D85B-919E-40AE-A555-B47703B8E0EF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5719B970-844C-4AC3-9E85-B93920CA7554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566072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hlinkClick r:id="rId3" action="ppaction://hlinksldjump"/>
            <a:extLst>
              <a:ext uri="{FF2B5EF4-FFF2-40B4-BE49-F238E27FC236}">
                <a16:creationId xmlns:a16="http://schemas.microsoft.com/office/drawing/2014/main" id="{218EB68C-D58C-48C1-86DF-B9D3D71A832D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0" name="TextBox 59">
            <a:hlinkClick r:id="rId4" action="ppaction://hlinksldjump"/>
            <a:extLst>
              <a:ext uri="{FF2B5EF4-FFF2-40B4-BE49-F238E27FC236}">
                <a16:creationId xmlns:a16="http://schemas.microsoft.com/office/drawing/2014/main" id="{1F92A2EA-4E77-4CBE-922C-2C7057F67418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9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DEDB32C-0D14-4801-B9AC-EB8963E9E2D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extLst>
              <a:ext uri="{FF2B5EF4-FFF2-40B4-BE49-F238E27FC236}">
                <a16:creationId xmlns:a16="http://schemas.microsoft.com/office/drawing/2014/main" id="{8B1006FB-C7A2-49CF-902D-940CA2D0C5A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132B2345-CD38-406E-9B8D-CA74B77DD7E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D7C5E1F8-9D4D-402E-9DEF-2332CDE86286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2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8E602E9-3297-4710-8CAF-6B878985400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F91BF3A6-D670-42AA-856A-966E205DA728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3558A948-49CA-4C12-BCD8-5662ABF27A7F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B90EC7CB-C7E3-443B-9334-AF5856E33213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DDB2B01C-1848-454B-BD13-8C4B85E3FDA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A5540772-D897-4693-9FDE-037245BFDC41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1" name="그림 60">
            <a:hlinkClick r:id="rId4" action="ppaction://hlinksldjump"/>
            <a:extLst>
              <a:ext uri="{FF2B5EF4-FFF2-40B4-BE49-F238E27FC236}">
                <a16:creationId xmlns:a16="http://schemas.microsoft.com/office/drawing/2014/main" id="{2053199F-E2EC-4661-BAE5-05133A9E50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2" name="그림 61">
            <a:hlinkClick r:id="rId3" action="ppaction://hlinksldjump"/>
            <a:extLst>
              <a:ext uri="{FF2B5EF4-FFF2-40B4-BE49-F238E27FC236}">
                <a16:creationId xmlns:a16="http://schemas.microsoft.com/office/drawing/2014/main" id="{53664CA7-7EB7-44A7-BF00-D825F43B86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3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178BA7E4-4FB2-4EA9-9B09-2C9510CFA08A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4" name="직사각형 63">
            <a:hlinkClick r:id="rId6" action="ppaction://hlinksldjump"/>
            <a:extLst>
              <a:ext uri="{FF2B5EF4-FFF2-40B4-BE49-F238E27FC236}">
                <a16:creationId xmlns:a16="http://schemas.microsoft.com/office/drawing/2014/main" id="{8C31B1F4-1CDA-49B3-B661-750635EE2751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5FD32BD7-2B29-4EA4-8C76-AC410309D67A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rId7" action="ppaction://hlinksldjump"/>
            <a:extLst>
              <a:ext uri="{FF2B5EF4-FFF2-40B4-BE49-F238E27FC236}">
                <a16:creationId xmlns:a16="http://schemas.microsoft.com/office/drawing/2014/main" id="{61C6E22C-B7F8-4DBC-8C1F-0CDA3E091E8A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hlinkClick r:id="rId8" action="ppaction://hlinksldjump"/>
            <a:extLst>
              <a:ext uri="{FF2B5EF4-FFF2-40B4-BE49-F238E27FC236}">
                <a16:creationId xmlns:a16="http://schemas.microsoft.com/office/drawing/2014/main" id="{856D7DCD-952A-4B46-AE29-A40487CC5D19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직사각형 67">
            <a:hlinkClick r:id="rId12" action="ppaction://hlinksldjump"/>
            <a:extLst>
              <a:ext uri="{FF2B5EF4-FFF2-40B4-BE49-F238E27FC236}">
                <a16:creationId xmlns:a16="http://schemas.microsoft.com/office/drawing/2014/main" id="{49BF1796-C8AD-430A-BDF8-F01C1399FC34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직사각형 68">
            <a:hlinkClick r:id="rId9" action="ppaction://hlinksldjump"/>
            <a:extLst>
              <a:ext uri="{FF2B5EF4-FFF2-40B4-BE49-F238E27FC236}">
                <a16:creationId xmlns:a16="http://schemas.microsoft.com/office/drawing/2014/main" id="{91961974-2CA5-497A-8090-72AD764C463C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직사각형 69">
            <a:hlinkClick r:id="rId10" action="ppaction://hlinksldjump"/>
            <a:extLst>
              <a:ext uri="{FF2B5EF4-FFF2-40B4-BE49-F238E27FC236}">
                <a16:creationId xmlns:a16="http://schemas.microsoft.com/office/drawing/2014/main" id="{034352E4-7CEE-4F30-8FC6-802742CD1A5C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11" action="ppaction://hlinksldjump"/>
            <a:extLst>
              <a:ext uri="{FF2B5EF4-FFF2-40B4-BE49-F238E27FC236}">
                <a16:creationId xmlns:a16="http://schemas.microsoft.com/office/drawing/2014/main" id="{30209D66-415B-409B-8A31-A0442EE248BA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13" action="ppaction://hlinksldjump"/>
            <a:extLst>
              <a:ext uri="{FF2B5EF4-FFF2-40B4-BE49-F238E27FC236}">
                <a16:creationId xmlns:a16="http://schemas.microsoft.com/office/drawing/2014/main" id="{84482C63-0884-4A4C-93DA-D473AF987195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hlinkClick r:id="rId3" action="ppaction://hlinksldjump"/>
            <a:extLst>
              <a:ext uri="{FF2B5EF4-FFF2-40B4-BE49-F238E27FC236}">
                <a16:creationId xmlns:a16="http://schemas.microsoft.com/office/drawing/2014/main" id="{04B19616-825A-4F85-B15A-EAFD8CD3044E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직사각형 29">
            <a:hlinkClick r:id="rId17" action="ppaction://hlinksldjump"/>
            <a:extLst>
              <a:ext uri="{FF2B5EF4-FFF2-40B4-BE49-F238E27FC236}">
                <a16:creationId xmlns:a16="http://schemas.microsoft.com/office/drawing/2014/main" id="{942495E8-C15C-44AD-9773-9534BE338B8E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직사각형 30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194FD5-31A8-430D-83F1-87D9C75F656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28548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>
            <a:hlinkClick r:id="rId3" action="ppaction://hlinksldjump"/>
            <a:extLst>
              <a:ext uri="{FF2B5EF4-FFF2-40B4-BE49-F238E27FC236}">
                <a16:creationId xmlns:a16="http://schemas.microsoft.com/office/drawing/2014/main" id="{AABA7118-1729-46FB-89B6-07B50FDA6336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65" name="TextBox 64">
            <a:hlinkClick r:id="rId4" action="ppaction://hlinksldjump"/>
            <a:extLst>
              <a:ext uri="{FF2B5EF4-FFF2-40B4-BE49-F238E27FC236}">
                <a16:creationId xmlns:a16="http://schemas.microsoft.com/office/drawing/2014/main" id="{5AF384A7-4EB1-44EA-B43E-7D6C6484B0F9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2"/>
          </a:xfrm>
          <a:prstGeom prst="rect">
            <a:avLst/>
          </a:prstGeom>
        </p:spPr>
      </p:pic>
      <p:sp>
        <p:nvSpPr>
          <p:cNvPr id="43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F75BD6B-BA1F-4245-BC1C-23F7A67E207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53" name="제목 개체 틀 11">
            <a:extLst>
              <a:ext uri="{FF2B5EF4-FFF2-40B4-BE49-F238E27FC236}">
                <a16:creationId xmlns:a16="http://schemas.microsoft.com/office/drawing/2014/main" id="{18C64C90-8A8A-48A4-A013-3C87938FBC4A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5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27FA598A-14A5-4415-ADEF-0860402029C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5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94517C6D-0F9F-443D-A431-7FFBC347706F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5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D023C352-2B81-4496-92EB-F73E5693928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D1DB7D9C-4F88-4E9E-B61C-712B4B88874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6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E0FA7818-D5A6-47E9-8FD4-5430FD142B9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6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1E0F904A-9080-4F59-AA27-0D0562AA7D4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6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4E973D4B-6120-4E8D-ACA6-F98A24A19B91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C63FDF3-A55E-4E3E-BF38-E45B0F9CF34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66" name="그림 65">
            <a:hlinkClick r:id="rId4" action="ppaction://hlinksldjump"/>
            <a:extLst>
              <a:ext uri="{FF2B5EF4-FFF2-40B4-BE49-F238E27FC236}">
                <a16:creationId xmlns:a16="http://schemas.microsoft.com/office/drawing/2014/main" id="{230341CA-CB93-4B6B-87F7-4026C37AD1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64A3FFD5-9376-42B1-A725-66D79B792DE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6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8121312-8784-4883-A2D8-353B0A71E97A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6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0AB46E4B-27BA-4F4A-B7E1-6C899F734866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7DE198D-870F-4932-99EB-3194A25CFAF8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3844E1AD-6BDF-41B6-A786-BD8519624B69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0CDB6ED-7ADF-4F35-8578-6A890E9994BE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29C25322-3F90-41F2-ABC5-8E203932D41B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169C9EC6-AAE6-461A-A9E0-A9889C1093F5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9DD0B6E4-6DED-4DE1-8E31-5DDCCA05EB4F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B2E78618-068B-4270-807D-544F7616D1BD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56FB246B-082E-4AF4-A0A0-E8D468BB28A4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CAAF9BDE-0440-4E03-BA71-ADC2E595402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D86DB860-DA80-4F3F-A7DC-743FECD739AD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52FD24CB-CA61-4D93-A8A9-7B3A692A9946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1C49E74B-4454-4D7E-8B96-74A5950AC0C8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075E1067-190A-4258-87DF-52534F041AA4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D44580C3-E110-414A-B3D9-6F139FE7EB52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6218EB38-EABF-4474-8527-259E90E1C3CD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A3BD3E2D-750B-4D6A-B873-D6FA210395EE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185F2E08-7BF0-45F0-9F81-535A570F3C2B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5" name="직사각형 104">
            <a:hlinkClick r:id="rId17" action="ppaction://hlinksldjump"/>
            <a:extLst>
              <a:ext uri="{FF2B5EF4-FFF2-40B4-BE49-F238E27FC236}">
                <a16:creationId xmlns:a16="http://schemas.microsoft.com/office/drawing/2014/main" id="{D4206CA1-1F2B-4C3C-B31F-ADF15F600B06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18" action="ppaction://hlinksldjump"/>
            <a:extLst>
              <a:ext uri="{FF2B5EF4-FFF2-40B4-BE49-F238E27FC236}">
                <a16:creationId xmlns:a16="http://schemas.microsoft.com/office/drawing/2014/main" id="{199D8199-7A64-44D6-A009-4EAA737DD3E1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9" action="ppaction://hlinksldjump"/>
            <a:extLst>
              <a:ext uri="{FF2B5EF4-FFF2-40B4-BE49-F238E27FC236}">
                <a16:creationId xmlns:a16="http://schemas.microsoft.com/office/drawing/2014/main" id="{F7EC92CC-B9AD-4A58-9911-A89911D0979D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0" action="ppaction://hlinksldjump"/>
            <a:extLst>
              <a:ext uri="{FF2B5EF4-FFF2-40B4-BE49-F238E27FC236}">
                <a16:creationId xmlns:a16="http://schemas.microsoft.com/office/drawing/2014/main" id="{B7A6DB6E-22E7-477E-B0F2-5C12A2DB4E47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1" action="ppaction://hlinksldjump"/>
            <a:extLst>
              <a:ext uri="{FF2B5EF4-FFF2-40B4-BE49-F238E27FC236}">
                <a16:creationId xmlns:a16="http://schemas.microsoft.com/office/drawing/2014/main" id="{3D64A244-4EAA-4B3D-BBCF-9CCF692E8255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22" action="ppaction://hlinksldjump"/>
            <a:extLst>
              <a:ext uri="{FF2B5EF4-FFF2-40B4-BE49-F238E27FC236}">
                <a16:creationId xmlns:a16="http://schemas.microsoft.com/office/drawing/2014/main" id="{6E79803E-2718-4015-A4B0-9E3458892BE5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3" action="ppaction://hlinksldjump"/>
            <a:extLst>
              <a:ext uri="{FF2B5EF4-FFF2-40B4-BE49-F238E27FC236}">
                <a16:creationId xmlns:a16="http://schemas.microsoft.com/office/drawing/2014/main" id="{87641208-2E89-406A-A6B1-1FB5B2F8C84B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4" action="ppaction://hlinksldjump"/>
            <a:extLst>
              <a:ext uri="{FF2B5EF4-FFF2-40B4-BE49-F238E27FC236}">
                <a16:creationId xmlns:a16="http://schemas.microsoft.com/office/drawing/2014/main" id="{D0111A8C-D76A-4458-AC71-35BB15A9B92B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5" action="ppaction://hlinksldjump"/>
            <a:extLst>
              <a:ext uri="{FF2B5EF4-FFF2-40B4-BE49-F238E27FC236}">
                <a16:creationId xmlns:a16="http://schemas.microsoft.com/office/drawing/2014/main" id="{1ED8EEC7-C613-426E-B091-944ABAB2FF13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6" action="ppaction://hlinksldjump"/>
            <a:extLst>
              <a:ext uri="{FF2B5EF4-FFF2-40B4-BE49-F238E27FC236}">
                <a16:creationId xmlns:a16="http://schemas.microsoft.com/office/drawing/2014/main" id="{1FF8C0C2-C9B7-4FD1-A4E5-1FF51A68AD50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7" action="ppaction://hlinksldjump"/>
            <a:extLst>
              <a:ext uri="{FF2B5EF4-FFF2-40B4-BE49-F238E27FC236}">
                <a16:creationId xmlns:a16="http://schemas.microsoft.com/office/drawing/2014/main" id="{B296D935-EA83-45E6-8763-B03D20AB5FD0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8" action="ppaction://hlinksldjump"/>
            <a:extLst>
              <a:ext uri="{FF2B5EF4-FFF2-40B4-BE49-F238E27FC236}">
                <a16:creationId xmlns:a16="http://schemas.microsoft.com/office/drawing/2014/main" id="{BE742415-CEF2-4F75-BD7B-BDB6A3D8DBCE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9" action="ppaction://hlinksldjump"/>
            <a:extLst>
              <a:ext uri="{FF2B5EF4-FFF2-40B4-BE49-F238E27FC236}">
                <a16:creationId xmlns:a16="http://schemas.microsoft.com/office/drawing/2014/main" id="{27B18E7B-AC7C-4397-9B56-52026C249CFB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0" action="ppaction://hlinksldjump"/>
            <a:extLst>
              <a:ext uri="{FF2B5EF4-FFF2-40B4-BE49-F238E27FC236}">
                <a16:creationId xmlns:a16="http://schemas.microsoft.com/office/drawing/2014/main" id="{7C5CBD61-75FC-4FB0-93AF-8A247E28DA88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1" action="ppaction://hlinksldjump"/>
            <a:extLst>
              <a:ext uri="{FF2B5EF4-FFF2-40B4-BE49-F238E27FC236}">
                <a16:creationId xmlns:a16="http://schemas.microsoft.com/office/drawing/2014/main" id="{66D34D3F-0B93-4758-A39A-727E28A2E60A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32" action="ppaction://hlinksldjump"/>
            <a:extLst>
              <a:ext uri="{FF2B5EF4-FFF2-40B4-BE49-F238E27FC236}">
                <a16:creationId xmlns:a16="http://schemas.microsoft.com/office/drawing/2014/main" id="{A31AB305-F81E-4B43-9A0D-341C7839B192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6" action="ppaction://hlinksldjump"/>
            <a:extLst>
              <a:ext uri="{FF2B5EF4-FFF2-40B4-BE49-F238E27FC236}">
                <a16:creationId xmlns:a16="http://schemas.microsoft.com/office/drawing/2014/main" id="{D44C995D-2DE2-487E-8AF1-B8D8785021D4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14" action="ppaction://hlinksldjump"/>
            <a:extLst>
              <a:ext uri="{FF2B5EF4-FFF2-40B4-BE49-F238E27FC236}">
                <a16:creationId xmlns:a16="http://schemas.microsoft.com/office/drawing/2014/main" id="{11F36A5E-D8F1-41D9-A505-0FA1207281A6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1710096E-6EB4-46A4-A91D-AEC5B25B98B9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8" action="ppaction://hlinksldjump"/>
            <a:extLst>
              <a:ext uri="{FF2B5EF4-FFF2-40B4-BE49-F238E27FC236}">
                <a16:creationId xmlns:a16="http://schemas.microsoft.com/office/drawing/2014/main" id="{2B5CF53A-30D1-48FD-8360-6DFA8F6E5425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2" action="ppaction://hlinksldjump"/>
            <a:extLst>
              <a:ext uri="{FF2B5EF4-FFF2-40B4-BE49-F238E27FC236}">
                <a16:creationId xmlns:a16="http://schemas.microsoft.com/office/drawing/2014/main" id="{DB8159A8-0F5F-4A39-A874-7AB4EE29667B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9" action="ppaction://hlinksldjump"/>
            <a:extLst>
              <a:ext uri="{FF2B5EF4-FFF2-40B4-BE49-F238E27FC236}">
                <a16:creationId xmlns:a16="http://schemas.microsoft.com/office/drawing/2014/main" id="{C20A00A3-BBDD-4696-9D5D-C6EC1156604F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0" action="ppaction://hlinksldjump"/>
            <a:extLst>
              <a:ext uri="{FF2B5EF4-FFF2-40B4-BE49-F238E27FC236}">
                <a16:creationId xmlns:a16="http://schemas.microsoft.com/office/drawing/2014/main" id="{B8E8CFC4-7C38-435D-B04A-CB6AE7B7668D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1" action="ppaction://hlinksldjump"/>
            <a:extLst>
              <a:ext uri="{FF2B5EF4-FFF2-40B4-BE49-F238E27FC236}">
                <a16:creationId xmlns:a16="http://schemas.microsoft.com/office/drawing/2014/main" id="{92F565D7-912D-4BC2-B7D3-C68184C1BB93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3" action="ppaction://hlinksldjump"/>
            <a:extLst>
              <a:ext uri="{FF2B5EF4-FFF2-40B4-BE49-F238E27FC236}">
                <a16:creationId xmlns:a16="http://schemas.microsoft.com/office/drawing/2014/main" id="{9B0F82B1-BDAF-48E8-AD68-C8440C16E689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1D8C0022-6728-4E20-A891-D8BDD0AE2A62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0DF14985-FE6D-4B7A-9C1A-5C05FF7064CB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089AE66-0F54-4787-B8DB-5F2C87D44CA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6D1BDEA9-3E04-4CBC-AC3B-EE5655352226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5" name="직사각형 74">
            <a:hlinkClick r:id="rId34" action="ppaction://hlinksldjump"/>
            <a:extLst>
              <a:ext uri="{FF2B5EF4-FFF2-40B4-BE49-F238E27FC236}">
                <a16:creationId xmlns:a16="http://schemas.microsoft.com/office/drawing/2014/main" id="{0700C228-84F4-4DB3-A0EB-9D48233B86EE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226464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20EB93C5-6F12-4A46-9899-7346EC3B603E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47" name="TextBox 46">
            <a:hlinkClick r:id="rId4" action="ppaction://hlinksldjump"/>
            <a:extLst>
              <a:ext uri="{FF2B5EF4-FFF2-40B4-BE49-F238E27FC236}">
                <a16:creationId xmlns:a16="http://schemas.microsoft.com/office/drawing/2014/main" id="{ADBF01D5-36E3-4444-9754-DB3ED314BEBC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1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7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468DC706-319B-4D73-8D20-EE270009B726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extLst>
              <a:ext uri="{FF2B5EF4-FFF2-40B4-BE49-F238E27FC236}">
                <a16:creationId xmlns:a16="http://schemas.microsoft.com/office/drawing/2014/main" id="{9B9B3ACC-0954-4800-B9C6-549D13DA04F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E297984-4530-4EDD-BECB-B0214F70D81A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0B7509B3-7E7F-49C7-BFCD-03E233E40C7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F95939B-0230-4B35-BAAE-609662B56C0F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2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E544873D-61AD-4071-9C03-96A9071E877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9ABE674E-AA54-4067-8ED6-BDCDC083CAE8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E1EBD64-01EE-4D48-913A-448F4C279055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9C11178-7AFD-4D41-B1FC-DF16F7831B9A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D4025C93-AF9E-44D5-B028-404A8437BD93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48" name="그림 47">
            <a:hlinkClick r:id="rId4" action="ppaction://hlinksldjump"/>
            <a:extLst>
              <a:ext uri="{FF2B5EF4-FFF2-40B4-BE49-F238E27FC236}">
                <a16:creationId xmlns:a16="http://schemas.microsoft.com/office/drawing/2014/main" id="{D7B1EDEA-8959-4194-8FD8-41CE06B38C0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1" name="그림 50">
            <a:hlinkClick r:id="rId3" action="ppaction://hlinksldjump"/>
            <a:extLst>
              <a:ext uri="{FF2B5EF4-FFF2-40B4-BE49-F238E27FC236}">
                <a16:creationId xmlns:a16="http://schemas.microsoft.com/office/drawing/2014/main" id="{CDC44BE1-5C48-45FA-AC56-29D924FCF3E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2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55F76F8-3350-4BAE-A4C9-6469B02D5E35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3" name="직사각형 52">
            <a:hlinkClick r:id="rId6" action="ppaction://hlinksldjump"/>
            <a:extLst>
              <a:ext uri="{FF2B5EF4-FFF2-40B4-BE49-F238E27FC236}">
                <a16:creationId xmlns:a16="http://schemas.microsoft.com/office/drawing/2014/main" id="{93F1A5B7-2F10-4FA7-960A-E01D608ED962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4" action="ppaction://hlinksldjump"/>
            <a:extLst>
              <a:ext uri="{FF2B5EF4-FFF2-40B4-BE49-F238E27FC236}">
                <a16:creationId xmlns:a16="http://schemas.microsoft.com/office/drawing/2014/main" id="{34FE4D37-BCF6-49AA-A930-8149B725021F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7" action="ppaction://hlinksldjump"/>
            <a:extLst>
              <a:ext uri="{FF2B5EF4-FFF2-40B4-BE49-F238E27FC236}">
                <a16:creationId xmlns:a16="http://schemas.microsoft.com/office/drawing/2014/main" id="{D20F9D8E-EABB-4071-8156-418380A67C90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8" action="ppaction://hlinksldjump"/>
            <a:extLst>
              <a:ext uri="{FF2B5EF4-FFF2-40B4-BE49-F238E27FC236}">
                <a16:creationId xmlns:a16="http://schemas.microsoft.com/office/drawing/2014/main" id="{1B7798F2-AD14-4A5A-9001-90EC4C49BFE7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2" action="ppaction://hlinksldjump"/>
            <a:extLst>
              <a:ext uri="{FF2B5EF4-FFF2-40B4-BE49-F238E27FC236}">
                <a16:creationId xmlns:a16="http://schemas.microsoft.com/office/drawing/2014/main" id="{E3E22621-D8B1-4897-BB37-EB6707E1DCE9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6EB0E022-58B0-4A68-85DF-ECFD0CCD2C83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5AC12C32-A708-4918-8FB7-810EE33F118F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1" action="ppaction://hlinksldjump"/>
            <a:extLst>
              <a:ext uri="{FF2B5EF4-FFF2-40B4-BE49-F238E27FC236}">
                <a16:creationId xmlns:a16="http://schemas.microsoft.com/office/drawing/2014/main" id="{367E9ECF-9285-4E41-BF78-5E8402BADE91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3" action="ppaction://hlinksldjump"/>
            <a:extLst>
              <a:ext uri="{FF2B5EF4-FFF2-40B4-BE49-F238E27FC236}">
                <a16:creationId xmlns:a16="http://schemas.microsoft.com/office/drawing/2014/main" id="{99351992-8241-4B8D-8464-81B16774F6CB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AAEF68B0-0FCB-459E-A900-38FFA7BD58A4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486F6AAC-BF73-4E30-922F-13F541E651B7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2D57C14-1662-4EC5-B369-1E7021C4420D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343926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Box 90">
            <a:hlinkClick r:id="rId3" action="ppaction://hlinksldjump"/>
            <a:extLst>
              <a:ext uri="{FF2B5EF4-FFF2-40B4-BE49-F238E27FC236}">
                <a16:creationId xmlns:a16="http://schemas.microsoft.com/office/drawing/2014/main" id="{50F62FD0-361E-4C27-83B0-AA69DF94596E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92" name="TextBox 91">
            <a:hlinkClick r:id="rId4" action="ppaction://hlinksldjump"/>
            <a:extLst>
              <a:ext uri="{FF2B5EF4-FFF2-40B4-BE49-F238E27FC236}">
                <a16:creationId xmlns:a16="http://schemas.microsoft.com/office/drawing/2014/main" id="{64E58BE8-D4A2-4E6F-B144-567B75EC6066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2"/>
          </a:xfrm>
          <a:prstGeom prst="rect">
            <a:avLst/>
          </a:prstGeom>
        </p:spPr>
      </p:pic>
      <p:sp>
        <p:nvSpPr>
          <p:cNvPr id="6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9A192B1-941C-4798-9545-4DD6E5FC8A7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65" name="제목 개체 틀 11">
            <a:extLst>
              <a:ext uri="{FF2B5EF4-FFF2-40B4-BE49-F238E27FC236}">
                <a16:creationId xmlns:a16="http://schemas.microsoft.com/office/drawing/2014/main" id="{753325B4-4066-49FB-9C00-043713AC39C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6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0C28F21B-F447-4169-9D70-BB24698822B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6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22440226-A7D7-47CA-B96C-906D6CDC902F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6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24BA0C48-938E-423E-82B7-EB71F8D9A94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6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C51B93F-FB74-499C-935B-6D218BECD50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7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D0CC2B9E-FA0E-4B0B-B2E3-77847F84539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88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63365AC1-0B38-4270-9A77-C1CD7276D02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2BB8585D-54A7-4891-9692-9E412FD156D1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1ACF7883-4C90-45E6-86FE-9A4199C68528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pic>
        <p:nvPicPr>
          <p:cNvPr id="93" name="그림 92">
            <a:hlinkClick r:id="rId4" action="ppaction://hlinksldjump"/>
            <a:extLst>
              <a:ext uri="{FF2B5EF4-FFF2-40B4-BE49-F238E27FC236}">
                <a16:creationId xmlns:a16="http://schemas.microsoft.com/office/drawing/2014/main" id="{005A8410-8B89-4B7D-AA3E-53B1C4030B9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94" name="그림 93">
            <a:hlinkClick r:id="rId3" action="ppaction://hlinksldjump"/>
            <a:extLst>
              <a:ext uri="{FF2B5EF4-FFF2-40B4-BE49-F238E27FC236}">
                <a16:creationId xmlns:a16="http://schemas.microsoft.com/office/drawing/2014/main" id="{74441551-E3E3-4BBA-A6FC-BD205D4B318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95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43946114-CA07-4318-996D-E351815E1F4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96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A1931B8-C232-4882-90D4-A4D9A1027DF1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7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4876FD0-9615-47D1-99F9-5FAE40377FE0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7417CE71-D40E-44D9-8688-9E80373903D6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9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A7F2EAC3-66AD-4460-9FA6-6DD9FD48EB89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EB0FC0C0-195E-4AD5-BDCF-E72ACA163272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DC39EAC8-1F92-410C-9605-D604E123A588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1E1AEDB1-ACCC-4A64-9362-C100A74C3FF1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8EA91325-9D40-423A-BE66-E0B713E5FCB6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05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83693E3A-013A-4B8B-80C4-500082E0548E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E5A92EAD-6988-4EF4-A454-CE485F7B5E51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8C0803E3-7577-4DD0-B8D7-9E1D0879E244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C186AF8A-E905-47E9-BB92-A3C6461AB1F6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0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2F36D578-47DB-403A-9F19-FC73335EFAC4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26E97660-BFAE-4425-BBD2-7FBC6D874A74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2EC58888-3840-4A37-B1CB-ACB71BEDA217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3C325FF3-0BF2-4AB7-ADD3-531C66D8120E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813D9A8A-08E8-4142-A70A-863BA90BA37C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A2714CF6-36A3-469F-A347-C89376341C2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15" name="직사각형 114">
            <a:hlinkClick r:id="rId17" action="ppaction://hlinksldjump"/>
            <a:extLst>
              <a:ext uri="{FF2B5EF4-FFF2-40B4-BE49-F238E27FC236}">
                <a16:creationId xmlns:a16="http://schemas.microsoft.com/office/drawing/2014/main" id="{7D00CE0D-34B3-4CE2-B479-B5EB3FAAA642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18" action="ppaction://hlinksldjump"/>
            <a:extLst>
              <a:ext uri="{FF2B5EF4-FFF2-40B4-BE49-F238E27FC236}">
                <a16:creationId xmlns:a16="http://schemas.microsoft.com/office/drawing/2014/main" id="{467E4EB7-076D-47B8-A778-FF555FE9D35D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19" action="ppaction://hlinksldjump"/>
            <a:extLst>
              <a:ext uri="{FF2B5EF4-FFF2-40B4-BE49-F238E27FC236}">
                <a16:creationId xmlns:a16="http://schemas.microsoft.com/office/drawing/2014/main" id="{8F4C3639-33E9-4692-80A0-FB7C6AEE9F28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0" action="ppaction://hlinksldjump"/>
            <a:extLst>
              <a:ext uri="{FF2B5EF4-FFF2-40B4-BE49-F238E27FC236}">
                <a16:creationId xmlns:a16="http://schemas.microsoft.com/office/drawing/2014/main" id="{D86893A7-D7C5-417F-86AE-27B8A509267F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21" action="ppaction://hlinksldjump"/>
            <a:extLst>
              <a:ext uri="{FF2B5EF4-FFF2-40B4-BE49-F238E27FC236}">
                <a16:creationId xmlns:a16="http://schemas.microsoft.com/office/drawing/2014/main" id="{73C0BE50-92EE-4B7E-95CB-C582FF28B81C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22" action="ppaction://hlinksldjump"/>
            <a:extLst>
              <a:ext uri="{FF2B5EF4-FFF2-40B4-BE49-F238E27FC236}">
                <a16:creationId xmlns:a16="http://schemas.microsoft.com/office/drawing/2014/main" id="{FE768AD6-A87A-48E4-B4BF-27523726F106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23" action="ppaction://hlinksldjump"/>
            <a:extLst>
              <a:ext uri="{FF2B5EF4-FFF2-40B4-BE49-F238E27FC236}">
                <a16:creationId xmlns:a16="http://schemas.microsoft.com/office/drawing/2014/main" id="{0AFC8E94-65B5-408C-9AB0-B535A215A9ED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24" action="ppaction://hlinksldjump"/>
            <a:extLst>
              <a:ext uri="{FF2B5EF4-FFF2-40B4-BE49-F238E27FC236}">
                <a16:creationId xmlns:a16="http://schemas.microsoft.com/office/drawing/2014/main" id="{B7C4CBCF-B93A-4F2C-94E5-207ED1179443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5" action="ppaction://hlinksldjump"/>
            <a:extLst>
              <a:ext uri="{FF2B5EF4-FFF2-40B4-BE49-F238E27FC236}">
                <a16:creationId xmlns:a16="http://schemas.microsoft.com/office/drawing/2014/main" id="{92BF9898-0307-436E-B768-EED801CDA93D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6" action="ppaction://hlinksldjump"/>
            <a:extLst>
              <a:ext uri="{FF2B5EF4-FFF2-40B4-BE49-F238E27FC236}">
                <a16:creationId xmlns:a16="http://schemas.microsoft.com/office/drawing/2014/main" id="{B0328C43-A62C-44A8-965E-AF2DAFC7AE4A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7" action="ppaction://hlinksldjump"/>
            <a:extLst>
              <a:ext uri="{FF2B5EF4-FFF2-40B4-BE49-F238E27FC236}">
                <a16:creationId xmlns:a16="http://schemas.microsoft.com/office/drawing/2014/main" id="{D16177CA-2D21-4B32-99CD-817D7A673F29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8" action="ppaction://hlinksldjump"/>
            <a:extLst>
              <a:ext uri="{FF2B5EF4-FFF2-40B4-BE49-F238E27FC236}">
                <a16:creationId xmlns:a16="http://schemas.microsoft.com/office/drawing/2014/main" id="{9680A99D-5CED-488B-BD9F-3ED51DD9FF20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29" action="ppaction://hlinksldjump"/>
            <a:extLst>
              <a:ext uri="{FF2B5EF4-FFF2-40B4-BE49-F238E27FC236}">
                <a16:creationId xmlns:a16="http://schemas.microsoft.com/office/drawing/2014/main" id="{69DB5BF2-A307-4696-B65A-F02D3072A3DB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30" action="ppaction://hlinksldjump"/>
            <a:extLst>
              <a:ext uri="{FF2B5EF4-FFF2-40B4-BE49-F238E27FC236}">
                <a16:creationId xmlns:a16="http://schemas.microsoft.com/office/drawing/2014/main" id="{C765FEAC-ECDA-4A13-A6DC-9573A3A807DB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31" action="ppaction://hlinksldjump"/>
            <a:extLst>
              <a:ext uri="{FF2B5EF4-FFF2-40B4-BE49-F238E27FC236}">
                <a16:creationId xmlns:a16="http://schemas.microsoft.com/office/drawing/2014/main" id="{2E65B24D-23A1-49B1-BD67-55106B96E243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32" action="ppaction://hlinksldjump"/>
            <a:extLst>
              <a:ext uri="{FF2B5EF4-FFF2-40B4-BE49-F238E27FC236}">
                <a16:creationId xmlns:a16="http://schemas.microsoft.com/office/drawing/2014/main" id="{8A422107-AAA3-4903-9F32-7FBA4D0B3D20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6" action="ppaction://hlinksldjump"/>
            <a:extLst>
              <a:ext uri="{FF2B5EF4-FFF2-40B4-BE49-F238E27FC236}">
                <a16:creationId xmlns:a16="http://schemas.microsoft.com/office/drawing/2014/main" id="{E0155822-A3A9-4559-8BB3-64DE4EE16359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14" action="ppaction://hlinksldjump"/>
            <a:extLst>
              <a:ext uri="{FF2B5EF4-FFF2-40B4-BE49-F238E27FC236}">
                <a16:creationId xmlns:a16="http://schemas.microsoft.com/office/drawing/2014/main" id="{780A8E04-D846-450D-BBFC-24BCBAE958F3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7" action="ppaction://hlinksldjump"/>
            <a:extLst>
              <a:ext uri="{FF2B5EF4-FFF2-40B4-BE49-F238E27FC236}">
                <a16:creationId xmlns:a16="http://schemas.microsoft.com/office/drawing/2014/main" id="{B1320CE1-3217-4445-9DEA-C1D4A7B6AFFD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8" action="ppaction://hlinksldjump"/>
            <a:extLst>
              <a:ext uri="{FF2B5EF4-FFF2-40B4-BE49-F238E27FC236}">
                <a16:creationId xmlns:a16="http://schemas.microsoft.com/office/drawing/2014/main" id="{347F5B3D-6E81-4A19-9919-21E180EC0BE3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12" action="ppaction://hlinksldjump"/>
            <a:extLst>
              <a:ext uri="{FF2B5EF4-FFF2-40B4-BE49-F238E27FC236}">
                <a16:creationId xmlns:a16="http://schemas.microsoft.com/office/drawing/2014/main" id="{F0FBD380-792E-4A86-9547-B357BF341122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9" action="ppaction://hlinksldjump"/>
            <a:extLst>
              <a:ext uri="{FF2B5EF4-FFF2-40B4-BE49-F238E27FC236}">
                <a16:creationId xmlns:a16="http://schemas.microsoft.com/office/drawing/2014/main" id="{A4704251-B305-4A16-8104-3E51AA0E3A2E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10" action="ppaction://hlinksldjump"/>
            <a:extLst>
              <a:ext uri="{FF2B5EF4-FFF2-40B4-BE49-F238E27FC236}">
                <a16:creationId xmlns:a16="http://schemas.microsoft.com/office/drawing/2014/main" id="{6CD14B4A-E4D9-4F07-8C16-D147D995EC97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11" action="ppaction://hlinksldjump"/>
            <a:extLst>
              <a:ext uri="{FF2B5EF4-FFF2-40B4-BE49-F238E27FC236}">
                <a16:creationId xmlns:a16="http://schemas.microsoft.com/office/drawing/2014/main" id="{F01A2876-2E2F-4A03-A98C-D6B516DD2AC0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13" action="ppaction://hlinksldjump"/>
            <a:extLst>
              <a:ext uri="{FF2B5EF4-FFF2-40B4-BE49-F238E27FC236}">
                <a16:creationId xmlns:a16="http://schemas.microsoft.com/office/drawing/2014/main" id="{DD265583-980F-4147-80A9-29009C1A35AC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3" action="ppaction://hlinksldjump"/>
            <a:extLst>
              <a:ext uri="{FF2B5EF4-FFF2-40B4-BE49-F238E27FC236}">
                <a16:creationId xmlns:a16="http://schemas.microsoft.com/office/drawing/2014/main" id="{926EE052-0801-4BCF-9CA5-61DF12498591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3" action="ppaction://hlinksldjump"/>
            <a:extLst>
              <a:ext uri="{FF2B5EF4-FFF2-40B4-BE49-F238E27FC236}">
                <a16:creationId xmlns:a16="http://schemas.microsoft.com/office/drawing/2014/main" id="{06F3C8F1-32DC-4842-A661-125299AC50A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E4DC4953-4B01-4683-A5B1-6219F7EE437A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9783C477-66D3-4906-9571-338E8423FDDC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4" name="직사각형 73">
            <a:hlinkClick r:id="rId34" action="ppaction://hlinksldjump"/>
            <a:extLst>
              <a:ext uri="{FF2B5EF4-FFF2-40B4-BE49-F238E27FC236}">
                <a16:creationId xmlns:a16="http://schemas.microsoft.com/office/drawing/2014/main" id="{C7182BEB-9FFC-4344-8822-B2C62C4DAF4F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350533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hlinkClick r:id="rId3" action="ppaction://hlinksldjump"/>
            <a:extLst>
              <a:ext uri="{FF2B5EF4-FFF2-40B4-BE49-F238E27FC236}">
                <a16:creationId xmlns:a16="http://schemas.microsoft.com/office/drawing/2014/main" id="{E7A028D6-7E4B-4AA0-9130-D708AC6FAB30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28" name="TextBox 27">
            <a:hlinkClick r:id="rId4" action="ppaction://hlinksldjump"/>
            <a:extLst>
              <a:ext uri="{FF2B5EF4-FFF2-40B4-BE49-F238E27FC236}">
                <a16:creationId xmlns:a16="http://schemas.microsoft.com/office/drawing/2014/main" id="{92EA0A56-DCDC-49C0-9D70-C9BA2D96516B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0"/>
          </a:xfrm>
          <a:prstGeom prst="rect">
            <a:avLst/>
          </a:prstGeom>
        </p:spPr>
      </p:pic>
      <p:sp>
        <p:nvSpPr>
          <p:cNvPr id="24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395A1EB1-9067-45BF-95DF-DCF158370FA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3753B6C-C0EF-494F-AD08-5BB0AFDFEDCC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pic>
        <p:nvPicPr>
          <p:cNvPr id="29" name="그림 28">
            <a:hlinkClick r:id="rId4" action="ppaction://hlinksldjump"/>
            <a:extLst>
              <a:ext uri="{FF2B5EF4-FFF2-40B4-BE49-F238E27FC236}">
                <a16:creationId xmlns:a16="http://schemas.microsoft.com/office/drawing/2014/main" id="{74D72573-FA9C-45A0-A4A1-19472D1662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30" name="그림 29">
            <a:hlinkClick r:id="rId3" action="ppaction://hlinksldjump"/>
            <a:extLst>
              <a:ext uri="{FF2B5EF4-FFF2-40B4-BE49-F238E27FC236}">
                <a16:creationId xmlns:a16="http://schemas.microsoft.com/office/drawing/2014/main" id="{601BE332-2527-4D32-8C83-5CEAD13CC9D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31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535AE6BC-D5DC-4AC9-A75F-ED8AC3DEC8C1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32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B180C01C-A40D-46F3-B648-8D7BE2402CA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33" name="제목 개체 틀 11">
            <a:extLst>
              <a:ext uri="{FF2B5EF4-FFF2-40B4-BE49-F238E27FC236}">
                <a16:creationId xmlns:a16="http://schemas.microsoft.com/office/drawing/2014/main" id="{566C0F97-113E-460D-A4C4-1BD5076F2B0B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35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A41C657-9077-4CBF-A296-644045FD669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36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1FAA5A95-4049-4E67-B4A4-6052F1FEE66A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8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8ED0F307-8406-45FC-9659-5EC499DE62A3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1F21C1EF-397D-4CA8-8145-4A68D9FFEF58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E601419E-80BF-4F63-8862-1E8D3B6DF0EC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1A65DCE5-317E-4FD7-8A29-443A5F9CB429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AF0375E4-ACA2-4E90-89FF-F268A93D6608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52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87E6E712-9872-4BE1-8EEE-FE872C58B27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53" name="직사각형 52">
            <a:hlinkClick r:id="rId8" action="ppaction://hlinksldjump"/>
            <a:extLst>
              <a:ext uri="{FF2B5EF4-FFF2-40B4-BE49-F238E27FC236}">
                <a16:creationId xmlns:a16="http://schemas.microsoft.com/office/drawing/2014/main" id="{BFAFFDED-6A8E-496A-8C24-F948FD8076A6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hlinkClick r:id="rId16" action="ppaction://hlinksldjump"/>
            <a:extLst>
              <a:ext uri="{FF2B5EF4-FFF2-40B4-BE49-F238E27FC236}">
                <a16:creationId xmlns:a16="http://schemas.microsoft.com/office/drawing/2014/main" id="{4D98B0F4-62F1-4DAF-AAAA-F074B42A58AC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hlinkClick r:id="rId9" action="ppaction://hlinksldjump"/>
            <a:extLst>
              <a:ext uri="{FF2B5EF4-FFF2-40B4-BE49-F238E27FC236}">
                <a16:creationId xmlns:a16="http://schemas.microsoft.com/office/drawing/2014/main" id="{E86390AE-4188-4E9B-9D98-FFA3B8937F02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10" action="ppaction://hlinksldjump"/>
            <a:extLst>
              <a:ext uri="{FF2B5EF4-FFF2-40B4-BE49-F238E27FC236}">
                <a16:creationId xmlns:a16="http://schemas.microsoft.com/office/drawing/2014/main" id="{65B0837D-5C28-46C4-9CCA-E3EB1494E189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14" action="ppaction://hlinksldjump"/>
            <a:extLst>
              <a:ext uri="{FF2B5EF4-FFF2-40B4-BE49-F238E27FC236}">
                <a16:creationId xmlns:a16="http://schemas.microsoft.com/office/drawing/2014/main" id="{C650E549-4CFC-4D79-8867-E7F59AFA77FA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11" action="ppaction://hlinksldjump"/>
            <a:extLst>
              <a:ext uri="{FF2B5EF4-FFF2-40B4-BE49-F238E27FC236}">
                <a16:creationId xmlns:a16="http://schemas.microsoft.com/office/drawing/2014/main" id="{E269982D-93AA-42F6-A3D8-0E4DCF4FF185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2" action="ppaction://hlinksldjump"/>
            <a:extLst>
              <a:ext uri="{FF2B5EF4-FFF2-40B4-BE49-F238E27FC236}">
                <a16:creationId xmlns:a16="http://schemas.microsoft.com/office/drawing/2014/main" id="{8984063E-F2DD-4C7A-9AB2-2C59880543A0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3" action="ppaction://hlinksldjump"/>
            <a:extLst>
              <a:ext uri="{FF2B5EF4-FFF2-40B4-BE49-F238E27FC236}">
                <a16:creationId xmlns:a16="http://schemas.microsoft.com/office/drawing/2014/main" id="{12F1B0BD-86A8-43D8-86AC-9189EABB02E2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5" action="ppaction://hlinksldjump"/>
            <a:extLst>
              <a:ext uri="{FF2B5EF4-FFF2-40B4-BE49-F238E27FC236}">
                <a16:creationId xmlns:a16="http://schemas.microsoft.com/office/drawing/2014/main" id="{A439C3D3-44A9-4E44-AD2A-186E47229D80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hlinkClick r:id="rId3" action="ppaction://hlinksldjump"/>
            <a:extLst>
              <a:ext uri="{FF2B5EF4-FFF2-40B4-BE49-F238E27FC236}">
                <a16:creationId xmlns:a16="http://schemas.microsoft.com/office/drawing/2014/main" id="{BB5642D1-3C49-4F89-BD5D-F4940232C690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hlinkClick r:id="rId17" action="ppaction://hlinksldjump"/>
            <a:extLst>
              <a:ext uri="{FF2B5EF4-FFF2-40B4-BE49-F238E27FC236}">
                <a16:creationId xmlns:a16="http://schemas.microsoft.com/office/drawing/2014/main" id="{7719A19C-806C-4908-9BE1-F43B9D4671E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C17784F-E92A-4B5D-8AA1-AE7E82270FA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909272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Box 42">
            <a:hlinkClick r:id="rId3" action="ppaction://hlinksldjump"/>
            <a:extLst>
              <a:ext uri="{FF2B5EF4-FFF2-40B4-BE49-F238E27FC236}">
                <a16:creationId xmlns:a16="http://schemas.microsoft.com/office/drawing/2014/main" id="{9A8B2066-1447-4291-8460-773DAFDC006E}"/>
              </a:ext>
            </a:extLst>
          </p:cNvPr>
          <p:cNvSpPr txBox="1"/>
          <p:nvPr userDrawn="1"/>
        </p:nvSpPr>
        <p:spPr>
          <a:xfrm>
            <a:off x="22625" y="486068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sp>
        <p:nvSpPr>
          <p:cNvPr id="53" name="TextBox 52">
            <a:hlinkClick r:id="rId4" action="ppaction://hlinksldjump"/>
            <a:extLst>
              <a:ext uri="{FF2B5EF4-FFF2-40B4-BE49-F238E27FC236}">
                <a16:creationId xmlns:a16="http://schemas.microsoft.com/office/drawing/2014/main" id="{B84E5D20-214B-4E64-9B4A-0193E4DFD9AA}"/>
              </a:ext>
            </a:extLst>
          </p:cNvPr>
          <p:cNvSpPr txBox="1"/>
          <p:nvPr userDrawn="1"/>
        </p:nvSpPr>
        <p:spPr>
          <a:xfrm>
            <a:off x="19067" y="16620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pic>
        <p:nvPicPr>
          <p:cNvPr id="56" name="그림 55">
            <a:hlinkClick r:id="rId4" action="ppaction://hlinksldjump"/>
            <a:extLst>
              <a:ext uri="{FF2B5EF4-FFF2-40B4-BE49-F238E27FC236}">
                <a16:creationId xmlns:a16="http://schemas.microsoft.com/office/drawing/2014/main" id="{9BE16C0E-5BB3-4A4F-A05D-AA9A0ECF33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338"/>
            <a:ext cx="482733" cy="464197"/>
          </a:xfrm>
          <a:prstGeom prst="rect">
            <a:avLst/>
          </a:prstGeom>
        </p:spPr>
      </p:pic>
      <p:pic>
        <p:nvPicPr>
          <p:cNvPr id="57" name="그림 56">
            <a:hlinkClick r:id="rId3" action="ppaction://hlinksldjump"/>
            <a:extLst>
              <a:ext uri="{FF2B5EF4-FFF2-40B4-BE49-F238E27FC236}">
                <a16:creationId xmlns:a16="http://schemas.microsoft.com/office/drawing/2014/main" id="{05814B08-11D8-4F42-8178-AC8CA8ADBE1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76" y="508880"/>
            <a:ext cx="482733" cy="464198"/>
          </a:xfrm>
          <a:prstGeom prst="rect">
            <a:avLst/>
          </a:prstGeom>
        </p:spPr>
      </p:pic>
      <p:sp>
        <p:nvSpPr>
          <p:cNvPr id="58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55F52DD6-3D74-4FEC-8F75-FD26221A52D6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인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BC980690-6C4F-456F-979D-F88DC4442CD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0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A988C55D-F27C-45A9-993E-10DF616DCD95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D5BD58D5-A52C-4E64-97B8-AA9C17E28D7B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62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94E9249-4401-4232-9797-88F65D4E939B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63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D57C5B49-A70D-4738-8DEA-728A2B70894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64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CB4751AD-71D9-4C68-805B-461D34A80DF0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65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84C558F-A04F-476A-BABE-9F8ABE9834B6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66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D8F30088-415E-4CF1-8630-CF7DBD86EF9B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6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3E0C9825-AFED-4F32-A919-1321D618ED17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6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9E45AA21-B11A-4746-BAF4-A6EFF5664730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70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FD02C3A0-DE1F-4ED3-BB85-1D1620766625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88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420285A8-A562-4913-9458-4EC9452B824C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89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D126B42-8C70-4862-B38A-1B90B36C9C7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DC4E7F13-FA1D-4C8C-BB45-1F9563E0F095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43D7683-3680-4F8C-9907-5B5D9BC46E2B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27E6254D-4829-46FD-8AE8-26DE2B0AD767}"/>
              </a:ext>
            </a:extLst>
          </p:cNvPr>
          <p:cNvSpPr txBox="1">
            <a:spLocks/>
          </p:cNvSpPr>
          <p:nvPr userDrawn="1"/>
        </p:nvSpPr>
        <p:spPr>
          <a:xfrm>
            <a:off x="10162521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93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625D2190-613A-493C-B265-097F949AE0EE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00CE2F8D-7C89-4C00-AC8C-9278F5BA1B59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6710FDFD-522F-431C-B6E9-00CD03ACCF94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extLst>
              <a:ext uri="{FF2B5EF4-FFF2-40B4-BE49-F238E27FC236}">
                <a16:creationId xmlns:a16="http://schemas.microsoft.com/office/drawing/2014/main" id="{CE252336-E465-4512-AEE9-EA082E71751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338D3116-3DF0-472F-BA31-751515BCC02A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8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8094814E-31C6-4578-BE39-52A719CEEA4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9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74704628-BCF7-436B-B882-A21BF16658D7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100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7BE91B76-228F-4BB6-A3DD-946C6F16EA8D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101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0466E482-FED1-46D4-ADEC-C7233D9C791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102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E32A072A-D0F2-4F86-91D4-D254EEC5158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103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55AC730D-AD95-4826-94B9-712A2F17C0DF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104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9AA7E985-672A-4A5A-B17B-630240C2860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105" name="직사각형 104">
            <a:hlinkClick r:id="rId8" action="ppaction://hlinksldjump"/>
            <a:extLst>
              <a:ext uri="{FF2B5EF4-FFF2-40B4-BE49-F238E27FC236}">
                <a16:creationId xmlns:a16="http://schemas.microsoft.com/office/drawing/2014/main" id="{280BB93E-F5F6-48A7-AA48-1C8E93D44D7F}"/>
              </a:ext>
            </a:extLst>
          </p:cNvPr>
          <p:cNvSpPr/>
          <p:nvPr userDrawn="1"/>
        </p:nvSpPr>
        <p:spPr>
          <a:xfrm>
            <a:off x="68726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9" action="ppaction://hlinksldjump"/>
            <a:extLst>
              <a:ext uri="{FF2B5EF4-FFF2-40B4-BE49-F238E27FC236}">
                <a16:creationId xmlns:a16="http://schemas.microsoft.com/office/drawing/2014/main" id="{2425D660-2F07-4B0A-A883-1BC3850D8BB4}"/>
              </a:ext>
            </a:extLst>
          </p:cNvPr>
          <p:cNvSpPr/>
          <p:nvPr userDrawn="1"/>
        </p:nvSpPr>
        <p:spPr>
          <a:xfrm>
            <a:off x="136499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10" action="ppaction://hlinksldjump"/>
            <a:extLst>
              <a:ext uri="{FF2B5EF4-FFF2-40B4-BE49-F238E27FC236}">
                <a16:creationId xmlns:a16="http://schemas.microsoft.com/office/drawing/2014/main" id="{84F3B409-32EB-4FCE-B550-48D8E931CD10}"/>
              </a:ext>
            </a:extLst>
          </p:cNvPr>
          <p:cNvSpPr/>
          <p:nvPr userDrawn="1"/>
        </p:nvSpPr>
        <p:spPr>
          <a:xfrm>
            <a:off x="204273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11" action="ppaction://hlinksldjump"/>
            <a:extLst>
              <a:ext uri="{FF2B5EF4-FFF2-40B4-BE49-F238E27FC236}">
                <a16:creationId xmlns:a16="http://schemas.microsoft.com/office/drawing/2014/main" id="{152F226D-7461-41E8-BBE6-0352EDC4E81C}"/>
              </a:ext>
            </a:extLst>
          </p:cNvPr>
          <p:cNvSpPr/>
          <p:nvPr userDrawn="1"/>
        </p:nvSpPr>
        <p:spPr>
          <a:xfrm>
            <a:off x="272046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12" action="ppaction://hlinksldjump"/>
            <a:extLst>
              <a:ext uri="{FF2B5EF4-FFF2-40B4-BE49-F238E27FC236}">
                <a16:creationId xmlns:a16="http://schemas.microsoft.com/office/drawing/2014/main" id="{0644B02B-2CBC-42AD-813E-FB10741A8BB3}"/>
              </a:ext>
            </a:extLst>
          </p:cNvPr>
          <p:cNvSpPr/>
          <p:nvPr userDrawn="1"/>
        </p:nvSpPr>
        <p:spPr>
          <a:xfrm>
            <a:off x="33981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hlinkClick r:id="rId13" action="ppaction://hlinksldjump"/>
            <a:extLst>
              <a:ext uri="{FF2B5EF4-FFF2-40B4-BE49-F238E27FC236}">
                <a16:creationId xmlns:a16="http://schemas.microsoft.com/office/drawing/2014/main" id="{ADE422E6-1E05-40EB-ABEF-616AC02931D6}"/>
              </a:ext>
            </a:extLst>
          </p:cNvPr>
          <p:cNvSpPr/>
          <p:nvPr userDrawn="1"/>
        </p:nvSpPr>
        <p:spPr>
          <a:xfrm>
            <a:off x="407592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14" action="ppaction://hlinksldjump"/>
            <a:extLst>
              <a:ext uri="{FF2B5EF4-FFF2-40B4-BE49-F238E27FC236}">
                <a16:creationId xmlns:a16="http://schemas.microsoft.com/office/drawing/2014/main" id="{B2ACE0F1-7FE5-4C17-B05B-DEB13734AC8C}"/>
              </a:ext>
            </a:extLst>
          </p:cNvPr>
          <p:cNvSpPr/>
          <p:nvPr userDrawn="1"/>
        </p:nvSpPr>
        <p:spPr>
          <a:xfrm>
            <a:off x="5431395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15" action="ppaction://hlinksldjump"/>
            <a:extLst>
              <a:ext uri="{FF2B5EF4-FFF2-40B4-BE49-F238E27FC236}">
                <a16:creationId xmlns:a16="http://schemas.microsoft.com/office/drawing/2014/main" id="{07F41A9F-F4B7-4125-8523-8743BAB28D0B}"/>
              </a:ext>
            </a:extLst>
          </p:cNvPr>
          <p:cNvSpPr/>
          <p:nvPr userDrawn="1"/>
        </p:nvSpPr>
        <p:spPr>
          <a:xfrm>
            <a:off x="6109128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16" action="ppaction://hlinksldjump"/>
            <a:extLst>
              <a:ext uri="{FF2B5EF4-FFF2-40B4-BE49-F238E27FC236}">
                <a16:creationId xmlns:a16="http://schemas.microsoft.com/office/drawing/2014/main" id="{119F6B6E-1B6C-40B7-84F2-2F6F325AA149}"/>
              </a:ext>
            </a:extLst>
          </p:cNvPr>
          <p:cNvSpPr/>
          <p:nvPr userDrawn="1"/>
        </p:nvSpPr>
        <p:spPr>
          <a:xfrm>
            <a:off x="6786861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17" action="ppaction://hlinksldjump"/>
            <a:extLst>
              <a:ext uri="{FF2B5EF4-FFF2-40B4-BE49-F238E27FC236}">
                <a16:creationId xmlns:a16="http://schemas.microsoft.com/office/drawing/2014/main" id="{9741AD9C-3E1E-445E-841F-FD2FE1C773EB}"/>
              </a:ext>
            </a:extLst>
          </p:cNvPr>
          <p:cNvSpPr/>
          <p:nvPr userDrawn="1"/>
        </p:nvSpPr>
        <p:spPr>
          <a:xfrm>
            <a:off x="7464594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18" action="ppaction://hlinksldjump"/>
            <a:extLst>
              <a:ext uri="{FF2B5EF4-FFF2-40B4-BE49-F238E27FC236}">
                <a16:creationId xmlns:a16="http://schemas.microsoft.com/office/drawing/2014/main" id="{2A90DD8F-3AA5-40BD-B75C-380779BF575D}"/>
              </a:ext>
            </a:extLst>
          </p:cNvPr>
          <p:cNvSpPr/>
          <p:nvPr userDrawn="1"/>
        </p:nvSpPr>
        <p:spPr>
          <a:xfrm>
            <a:off x="8142327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19" action="ppaction://hlinksldjump"/>
            <a:extLst>
              <a:ext uri="{FF2B5EF4-FFF2-40B4-BE49-F238E27FC236}">
                <a16:creationId xmlns:a16="http://schemas.microsoft.com/office/drawing/2014/main" id="{722B031D-CD08-4B5A-B89D-043D2B404457}"/>
              </a:ext>
            </a:extLst>
          </p:cNvPr>
          <p:cNvSpPr/>
          <p:nvPr userDrawn="1"/>
        </p:nvSpPr>
        <p:spPr>
          <a:xfrm>
            <a:off x="8820060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0" action="ppaction://hlinksldjump"/>
            <a:extLst>
              <a:ext uri="{FF2B5EF4-FFF2-40B4-BE49-F238E27FC236}">
                <a16:creationId xmlns:a16="http://schemas.microsoft.com/office/drawing/2014/main" id="{3B153969-4D8B-405F-B380-B4273D1D98A5}"/>
              </a:ext>
            </a:extLst>
          </p:cNvPr>
          <p:cNvSpPr/>
          <p:nvPr userDrawn="1"/>
        </p:nvSpPr>
        <p:spPr>
          <a:xfrm>
            <a:off x="9497793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21" action="ppaction://hlinksldjump"/>
            <a:extLst>
              <a:ext uri="{FF2B5EF4-FFF2-40B4-BE49-F238E27FC236}">
                <a16:creationId xmlns:a16="http://schemas.microsoft.com/office/drawing/2014/main" id="{86E581A7-54DD-42D8-BAA8-3AEEB2D55CB0}"/>
              </a:ext>
            </a:extLst>
          </p:cNvPr>
          <p:cNvSpPr/>
          <p:nvPr userDrawn="1"/>
        </p:nvSpPr>
        <p:spPr>
          <a:xfrm>
            <a:off x="1017552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22" action="ppaction://hlinksldjump"/>
            <a:extLst>
              <a:ext uri="{FF2B5EF4-FFF2-40B4-BE49-F238E27FC236}">
                <a16:creationId xmlns:a16="http://schemas.microsoft.com/office/drawing/2014/main" id="{0FC9178D-3071-4447-B911-949825B59619}"/>
              </a:ext>
            </a:extLst>
          </p:cNvPr>
          <p:cNvSpPr/>
          <p:nvPr userDrawn="1"/>
        </p:nvSpPr>
        <p:spPr>
          <a:xfrm>
            <a:off x="10853259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23" action="ppaction://hlinksldjump"/>
            <a:extLst>
              <a:ext uri="{FF2B5EF4-FFF2-40B4-BE49-F238E27FC236}">
                <a16:creationId xmlns:a16="http://schemas.microsoft.com/office/drawing/2014/main" id="{75328923-439F-4C98-A1E9-3DB785ED4329}"/>
              </a:ext>
            </a:extLst>
          </p:cNvPr>
          <p:cNvSpPr/>
          <p:nvPr userDrawn="1"/>
        </p:nvSpPr>
        <p:spPr>
          <a:xfrm>
            <a:off x="11530996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24" action="ppaction://hlinksldjump"/>
            <a:extLst>
              <a:ext uri="{FF2B5EF4-FFF2-40B4-BE49-F238E27FC236}">
                <a16:creationId xmlns:a16="http://schemas.microsoft.com/office/drawing/2014/main" id="{FC6DFA65-879B-4808-9FCC-ECA9733F281E}"/>
              </a:ext>
            </a:extLst>
          </p:cNvPr>
          <p:cNvSpPr/>
          <p:nvPr userDrawn="1"/>
        </p:nvSpPr>
        <p:spPr>
          <a:xfrm>
            <a:off x="22441" y="2611939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32" action="ppaction://hlinksldjump"/>
            <a:extLst>
              <a:ext uri="{FF2B5EF4-FFF2-40B4-BE49-F238E27FC236}">
                <a16:creationId xmlns:a16="http://schemas.microsoft.com/office/drawing/2014/main" id="{6750E619-BAE2-4808-AE50-C7A03EAAE614}"/>
              </a:ext>
            </a:extLst>
          </p:cNvPr>
          <p:cNvSpPr/>
          <p:nvPr userDrawn="1"/>
        </p:nvSpPr>
        <p:spPr>
          <a:xfrm>
            <a:off x="22441" y="341452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5" action="ppaction://hlinksldjump"/>
            <a:extLst>
              <a:ext uri="{FF2B5EF4-FFF2-40B4-BE49-F238E27FC236}">
                <a16:creationId xmlns:a16="http://schemas.microsoft.com/office/drawing/2014/main" id="{46AE72CF-827F-4ADD-B658-B2F182296B7B}"/>
              </a:ext>
            </a:extLst>
          </p:cNvPr>
          <p:cNvSpPr/>
          <p:nvPr userDrawn="1"/>
        </p:nvSpPr>
        <p:spPr>
          <a:xfrm>
            <a:off x="22441" y="381718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6" action="ppaction://hlinksldjump"/>
            <a:extLst>
              <a:ext uri="{FF2B5EF4-FFF2-40B4-BE49-F238E27FC236}">
                <a16:creationId xmlns:a16="http://schemas.microsoft.com/office/drawing/2014/main" id="{056CD7AA-094E-408A-83ED-9A131543913B}"/>
              </a:ext>
            </a:extLst>
          </p:cNvPr>
          <p:cNvSpPr/>
          <p:nvPr userDrawn="1"/>
        </p:nvSpPr>
        <p:spPr>
          <a:xfrm>
            <a:off x="22441" y="421983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30" action="ppaction://hlinksldjump"/>
            <a:extLst>
              <a:ext uri="{FF2B5EF4-FFF2-40B4-BE49-F238E27FC236}">
                <a16:creationId xmlns:a16="http://schemas.microsoft.com/office/drawing/2014/main" id="{A3DE8182-1FFC-4C02-817D-BA0CD8CF9163}"/>
              </a:ext>
            </a:extLst>
          </p:cNvPr>
          <p:cNvSpPr/>
          <p:nvPr userDrawn="1"/>
        </p:nvSpPr>
        <p:spPr>
          <a:xfrm>
            <a:off x="22441" y="462249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27" action="ppaction://hlinksldjump"/>
            <a:extLst>
              <a:ext uri="{FF2B5EF4-FFF2-40B4-BE49-F238E27FC236}">
                <a16:creationId xmlns:a16="http://schemas.microsoft.com/office/drawing/2014/main" id="{C83E0E2B-DD90-4025-8C30-6BE4B136F8BE}"/>
              </a:ext>
            </a:extLst>
          </p:cNvPr>
          <p:cNvSpPr/>
          <p:nvPr userDrawn="1"/>
        </p:nvSpPr>
        <p:spPr>
          <a:xfrm>
            <a:off x="22441" y="502514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28" action="ppaction://hlinksldjump"/>
            <a:extLst>
              <a:ext uri="{FF2B5EF4-FFF2-40B4-BE49-F238E27FC236}">
                <a16:creationId xmlns:a16="http://schemas.microsoft.com/office/drawing/2014/main" id="{076ADB45-71B2-4D32-A01A-F4BDC81867A4}"/>
              </a:ext>
            </a:extLst>
          </p:cNvPr>
          <p:cNvSpPr/>
          <p:nvPr userDrawn="1"/>
        </p:nvSpPr>
        <p:spPr>
          <a:xfrm>
            <a:off x="22441" y="5427802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9" action="ppaction://hlinksldjump"/>
            <a:extLst>
              <a:ext uri="{FF2B5EF4-FFF2-40B4-BE49-F238E27FC236}">
                <a16:creationId xmlns:a16="http://schemas.microsoft.com/office/drawing/2014/main" id="{F6B65094-6C31-437D-8D64-AD0AEEC32A6A}"/>
              </a:ext>
            </a:extLst>
          </p:cNvPr>
          <p:cNvSpPr/>
          <p:nvPr userDrawn="1"/>
        </p:nvSpPr>
        <p:spPr>
          <a:xfrm>
            <a:off x="22441" y="5830457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31" action="ppaction://hlinksldjump"/>
            <a:extLst>
              <a:ext uri="{FF2B5EF4-FFF2-40B4-BE49-F238E27FC236}">
                <a16:creationId xmlns:a16="http://schemas.microsoft.com/office/drawing/2014/main" id="{BED97E1C-2A48-403A-AFD7-8C0F71287FE8}"/>
              </a:ext>
            </a:extLst>
          </p:cNvPr>
          <p:cNvSpPr/>
          <p:nvPr userDrawn="1"/>
        </p:nvSpPr>
        <p:spPr>
          <a:xfrm>
            <a:off x="22441" y="6233110"/>
            <a:ext cx="618515" cy="3969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" action="ppaction://hlinksldjump"/>
            <a:extLst>
              <a:ext uri="{FF2B5EF4-FFF2-40B4-BE49-F238E27FC236}">
                <a16:creationId xmlns:a16="http://schemas.microsoft.com/office/drawing/2014/main" id="{177D29C1-6301-4681-9DF7-47D9C22BEB25}"/>
              </a:ext>
            </a:extLst>
          </p:cNvPr>
          <p:cNvSpPr/>
          <p:nvPr userDrawn="1"/>
        </p:nvSpPr>
        <p:spPr>
          <a:xfrm>
            <a:off x="0" y="970263"/>
            <a:ext cx="675762" cy="16397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3" action="ppaction://hlinksldjump"/>
            <a:extLst>
              <a:ext uri="{FF2B5EF4-FFF2-40B4-BE49-F238E27FC236}">
                <a16:creationId xmlns:a16="http://schemas.microsoft.com/office/drawing/2014/main" id="{A0C083C6-830C-412F-B9E0-94E3E526D302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74207D0-5477-4226-90DC-C4FE3C4E2E6B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6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A9713875-C62B-4C60-B1AF-8A5C2A27EEB9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7" name="직사각형 76">
            <a:hlinkClick r:id="rId34" action="ppaction://hlinksldjump"/>
            <a:extLst>
              <a:ext uri="{FF2B5EF4-FFF2-40B4-BE49-F238E27FC236}">
                <a16:creationId xmlns:a16="http://schemas.microsoft.com/office/drawing/2014/main" id="{6EB0F877-1998-461B-B705-6C228C1A3372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277583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extBox 37">
            <a:hlinkClick r:id="rId3" action="ppaction://hlinksldjump"/>
            <a:extLst>
              <a:ext uri="{FF2B5EF4-FFF2-40B4-BE49-F238E27FC236}">
                <a16:creationId xmlns:a16="http://schemas.microsoft.com/office/drawing/2014/main" id="{728F8941-301A-46F7-ACF6-084C6F7A3117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40" name="TextBox 39">
            <a:hlinkClick r:id="rId4" action="ppaction://hlinksldjump"/>
            <a:extLst>
              <a:ext uri="{FF2B5EF4-FFF2-40B4-BE49-F238E27FC236}">
                <a16:creationId xmlns:a16="http://schemas.microsoft.com/office/drawing/2014/main" id="{1A3402ED-6FA7-4936-8BD0-7C0AD03CFEA9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pic>
        <p:nvPicPr>
          <p:cNvPr id="41" name="그림 40">
            <a:hlinkClick r:id="rId3" action="ppaction://hlinksldjump"/>
            <a:extLst>
              <a:ext uri="{FF2B5EF4-FFF2-40B4-BE49-F238E27FC236}">
                <a16:creationId xmlns:a16="http://schemas.microsoft.com/office/drawing/2014/main" id="{0F6BF6A3-69BE-4026-BAE9-6ECD40FB54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44" name="그림 43">
            <a:hlinkClick r:id="rId4" action="ppaction://hlinksldjump"/>
            <a:extLst>
              <a:ext uri="{FF2B5EF4-FFF2-40B4-BE49-F238E27FC236}">
                <a16:creationId xmlns:a16="http://schemas.microsoft.com/office/drawing/2014/main" id="{12907609-002F-4BDD-A137-FE9D8FB5AC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45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17D3FF7-1D75-4656-980F-5C5A8490C6A2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354AE91E-D6AC-4D91-B1FA-5E47D978F6D2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71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DC8C7917-9BC4-4005-BA58-35D7948B056D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D306FE7-6B23-43E8-901F-DC0BFFFD6A99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76EFF2AF-A4B4-4DD7-9265-5B157E64E05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709E4E7-2F88-4049-9210-BAEF6F560F1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2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8E51032D-1361-4500-B77D-6A27A5768943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3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8D30ED7-8648-4409-A221-246D91E5027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78E8C9E4-B7B4-4FCC-96D2-15A6C630C71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D678FE75-9619-44C1-BCF6-5269920CBA49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9E5EFEDB-AA35-4FE2-B5C2-68BF1827A97E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2C9D42EA-E13D-4659-973A-662546AA68EC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09660B3E-34BA-46FD-A9CA-8ED3B29CAABA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4D1BAD33-A250-4463-858B-5E42C2DB7752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B9061DEE-253F-4B9E-BCF2-7423BC3FD484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45579901-085F-4B1F-A69C-61677201DEF8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BA9B923B-67EB-4F1B-A868-2D92595970A9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0D982859-E5AC-4A81-B3C4-E0E36227138F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0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FA57D4D9-5741-4B46-BDDD-C1E97B9A6955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C38282A9-4078-476C-84CA-7DD4F3263288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807901EC-3E29-4104-9722-41B46DE7884F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0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3C364061-9540-46A9-9315-73E53BDDA207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7410F1DA-2483-400A-8608-F900115A02E5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425AA73D-4342-411B-9A83-5765CF0FAAD5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F39002F5-31A2-4653-8D55-C14F0B2F1A3B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D2DDAA5A-C9D8-4B4A-A6A2-1AF8495B86AB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2E913A72-49D0-4986-A520-878D353BD907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14" name="직사각형 113">
            <a:hlinkClick r:id="rId18" action="ppaction://hlinksldjump"/>
            <a:extLst>
              <a:ext uri="{FF2B5EF4-FFF2-40B4-BE49-F238E27FC236}">
                <a16:creationId xmlns:a16="http://schemas.microsoft.com/office/drawing/2014/main" id="{A7153377-ECBA-465D-93CF-F5F7807D0995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19" action="ppaction://hlinksldjump"/>
            <a:extLst>
              <a:ext uri="{FF2B5EF4-FFF2-40B4-BE49-F238E27FC236}">
                <a16:creationId xmlns:a16="http://schemas.microsoft.com/office/drawing/2014/main" id="{FD650899-70AC-4909-946C-E7A8259A2100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0" action="ppaction://hlinksldjump"/>
            <a:extLst>
              <a:ext uri="{FF2B5EF4-FFF2-40B4-BE49-F238E27FC236}">
                <a16:creationId xmlns:a16="http://schemas.microsoft.com/office/drawing/2014/main" id="{77DE879D-76CD-4580-8860-DDB35DC4914B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1" action="ppaction://hlinksldjump"/>
            <a:extLst>
              <a:ext uri="{FF2B5EF4-FFF2-40B4-BE49-F238E27FC236}">
                <a16:creationId xmlns:a16="http://schemas.microsoft.com/office/drawing/2014/main" id="{761605EA-14F3-4B91-A9EE-57F76F2A61E0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2" action="ppaction://hlinksldjump"/>
            <a:extLst>
              <a:ext uri="{FF2B5EF4-FFF2-40B4-BE49-F238E27FC236}">
                <a16:creationId xmlns:a16="http://schemas.microsoft.com/office/drawing/2014/main" id="{96277EB9-7A0F-4396-AAA5-1BFA4B7AF175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23" action="ppaction://hlinksldjump"/>
            <a:extLst>
              <a:ext uri="{FF2B5EF4-FFF2-40B4-BE49-F238E27FC236}">
                <a16:creationId xmlns:a16="http://schemas.microsoft.com/office/drawing/2014/main" id="{E32E04BF-E8F9-4108-AC33-4D3EAC09A74A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24" action="ppaction://hlinksldjump"/>
            <a:extLst>
              <a:ext uri="{FF2B5EF4-FFF2-40B4-BE49-F238E27FC236}">
                <a16:creationId xmlns:a16="http://schemas.microsoft.com/office/drawing/2014/main" id="{A51EB551-C345-4A38-B152-7439B98BB3E0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25" action="ppaction://hlinksldjump"/>
            <a:extLst>
              <a:ext uri="{FF2B5EF4-FFF2-40B4-BE49-F238E27FC236}">
                <a16:creationId xmlns:a16="http://schemas.microsoft.com/office/drawing/2014/main" id="{F3C7D662-7990-4AF6-9449-4896D437DCDA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26" action="ppaction://hlinksldjump"/>
            <a:extLst>
              <a:ext uri="{FF2B5EF4-FFF2-40B4-BE49-F238E27FC236}">
                <a16:creationId xmlns:a16="http://schemas.microsoft.com/office/drawing/2014/main" id="{D8C48C22-D567-4CFB-ADFD-EA616D627336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7" action="ppaction://hlinksldjump"/>
            <a:extLst>
              <a:ext uri="{FF2B5EF4-FFF2-40B4-BE49-F238E27FC236}">
                <a16:creationId xmlns:a16="http://schemas.microsoft.com/office/drawing/2014/main" id="{31F3E120-5047-4D5A-9D91-CC08C893C9B4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8" action="ppaction://hlinksldjump"/>
            <a:extLst>
              <a:ext uri="{FF2B5EF4-FFF2-40B4-BE49-F238E27FC236}">
                <a16:creationId xmlns:a16="http://schemas.microsoft.com/office/drawing/2014/main" id="{AF076A2F-B6F6-4814-BB50-4ECEE25D5E78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9" action="ppaction://hlinksldjump"/>
            <a:extLst>
              <a:ext uri="{FF2B5EF4-FFF2-40B4-BE49-F238E27FC236}">
                <a16:creationId xmlns:a16="http://schemas.microsoft.com/office/drawing/2014/main" id="{95D7DF81-CDA5-490F-9158-B390CD4C182B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30" action="ppaction://hlinksldjump"/>
            <a:extLst>
              <a:ext uri="{FF2B5EF4-FFF2-40B4-BE49-F238E27FC236}">
                <a16:creationId xmlns:a16="http://schemas.microsoft.com/office/drawing/2014/main" id="{D9D50D3E-66F3-448C-BE2C-A8A2A7673DE6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31" action="ppaction://hlinksldjump"/>
            <a:extLst>
              <a:ext uri="{FF2B5EF4-FFF2-40B4-BE49-F238E27FC236}">
                <a16:creationId xmlns:a16="http://schemas.microsoft.com/office/drawing/2014/main" id="{AD6A7640-DBBC-415E-AFF5-88AF7C4A3F47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32" action="ppaction://hlinksldjump"/>
            <a:extLst>
              <a:ext uri="{FF2B5EF4-FFF2-40B4-BE49-F238E27FC236}">
                <a16:creationId xmlns:a16="http://schemas.microsoft.com/office/drawing/2014/main" id="{04893E89-96F5-46C9-B56C-BDF35C0136C7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33" action="ppaction://hlinksldjump"/>
            <a:extLst>
              <a:ext uri="{FF2B5EF4-FFF2-40B4-BE49-F238E27FC236}">
                <a16:creationId xmlns:a16="http://schemas.microsoft.com/office/drawing/2014/main" id="{A6E954B2-B9E1-421B-BBE3-57590339D901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8" action="ppaction://hlinksldjump"/>
            <a:extLst>
              <a:ext uri="{FF2B5EF4-FFF2-40B4-BE49-F238E27FC236}">
                <a16:creationId xmlns:a16="http://schemas.microsoft.com/office/drawing/2014/main" id="{CC6D5E34-D288-42B7-B63F-E74B2081779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9" action="ppaction://hlinksldjump"/>
            <a:extLst>
              <a:ext uri="{FF2B5EF4-FFF2-40B4-BE49-F238E27FC236}">
                <a16:creationId xmlns:a16="http://schemas.microsoft.com/office/drawing/2014/main" id="{27E0180D-12C3-4B5F-82E0-C16603D70FDD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10" action="ppaction://hlinksldjump"/>
            <a:extLst>
              <a:ext uri="{FF2B5EF4-FFF2-40B4-BE49-F238E27FC236}">
                <a16:creationId xmlns:a16="http://schemas.microsoft.com/office/drawing/2014/main" id="{95B15A8B-464E-4C13-A785-ACAB59376C12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11" action="ppaction://hlinksldjump"/>
            <a:extLst>
              <a:ext uri="{FF2B5EF4-FFF2-40B4-BE49-F238E27FC236}">
                <a16:creationId xmlns:a16="http://schemas.microsoft.com/office/drawing/2014/main" id="{7AD900C2-B21A-479F-B820-46754F498954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12" action="ppaction://hlinksldjump"/>
            <a:extLst>
              <a:ext uri="{FF2B5EF4-FFF2-40B4-BE49-F238E27FC236}">
                <a16:creationId xmlns:a16="http://schemas.microsoft.com/office/drawing/2014/main" id="{1AEE9D08-77D5-46C1-BEF8-755831823AA8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17" action="ppaction://hlinksldjump"/>
            <a:extLst>
              <a:ext uri="{FF2B5EF4-FFF2-40B4-BE49-F238E27FC236}">
                <a16:creationId xmlns:a16="http://schemas.microsoft.com/office/drawing/2014/main" id="{FFA2B480-57DA-4911-9988-DC4EA9402C93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13" action="ppaction://hlinksldjump"/>
            <a:extLst>
              <a:ext uri="{FF2B5EF4-FFF2-40B4-BE49-F238E27FC236}">
                <a16:creationId xmlns:a16="http://schemas.microsoft.com/office/drawing/2014/main" id="{36D91792-E027-41C4-B58C-53D6FC1BD8A7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14" action="ppaction://hlinksldjump"/>
            <a:extLst>
              <a:ext uri="{FF2B5EF4-FFF2-40B4-BE49-F238E27FC236}">
                <a16:creationId xmlns:a16="http://schemas.microsoft.com/office/drawing/2014/main" id="{9AA6F7E1-62AD-40F1-8399-E742130FCE2E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15" action="ppaction://hlinksldjump"/>
            <a:extLst>
              <a:ext uri="{FF2B5EF4-FFF2-40B4-BE49-F238E27FC236}">
                <a16:creationId xmlns:a16="http://schemas.microsoft.com/office/drawing/2014/main" id="{0DFCCE68-DD76-4CA4-B90C-475221050D4C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16" action="ppaction://hlinksldjump"/>
            <a:extLst>
              <a:ext uri="{FF2B5EF4-FFF2-40B4-BE49-F238E27FC236}">
                <a16:creationId xmlns:a16="http://schemas.microsoft.com/office/drawing/2014/main" id="{BFF90004-4674-490B-84D3-F19F531F48EB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3" action="ppaction://hlinksldjump"/>
            <a:extLst>
              <a:ext uri="{FF2B5EF4-FFF2-40B4-BE49-F238E27FC236}">
                <a16:creationId xmlns:a16="http://schemas.microsoft.com/office/drawing/2014/main" id="{12DC925C-B556-47BA-B0B7-01DFDC93811D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34" action="ppaction://hlinksldjump"/>
            <a:extLst>
              <a:ext uri="{FF2B5EF4-FFF2-40B4-BE49-F238E27FC236}">
                <a16:creationId xmlns:a16="http://schemas.microsoft.com/office/drawing/2014/main" id="{62F73F1A-BCF9-4BC9-A35A-4650F0741FA4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FACEED2-1686-486D-95D9-4BFD654B62F4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B2A0F531-B8A0-4149-9102-DDCA189A094D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68" name="직사각형 67">
            <a:hlinkClick r:id="rId35" action="ppaction://hlinksldjump"/>
            <a:extLst>
              <a:ext uri="{FF2B5EF4-FFF2-40B4-BE49-F238E27FC236}">
                <a16:creationId xmlns:a16="http://schemas.microsoft.com/office/drawing/2014/main" id="{EEFBCD70-935B-4BA3-BD96-BB79A171CAB8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12285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TextBox 91">
            <a:hlinkClick r:id="rId3" action="ppaction://hlinksldjump"/>
            <a:extLst>
              <a:ext uri="{FF2B5EF4-FFF2-40B4-BE49-F238E27FC236}">
                <a16:creationId xmlns:a16="http://schemas.microsoft.com/office/drawing/2014/main" id="{7A0B1144-37E0-4D2F-B71A-088FC3163972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93" name="TextBox 92">
            <a:hlinkClick r:id="rId4" action="ppaction://hlinksldjump"/>
            <a:extLst>
              <a:ext uri="{FF2B5EF4-FFF2-40B4-BE49-F238E27FC236}">
                <a16:creationId xmlns:a16="http://schemas.microsoft.com/office/drawing/2014/main" id="{0A4E9A67-D834-498B-9952-B5F612317F15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2618393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00B6F9CC-CC56-406E-BFA7-8A600EEDE59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6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F45C2F2C-861E-44D1-8851-B8676B4C51D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6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4E5201A-435D-4377-A4FF-DE5638084E19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6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2D51719-85F8-486D-A6B2-4C8596A6B1BA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6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71AA2711-5CDB-4B1A-BAEC-FC134E5BAF94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7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163C4CD4-4AFF-48B3-9D3C-846BF213ED7E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7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9A1DEFF-C2DE-4C2F-9CAD-AA36D7645908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913CAE09-93FE-4CA1-A241-A0ECC7AD6E00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2643CACA-097A-4C56-A2D1-FB99756AF2FC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6879E15E-6D72-4C98-8752-340E48F8F658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94" name="그림 93">
            <a:hlinkClick r:id="rId3" action="ppaction://hlinksldjump"/>
            <a:extLst>
              <a:ext uri="{FF2B5EF4-FFF2-40B4-BE49-F238E27FC236}">
                <a16:creationId xmlns:a16="http://schemas.microsoft.com/office/drawing/2014/main" id="{A22C0BD5-21D5-4FC8-80CA-7CF77CCA9B9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95" name="그림 94">
            <a:hlinkClick r:id="rId4" action="ppaction://hlinksldjump"/>
            <a:extLst>
              <a:ext uri="{FF2B5EF4-FFF2-40B4-BE49-F238E27FC236}">
                <a16:creationId xmlns:a16="http://schemas.microsoft.com/office/drawing/2014/main" id="{051E6D0D-93A7-493B-B72B-E16D580E02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96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2E6C67C-DC60-438F-8C85-5788B600140C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9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AB7E4B36-62EB-4C67-85E1-F766489034C2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B2FF9588-3306-4D5D-997D-87A388AFA990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1DF1D82B-3021-40BF-9945-E4B74AC6C4DA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7C50CF01-A860-4C86-82FF-0506007D9887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FE1D71B9-F4A7-49C3-9656-BCAEE7789EBD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13A314ED-3B4E-4A57-9E60-CF5ED1EE4395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4A9FD1F2-4C55-42C8-8D2B-B8068A613104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0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FAF53C4B-D6BE-44B5-8C06-81E6E372E048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8DA5CE24-78E2-4518-B059-412F00EE65D0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EA1A3F4C-43A1-4E44-B338-CFC593CD9D87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0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AE8754CA-4152-4ECF-9910-4E6890E33FDD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1461DBF2-A76A-420B-8281-043AA0959846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9EDC50A2-8221-4516-BD81-E2E60D9678CE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F13CC1D5-88C6-4B27-B64E-FFCBB3965433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FE46BBDA-2322-4506-A659-0E1C0DC78DD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E7C66041-7EE1-4A5E-91F0-B2BFD47E5D89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14" name="직사각형 113">
            <a:hlinkClick r:id="rId19" action="ppaction://hlinksldjump"/>
            <a:extLst>
              <a:ext uri="{FF2B5EF4-FFF2-40B4-BE49-F238E27FC236}">
                <a16:creationId xmlns:a16="http://schemas.microsoft.com/office/drawing/2014/main" id="{9CF4A548-84B7-4784-A3BD-918C58594FE0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0" action="ppaction://hlinksldjump"/>
            <a:extLst>
              <a:ext uri="{FF2B5EF4-FFF2-40B4-BE49-F238E27FC236}">
                <a16:creationId xmlns:a16="http://schemas.microsoft.com/office/drawing/2014/main" id="{8B1B77E3-5544-4879-98C9-E9B45B55ACDA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1" action="ppaction://hlinksldjump"/>
            <a:extLst>
              <a:ext uri="{FF2B5EF4-FFF2-40B4-BE49-F238E27FC236}">
                <a16:creationId xmlns:a16="http://schemas.microsoft.com/office/drawing/2014/main" id="{EA65909E-DF96-42E3-A74A-45F0FEF02929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2" action="ppaction://hlinksldjump"/>
            <a:extLst>
              <a:ext uri="{FF2B5EF4-FFF2-40B4-BE49-F238E27FC236}">
                <a16:creationId xmlns:a16="http://schemas.microsoft.com/office/drawing/2014/main" id="{AAA07397-A3A8-4423-8F87-D701F432B07E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3" action="ppaction://hlinksldjump"/>
            <a:extLst>
              <a:ext uri="{FF2B5EF4-FFF2-40B4-BE49-F238E27FC236}">
                <a16:creationId xmlns:a16="http://schemas.microsoft.com/office/drawing/2014/main" id="{1185F425-3E78-4FCE-BA06-6B026E45BB38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24" action="ppaction://hlinksldjump"/>
            <a:extLst>
              <a:ext uri="{FF2B5EF4-FFF2-40B4-BE49-F238E27FC236}">
                <a16:creationId xmlns:a16="http://schemas.microsoft.com/office/drawing/2014/main" id="{5E26CE56-0D34-4462-A521-45D3AEB38E1C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25" action="ppaction://hlinksldjump"/>
            <a:extLst>
              <a:ext uri="{FF2B5EF4-FFF2-40B4-BE49-F238E27FC236}">
                <a16:creationId xmlns:a16="http://schemas.microsoft.com/office/drawing/2014/main" id="{0ACFC64E-9E3F-4299-BF31-78B6D91F1755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26" action="ppaction://hlinksldjump"/>
            <a:extLst>
              <a:ext uri="{FF2B5EF4-FFF2-40B4-BE49-F238E27FC236}">
                <a16:creationId xmlns:a16="http://schemas.microsoft.com/office/drawing/2014/main" id="{2E90A9E4-0FD9-4403-8924-B44E1069C84C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27" action="ppaction://hlinksldjump"/>
            <a:extLst>
              <a:ext uri="{FF2B5EF4-FFF2-40B4-BE49-F238E27FC236}">
                <a16:creationId xmlns:a16="http://schemas.microsoft.com/office/drawing/2014/main" id="{6FA245A0-2E3C-4CDB-AC19-B7903C105048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8" action="ppaction://hlinksldjump"/>
            <a:extLst>
              <a:ext uri="{FF2B5EF4-FFF2-40B4-BE49-F238E27FC236}">
                <a16:creationId xmlns:a16="http://schemas.microsoft.com/office/drawing/2014/main" id="{F81458A9-083E-4097-B935-CF754D06BC55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9" action="ppaction://hlinksldjump"/>
            <a:extLst>
              <a:ext uri="{FF2B5EF4-FFF2-40B4-BE49-F238E27FC236}">
                <a16:creationId xmlns:a16="http://schemas.microsoft.com/office/drawing/2014/main" id="{70E8533C-B574-441C-AFD2-40D21921EC1A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30" action="ppaction://hlinksldjump"/>
            <a:extLst>
              <a:ext uri="{FF2B5EF4-FFF2-40B4-BE49-F238E27FC236}">
                <a16:creationId xmlns:a16="http://schemas.microsoft.com/office/drawing/2014/main" id="{97D13171-F7D3-48FE-9C5E-A9F588A48BE0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31" action="ppaction://hlinksldjump"/>
            <a:extLst>
              <a:ext uri="{FF2B5EF4-FFF2-40B4-BE49-F238E27FC236}">
                <a16:creationId xmlns:a16="http://schemas.microsoft.com/office/drawing/2014/main" id="{F8A3DFDE-261E-4148-ABD7-44E0F78AE9DE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32" action="ppaction://hlinksldjump"/>
            <a:extLst>
              <a:ext uri="{FF2B5EF4-FFF2-40B4-BE49-F238E27FC236}">
                <a16:creationId xmlns:a16="http://schemas.microsoft.com/office/drawing/2014/main" id="{DF41DFD1-E2D7-40C8-A1C0-55BB9C17B8A7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33" action="ppaction://hlinksldjump"/>
            <a:extLst>
              <a:ext uri="{FF2B5EF4-FFF2-40B4-BE49-F238E27FC236}">
                <a16:creationId xmlns:a16="http://schemas.microsoft.com/office/drawing/2014/main" id="{882C18A2-A914-42EC-93A3-352348135C5E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34" action="ppaction://hlinksldjump"/>
            <a:extLst>
              <a:ext uri="{FF2B5EF4-FFF2-40B4-BE49-F238E27FC236}">
                <a16:creationId xmlns:a16="http://schemas.microsoft.com/office/drawing/2014/main" id="{3DCB283D-BC6F-4B90-B40F-44EF0FCE874A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7" action="ppaction://hlinksldjump"/>
            <a:extLst>
              <a:ext uri="{FF2B5EF4-FFF2-40B4-BE49-F238E27FC236}">
                <a16:creationId xmlns:a16="http://schemas.microsoft.com/office/drawing/2014/main" id="{E08704B8-7CEA-4F3A-A292-497518F080E0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8" action="ppaction://hlinksldjump"/>
            <a:extLst>
              <a:ext uri="{FF2B5EF4-FFF2-40B4-BE49-F238E27FC236}">
                <a16:creationId xmlns:a16="http://schemas.microsoft.com/office/drawing/2014/main" id="{1BF8862A-487B-4F8C-984D-B9B9889D0896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9" action="ppaction://hlinksldjump"/>
            <a:extLst>
              <a:ext uri="{FF2B5EF4-FFF2-40B4-BE49-F238E27FC236}">
                <a16:creationId xmlns:a16="http://schemas.microsoft.com/office/drawing/2014/main" id="{DDEB181A-8827-49FB-911B-29C6340655EE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10" action="ppaction://hlinksldjump"/>
            <a:extLst>
              <a:ext uri="{FF2B5EF4-FFF2-40B4-BE49-F238E27FC236}">
                <a16:creationId xmlns:a16="http://schemas.microsoft.com/office/drawing/2014/main" id="{968501E5-CA6F-4650-A016-F1555F527639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11" action="ppaction://hlinksldjump"/>
            <a:extLst>
              <a:ext uri="{FF2B5EF4-FFF2-40B4-BE49-F238E27FC236}">
                <a16:creationId xmlns:a16="http://schemas.microsoft.com/office/drawing/2014/main" id="{308F4E94-D96F-46B6-9372-435DE03B33E9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16" action="ppaction://hlinksldjump"/>
            <a:extLst>
              <a:ext uri="{FF2B5EF4-FFF2-40B4-BE49-F238E27FC236}">
                <a16:creationId xmlns:a16="http://schemas.microsoft.com/office/drawing/2014/main" id="{8F408107-4797-4490-BD66-68D9BFCE701D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12" action="ppaction://hlinksldjump"/>
            <a:extLst>
              <a:ext uri="{FF2B5EF4-FFF2-40B4-BE49-F238E27FC236}">
                <a16:creationId xmlns:a16="http://schemas.microsoft.com/office/drawing/2014/main" id="{94221157-338C-462C-B52B-5F8B3AB5362C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13" action="ppaction://hlinksldjump"/>
            <a:extLst>
              <a:ext uri="{FF2B5EF4-FFF2-40B4-BE49-F238E27FC236}">
                <a16:creationId xmlns:a16="http://schemas.microsoft.com/office/drawing/2014/main" id="{158BA9D9-1914-4446-AE8D-3A2D1A93008F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14" action="ppaction://hlinksldjump"/>
            <a:extLst>
              <a:ext uri="{FF2B5EF4-FFF2-40B4-BE49-F238E27FC236}">
                <a16:creationId xmlns:a16="http://schemas.microsoft.com/office/drawing/2014/main" id="{AFFE2613-8EC2-4FC0-98A0-79A16A794444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15" action="ppaction://hlinksldjump"/>
            <a:extLst>
              <a:ext uri="{FF2B5EF4-FFF2-40B4-BE49-F238E27FC236}">
                <a16:creationId xmlns:a16="http://schemas.microsoft.com/office/drawing/2014/main" id="{BC6B0A2F-7C91-496D-9B30-E6474B1FFBDC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D1155B93-F201-4D43-B935-13078A562413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BA3094DD-228C-4C3F-8549-62B8B1919615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2FFDD7A-7D65-4B83-9B5F-35EA45BCF99C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7E9B3F57-BF72-4CA6-8019-86483A293355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B613E340-1A16-4915-A7AB-DC9DE88ADD4B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75566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D7D43126-1B26-4BE1-AB55-AFDD6EFBB21E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2B6E33B6-EB49-42A9-BFD3-7F9622826E44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3021989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FFBAB8BF-81CD-4C26-BACA-A4E582879A5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A551F65-95A4-4389-AF7E-7F8E2FEFA2D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2C11146D-05FF-47FD-A9D8-1C87CD3F5EA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2F153ADE-069D-4C02-8AD5-5AB585C4591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BE439BB7-148A-46C5-A11B-0A8D1A848385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AF8643CD-C922-4A73-9C29-6280C7DD80E5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409500D0-6643-4ED5-B1F7-76CFE2EF64EF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F681FFDB-3374-4126-BA2A-5CC3758ABFF9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CDEEEAD6-85DC-49F1-8029-1149BC31EE8B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B5FC844D-F1CE-4810-AA9E-BB3E9E0CFB7A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7E0AE896-755C-4CE7-9F34-AB2FAF67F26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2A237394-1D5C-4A8A-A292-426D5025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146AB675-1947-4F54-8828-12B82C280D9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CD703F9D-CE03-4941-B514-129DD9CA01BF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0A2ABAAF-2056-49E9-9F21-96132CF6CD6A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B1E553E1-7944-4D09-952B-CD95C1D4855D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6C15D90E-25AE-4E6D-8E6D-47079A44E7E9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4DCC8BA0-516E-4323-A7B5-6ADC6A25B5F6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D4CB52EF-6855-4645-B2AF-4917A341FC90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14A11728-28A5-42FA-8B26-9968DB13705F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430CF8DC-3183-4453-A41E-90A3FEB0577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BA953A7-AE7F-4E4A-831C-488039362C39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D4450597-7555-498F-BC4D-311D5C802AC8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4560978E-759E-4F8B-9CC6-C347ED649508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BC9014C1-718F-4779-B49C-79C0E9C4FDC2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8660AD84-38DB-4280-B8C3-AEDCC4D536E3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9E182AB6-D39F-42AA-988B-2BAF743ADAB0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7C8DF66E-1859-4284-B9DE-7F185A6D5E26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4EAA2A07-D27A-41BA-A7E0-AABCECDE4519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9" action="ppaction://hlinksldjump"/>
            <a:extLst>
              <a:ext uri="{FF2B5EF4-FFF2-40B4-BE49-F238E27FC236}">
                <a16:creationId xmlns:a16="http://schemas.microsoft.com/office/drawing/2014/main" id="{F46E69E2-1FFB-4038-ADF0-150B3F5F8A23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0" action="ppaction://hlinksldjump"/>
            <a:extLst>
              <a:ext uri="{FF2B5EF4-FFF2-40B4-BE49-F238E27FC236}">
                <a16:creationId xmlns:a16="http://schemas.microsoft.com/office/drawing/2014/main" id="{95D4C8EA-24C6-46CF-9D15-9E4647F0E1CE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1" action="ppaction://hlinksldjump"/>
            <a:extLst>
              <a:ext uri="{FF2B5EF4-FFF2-40B4-BE49-F238E27FC236}">
                <a16:creationId xmlns:a16="http://schemas.microsoft.com/office/drawing/2014/main" id="{B9A10383-A7AA-48B4-A0EE-FCBE13D6A47C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2" action="ppaction://hlinksldjump"/>
            <a:extLst>
              <a:ext uri="{FF2B5EF4-FFF2-40B4-BE49-F238E27FC236}">
                <a16:creationId xmlns:a16="http://schemas.microsoft.com/office/drawing/2014/main" id="{A0F4E785-940B-48DA-B9BD-CAA00843779B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3" action="ppaction://hlinksldjump"/>
            <a:extLst>
              <a:ext uri="{FF2B5EF4-FFF2-40B4-BE49-F238E27FC236}">
                <a16:creationId xmlns:a16="http://schemas.microsoft.com/office/drawing/2014/main" id="{6FF4DB74-8B4C-4CDF-A7E5-ECE605FE27F4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4" action="ppaction://hlinksldjump"/>
            <a:extLst>
              <a:ext uri="{FF2B5EF4-FFF2-40B4-BE49-F238E27FC236}">
                <a16:creationId xmlns:a16="http://schemas.microsoft.com/office/drawing/2014/main" id="{63A2FDA1-47B8-4EC6-8FFE-D1316AE52204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5" action="ppaction://hlinksldjump"/>
            <a:extLst>
              <a:ext uri="{FF2B5EF4-FFF2-40B4-BE49-F238E27FC236}">
                <a16:creationId xmlns:a16="http://schemas.microsoft.com/office/drawing/2014/main" id="{22A0C4B8-AA5B-403F-8D1E-2784133AF109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6" action="ppaction://hlinksldjump"/>
            <a:extLst>
              <a:ext uri="{FF2B5EF4-FFF2-40B4-BE49-F238E27FC236}">
                <a16:creationId xmlns:a16="http://schemas.microsoft.com/office/drawing/2014/main" id="{B8AC5BB8-E7EA-4571-AE5C-467AA95E7421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7" action="ppaction://hlinksldjump"/>
            <a:extLst>
              <a:ext uri="{FF2B5EF4-FFF2-40B4-BE49-F238E27FC236}">
                <a16:creationId xmlns:a16="http://schemas.microsoft.com/office/drawing/2014/main" id="{38DA665B-1595-40D4-9C46-7659CB1F25F8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8" action="ppaction://hlinksldjump"/>
            <a:extLst>
              <a:ext uri="{FF2B5EF4-FFF2-40B4-BE49-F238E27FC236}">
                <a16:creationId xmlns:a16="http://schemas.microsoft.com/office/drawing/2014/main" id="{62963802-02B2-4539-AED6-76BB0B767EA1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9" action="ppaction://hlinksldjump"/>
            <a:extLst>
              <a:ext uri="{FF2B5EF4-FFF2-40B4-BE49-F238E27FC236}">
                <a16:creationId xmlns:a16="http://schemas.microsoft.com/office/drawing/2014/main" id="{11442767-CBB6-4521-805F-C4E0C0F85EE7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0" action="ppaction://hlinksldjump"/>
            <a:extLst>
              <a:ext uri="{FF2B5EF4-FFF2-40B4-BE49-F238E27FC236}">
                <a16:creationId xmlns:a16="http://schemas.microsoft.com/office/drawing/2014/main" id="{093E31FB-3784-463B-B6F5-5CB59A9F712C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1" action="ppaction://hlinksldjump"/>
            <a:extLst>
              <a:ext uri="{FF2B5EF4-FFF2-40B4-BE49-F238E27FC236}">
                <a16:creationId xmlns:a16="http://schemas.microsoft.com/office/drawing/2014/main" id="{55F70CE7-1D72-4247-A7C5-4C1846EBFD0C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2" action="ppaction://hlinksldjump"/>
            <a:extLst>
              <a:ext uri="{FF2B5EF4-FFF2-40B4-BE49-F238E27FC236}">
                <a16:creationId xmlns:a16="http://schemas.microsoft.com/office/drawing/2014/main" id="{42D71F28-4B3A-47EC-AF65-C5F8A553B17C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3" action="ppaction://hlinksldjump"/>
            <a:extLst>
              <a:ext uri="{FF2B5EF4-FFF2-40B4-BE49-F238E27FC236}">
                <a16:creationId xmlns:a16="http://schemas.microsoft.com/office/drawing/2014/main" id="{CDC4263A-C412-4EA2-A627-C86FC21DE106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4" action="ppaction://hlinksldjump"/>
            <a:extLst>
              <a:ext uri="{FF2B5EF4-FFF2-40B4-BE49-F238E27FC236}">
                <a16:creationId xmlns:a16="http://schemas.microsoft.com/office/drawing/2014/main" id="{E460A4E8-43B2-4046-9580-3D8B36C6157F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7" action="ppaction://hlinksldjump"/>
            <a:extLst>
              <a:ext uri="{FF2B5EF4-FFF2-40B4-BE49-F238E27FC236}">
                <a16:creationId xmlns:a16="http://schemas.microsoft.com/office/drawing/2014/main" id="{35EABD6C-3BDC-49EA-ADCB-14FCB992EDAA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8" action="ppaction://hlinksldjump"/>
            <a:extLst>
              <a:ext uri="{FF2B5EF4-FFF2-40B4-BE49-F238E27FC236}">
                <a16:creationId xmlns:a16="http://schemas.microsoft.com/office/drawing/2014/main" id="{6DD12A00-6686-46F4-BBC9-84E744900E70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9" action="ppaction://hlinksldjump"/>
            <a:extLst>
              <a:ext uri="{FF2B5EF4-FFF2-40B4-BE49-F238E27FC236}">
                <a16:creationId xmlns:a16="http://schemas.microsoft.com/office/drawing/2014/main" id="{BBA663CA-4357-4FDA-8264-A9CD8A8748D7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0" action="ppaction://hlinksldjump"/>
            <a:extLst>
              <a:ext uri="{FF2B5EF4-FFF2-40B4-BE49-F238E27FC236}">
                <a16:creationId xmlns:a16="http://schemas.microsoft.com/office/drawing/2014/main" id="{70660C3C-7B6C-4FAA-AB6C-0CBC46EEA065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1" action="ppaction://hlinksldjump"/>
            <a:extLst>
              <a:ext uri="{FF2B5EF4-FFF2-40B4-BE49-F238E27FC236}">
                <a16:creationId xmlns:a16="http://schemas.microsoft.com/office/drawing/2014/main" id="{CD16F3C9-3905-477E-A159-FAB1F6DC1BC6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6" action="ppaction://hlinksldjump"/>
            <a:extLst>
              <a:ext uri="{FF2B5EF4-FFF2-40B4-BE49-F238E27FC236}">
                <a16:creationId xmlns:a16="http://schemas.microsoft.com/office/drawing/2014/main" id="{AEBD6C66-84D4-4072-98AB-5FD6E9E99383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2" action="ppaction://hlinksldjump"/>
            <a:extLst>
              <a:ext uri="{FF2B5EF4-FFF2-40B4-BE49-F238E27FC236}">
                <a16:creationId xmlns:a16="http://schemas.microsoft.com/office/drawing/2014/main" id="{A73B74F2-B699-43ED-8B74-6D4280D47162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3" action="ppaction://hlinksldjump"/>
            <a:extLst>
              <a:ext uri="{FF2B5EF4-FFF2-40B4-BE49-F238E27FC236}">
                <a16:creationId xmlns:a16="http://schemas.microsoft.com/office/drawing/2014/main" id="{929A33C9-F726-4838-B05C-06E4C857D6BF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4" action="ppaction://hlinksldjump"/>
            <a:extLst>
              <a:ext uri="{FF2B5EF4-FFF2-40B4-BE49-F238E27FC236}">
                <a16:creationId xmlns:a16="http://schemas.microsoft.com/office/drawing/2014/main" id="{D3B4B9EC-7E9A-4468-BC48-692A5B9FC9AB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5" action="ppaction://hlinksldjump"/>
            <a:extLst>
              <a:ext uri="{FF2B5EF4-FFF2-40B4-BE49-F238E27FC236}">
                <a16:creationId xmlns:a16="http://schemas.microsoft.com/office/drawing/2014/main" id="{2AAB26EA-1DC1-40E2-BAB3-52AEDEE4ED67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8BA9A2BC-10A7-457D-A45D-7B6E0373441C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9DB172FA-5625-4B4B-B7BF-83602D9DD462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4A1A593-5F8B-4652-8C7B-C1BDD2190392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0875B1D0-0DB0-45D6-8DC6-1A82792327F7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D320008A-5450-4C12-B627-D2D597A2D8C8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203971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2A6B42D7-C192-4037-B32A-AC076DFA3A2B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21736618-2ED2-4934-A080-9E67132E957F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3425356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558993F8-A5DE-4B1A-9A25-375AD85F4F52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80A3F8A4-BA3C-44F4-BFF4-FF2349BBFC9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DEE660E1-8F8B-4270-BE5D-24DA774F294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80F860E-7AC5-4335-A3CF-00741A35A040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DD3616E7-B5A0-46F2-9652-795F33928DF4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D3B29B6-E9DC-4A4A-AD20-E80E2FA2975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FDAEBB15-492D-45C1-8A65-32CDC20F696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F2E4C160-F6BF-4F0A-81A1-B151C736DA13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900F5D90-7A5B-4E77-B2E4-5F84076BC936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DBC71575-D43C-4650-A223-55E77372B2B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34E055FB-BF37-4E33-8047-F38F6A4376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2424ED72-2B84-4C98-86B1-99EE3E2C946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B0FB241A-1616-4FB8-B6B8-ECB896E3CAE3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BC6A5437-25A1-41AF-A208-7440AB7C5DA0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718DCAF-7937-474C-ABC3-B1240D577FA1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5D61B01F-2BB7-4A50-8329-15ADD840FDFF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181CCDD5-DE42-4161-A69D-BE55162446D1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FA453955-2384-4441-B452-010EF84EC916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3F46257E-2647-4735-9C1C-00688BF7B32A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B24862D6-B81B-468A-8505-19420DF3053B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C56C53EC-F522-4C1B-A9FE-5460A11460E0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EAC25790-B651-4D44-AE0E-9415021CA93A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803C58D1-EC22-4E4C-8651-099AA7FE8E8E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E3B5DD21-FE6D-423F-A8BF-4794D5C95F65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852EA1D6-8EB6-42F9-B282-D80C7512DAC9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717997AB-7C7D-40BC-97C8-17EF495A4622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27662CEA-38BB-43D5-9565-8DEBE1112FF5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98E978FC-4874-4006-9CBD-037C38C54BE8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82C0A812-9327-43AC-A8A9-04DF170BC408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9" action="ppaction://hlinksldjump"/>
            <a:extLst>
              <a:ext uri="{FF2B5EF4-FFF2-40B4-BE49-F238E27FC236}">
                <a16:creationId xmlns:a16="http://schemas.microsoft.com/office/drawing/2014/main" id="{3082D65A-17CA-4EF5-B303-37407E2C01E4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0" action="ppaction://hlinksldjump"/>
            <a:extLst>
              <a:ext uri="{FF2B5EF4-FFF2-40B4-BE49-F238E27FC236}">
                <a16:creationId xmlns:a16="http://schemas.microsoft.com/office/drawing/2014/main" id="{80A359D9-446A-45CE-AE64-1E048849D1E7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1" action="ppaction://hlinksldjump"/>
            <a:extLst>
              <a:ext uri="{FF2B5EF4-FFF2-40B4-BE49-F238E27FC236}">
                <a16:creationId xmlns:a16="http://schemas.microsoft.com/office/drawing/2014/main" id="{882D3017-F077-4323-99EF-122FE0685DAE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2" action="ppaction://hlinksldjump"/>
            <a:extLst>
              <a:ext uri="{FF2B5EF4-FFF2-40B4-BE49-F238E27FC236}">
                <a16:creationId xmlns:a16="http://schemas.microsoft.com/office/drawing/2014/main" id="{E277654B-B9F5-43E9-9650-44BC366BD86F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3" action="ppaction://hlinksldjump"/>
            <a:extLst>
              <a:ext uri="{FF2B5EF4-FFF2-40B4-BE49-F238E27FC236}">
                <a16:creationId xmlns:a16="http://schemas.microsoft.com/office/drawing/2014/main" id="{DBC8D651-095C-4BEA-9B2E-CF881A6B1CC9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4" action="ppaction://hlinksldjump"/>
            <a:extLst>
              <a:ext uri="{FF2B5EF4-FFF2-40B4-BE49-F238E27FC236}">
                <a16:creationId xmlns:a16="http://schemas.microsoft.com/office/drawing/2014/main" id="{DDC069C1-0150-4712-9516-1C4F1C6143A8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5" action="ppaction://hlinksldjump"/>
            <a:extLst>
              <a:ext uri="{FF2B5EF4-FFF2-40B4-BE49-F238E27FC236}">
                <a16:creationId xmlns:a16="http://schemas.microsoft.com/office/drawing/2014/main" id="{A7D929C7-775B-42A1-8A9C-11F5CC6EA11E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6" action="ppaction://hlinksldjump"/>
            <a:extLst>
              <a:ext uri="{FF2B5EF4-FFF2-40B4-BE49-F238E27FC236}">
                <a16:creationId xmlns:a16="http://schemas.microsoft.com/office/drawing/2014/main" id="{C0D48FA7-137B-4FF8-BDB1-EB66527C27E2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7" action="ppaction://hlinksldjump"/>
            <a:extLst>
              <a:ext uri="{FF2B5EF4-FFF2-40B4-BE49-F238E27FC236}">
                <a16:creationId xmlns:a16="http://schemas.microsoft.com/office/drawing/2014/main" id="{1F0EFB09-6941-42F4-8D67-AAEB5D9BDD2C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8" action="ppaction://hlinksldjump"/>
            <a:extLst>
              <a:ext uri="{FF2B5EF4-FFF2-40B4-BE49-F238E27FC236}">
                <a16:creationId xmlns:a16="http://schemas.microsoft.com/office/drawing/2014/main" id="{53EA1A4D-4D6F-4ECE-AC91-3460EEC51B6B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9" action="ppaction://hlinksldjump"/>
            <a:extLst>
              <a:ext uri="{FF2B5EF4-FFF2-40B4-BE49-F238E27FC236}">
                <a16:creationId xmlns:a16="http://schemas.microsoft.com/office/drawing/2014/main" id="{4D0A65D8-6D6E-4DED-845F-7CB534833765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0" action="ppaction://hlinksldjump"/>
            <a:extLst>
              <a:ext uri="{FF2B5EF4-FFF2-40B4-BE49-F238E27FC236}">
                <a16:creationId xmlns:a16="http://schemas.microsoft.com/office/drawing/2014/main" id="{FC114921-FAA6-439E-8C76-EAE4EE610F9B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1" action="ppaction://hlinksldjump"/>
            <a:extLst>
              <a:ext uri="{FF2B5EF4-FFF2-40B4-BE49-F238E27FC236}">
                <a16:creationId xmlns:a16="http://schemas.microsoft.com/office/drawing/2014/main" id="{E71C4208-7D4C-490D-92F0-9C7CD5A368F4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2" action="ppaction://hlinksldjump"/>
            <a:extLst>
              <a:ext uri="{FF2B5EF4-FFF2-40B4-BE49-F238E27FC236}">
                <a16:creationId xmlns:a16="http://schemas.microsoft.com/office/drawing/2014/main" id="{97EC32F1-8F61-4A63-A923-FBDEED7CD484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3" action="ppaction://hlinksldjump"/>
            <a:extLst>
              <a:ext uri="{FF2B5EF4-FFF2-40B4-BE49-F238E27FC236}">
                <a16:creationId xmlns:a16="http://schemas.microsoft.com/office/drawing/2014/main" id="{46C503DF-1F4D-4438-A9BB-F09806E3BF0A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4" action="ppaction://hlinksldjump"/>
            <a:extLst>
              <a:ext uri="{FF2B5EF4-FFF2-40B4-BE49-F238E27FC236}">
                <a16:creationId xmlns:a16="http://schemas.microsoft.com/office/drawing/2014/main" id="{046475ED-91D2-451D-94D5-0F5985B9862D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7" action="ppaction://hlinksldjump"/>
            <a:extLst>
              <a:ext uri="{FF2B5EF4-FFF2-40B4-BE49-F238E27FC236}">
                <a16:creationId xmlns:a16="http://schemas.microsoft.com/office/drawing/2014/main" id="{FC21092D-6586-4A13-A3FF-C686A90E24C9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8" action="ppaction://hlinksldjump"/>
            <a:extLst>
              <a:ext uri="{FF2B5EF4-FFF2-40B4-BE49-F238E27FC236}">
                <a16:creationId xmlns:a16="http://schemas.microsoft.com/office/drawing/2014/main" id="{CAC9E886-1DF1-4F1E-8C96-458459E51BA2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9" action="ppaction://hlinksldjump"/>
            <a:extLst>
              <a:ext uri="{FF2B5EF4-FFF2-40B4-BE49-F238E27FC236}">
                <a16:creationId xmlns:a16="http://schemas.microsoft.com/office/drawing/2014/main" id="{11D911EA-B431-4239-B3E6-F007B28BCD81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0" action="ppaction://hlinksldjump"/>
            <a:extLst>
              <a:ext uri="{FF2B5EF4-FFF2-40B4-BE49-F238E27FC236}">
                <a16:creationId xmlns:a16="http://schemas.microsoft.com/office/drawing/2014/main" id="{580C92FB-EBF3-49E3-9C95-039548DCB4F8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1" action="ppaction://hlinksldjump"/>
            <a:extLst>
              <a:ext uri="{FF2B5EF4-FFF2-40B4-BE49-F238E27FC236}">
                <a16:creationId xmlns:a16="http://schemas.microsoft.com/office/drawing/2014/main" id="{51FB8F69-6800-4A82-8E01-38E1A99840E3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6" action="ppaction://hlinksldjump"/>
            <a:extLst>
              <a:ext uri="{FF2B5EF4-FFF2-40B4-BE49-F238E27FC236}">
                <a16:creationId xmlns:a16="http://schemas.microsoft.com/office/drawing/2014/main" id="{98BECC6A-D803-4064-8528-D064C0016AC8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2" action="ppaction://hlinksldjump"/>
            <a:extLst>
              <a:ext uri="{FF2B5EF4-FFF2-40B4-BE49-F238E27FC236}">
                <a16:creationId xmlns:a16="http://schemas.microsoft.com/office/drawing/2014/main" id="{75B7F892-147D-4A38-8774-6C541CF01AB6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3" action="ppaction://hlinksldjump"/>
            <a:extLst>
              <a:ext uri="{FF2B5EF4-FFF2-40B4-BE49-F238E27FC236}">
                <a16:creationId xmlns:a16="http://schemas.microsoft.com/office/drawing/2014/main" id="{DBE688E0-E031-44F8-8A4D-EDCAEA3BE887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4" action="ppaction://hlinksldjump"/>
            <a:extLst>
              <a:ext uri="{FF2B5EF4-FFF2-40B4-BE49-F238E27FC236}">
                <a16:creationId xmlns:a16="http://schemas.microsoft.com/office/drawing/2014/main" id="{77FCD86D-33BF-4AEF-BD38-277D1EA94DD9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5" action="ppaction://hlinksldjump"/>
            <a:extLst>
              <a:ext uri="{FF2B5EF4-FFF2-40B4-BE49-F238E27FC236}">
                <a16:creationId xmlns:a16="http://schemas.microsoft.com/office/drawing/2014/main" id="{3036D2FA-9F14-4E06-9C81-0E3AD17A52C6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A671A571-8A3B-46FF-B1F6-6306B354D5C7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065B1A81-9FEE-4369-841B-B301E435566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C8440EF-B8BC-4362-95D4-B78992E285F7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BC0148C8-C45E-48BA-A45A-B9B951E5A8B3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286ECEA8-F486-4E5F-8115-8849ED5EF990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79557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3AEFA718-4077-4EBC-B42B-089C16E3DD53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F44F167C-8138-4111-B176-03951B1B9B60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3830416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6CDD6AF-DA43-40D1-9EB6-AF03F2AE172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0B8F7C9-97D5-47A4-AFBB-C0C92E99091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0DC703D-C6CA-4772-A892-B059E6941FF5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B9BABF8-76CC-4F84-9B0A-60A540BDE40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4E0E7E66-9E94-422B-8476-965EDB8C609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73B607F4-A193-4A80-866F-0C57C1812606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063D3E2-813D-45E0-B2B5-8BBBBC7C4B32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25DBA68-5FE9-4998-81A9-887EAF92CE8A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F7473E3B-504A-4AA5-8AB6-89B6369CACB5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46556E9B-7032-4C7D-A317-B7CADCBD1229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3B5519C1-4804-4358-90CC-8B29A37CD68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6A176B2A-3AAD-40CB-B413-143D1A4F146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2B792B3-ABE2-44FF-84E2-A130451A4B1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E023105E-B2AE-46E6-8BBA-9A902733FAF5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AAD84016-AB68-45DD-8AD6-2A7A00DB4DA3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BA224B24-5348-451E-8ADF-E822B60C0265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88F3B441-EAAA-4EF8-84C6-A236258236C3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279DD245-3A76-4523-88AD-A6A26DFC48FC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DB18105F-0224-4618-A6D9-861EC2DD0536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D0182E72-8430-473A-8066-06C7B9BF2AC1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824D6651-1D1D-4306-9585-7F150978D50A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0373DD93-C9B4-4D27-B95F-76C045F37BE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30A21E51-462B-4291-8C6D-A663B02DB055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72B226EF-1A2F-4242-A50E-580A26F7A5C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D0F3902D-0A7F-425B-AFFE-E27904928078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0B20C8BE-C212-4638-A1F7-C38EF3EEB0AF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C12DABDF-D33C-4D49-AF00-4DAA87B08B11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EE4D3D2E-F298-4392-BC1A-6F6BE229BBCF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07BB1A9C-72BA-44E4-A3DC-7E29A613DA78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9" action="ppaction://hlinksldjump"/>
            <a:extLst>
              <a:ext uri="{FF2B5EF4-FFF2-40B4-BE49-F238E27FC236}">
                <a16:creationId xmlns:a16="http://schemas.microsoft.com/office/drawing/2014/main" id="{8FAF55D5-D75C-4AEB-8C4F-03E06350D060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0" action="ppaction://hlinksldjump"/>
            <a:extLst>
              <a:ext uri="{FF2B5EF4-FFF2-40B4-BE49-F238E27FC236}">
                <a16:creationId xmlns:a16="http://schemas.microsoft.com/office/drawing/2014/main" id="{F2DE6109-E34E-4755-AF4C-83526E778D3C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1" action="ppaction://hlinksldjump"/>
            <a:extLst>
              <a:ext uri="{FF2B5EF4-FFF2-40B4-BE49-F238E27FC236}">
                <a16:creationId xmlns:a16="http://schemas.microsoft.com/office/drawing/2014/main" id="{7FA2BB1A-BA26-499F-841A-80DA50650296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2" action="ppaction://hlinksldjump"/>
            <a:extLst>
              <a:ext uri="{FF2B5EF4-FFF2-40B4-BE49-F238E27FC236}">
                <a16:creationId xmlns:a16="http://schemas.microsoft.com/office/drawing/2014/main" id="{0911613C-8615-41BC-A856-F7A3E45F243C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3" action="ppaction://hlinksldjump"/>
            <a:extLst>
              <a:ext uri="{FF2B5EF4-FFF2-40B4-BE49-F238E27FC236}">
                <a16:creationId xmlns:a16="http://schemas.microsoft.com/office/drawing/2014/main" id="{FBDB6E9C-3853-4DA1-BEAC-29C18999D51B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4" action="ppaction://hlinksldjump"/>
            <a:extLst>
              <a:ext uri="{FF2B5EF4-FFF2-40B4-BE49-F238E27FC236}">
                <a16:creationId xmlns:a16="http://schemas.microsoft.com/office/drawing/2014/main" id="{0579CAE6-3FA7-4282-9186-E9CB9D26CE91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5" action="ppaction://hlinksldjump"/>
            <a:extLst>
              <a:ext uri="{FF2B5EF4-FFF2-40B4-BE49-F238E27FC236}">
                <a16:creationId xmlns:a16="http://schemas.microsoft.com/office/drawing/2014/main" id="{110E9E81-8AFE-4EE9-A2A7-85B5578DDDC8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6" action="ppaction://hlinksldjump"/>
            <a:extLst>
              <a:ext uri="{FF2B5EF4-FFF2-40B4-BE49-F238E27FC236}">
                <a16:creationId xmlns:a16="http://schemas.microsoft.com/office/drawing/2014/main" id="{1A3F7ACF-A9BC-46D8-A298-5E3661A8A348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7" action="ppaction://hlinksldjump"/>
            <a:extLst>
              <a:ext uri="{FF2B5EF4-FFF2-40B4-BE49-F238E27FC236}">
                <a16:creationId xmlns:a16="http://schemas.microsoft.com/office/drawing/2014/main" id="{C4D9B56D-491E-4237-A9AB-B603FB863006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8" action="ppaction://hlinksldjump"/>
            <a:extLst>
              <a:ext uri="{FF2B5EF4-FFF2-40B4-BE49-F238E27FC236}">
                <a16:creationId xmlns:a16="http://schemas.microsoft.com/office/drawing/2014/main" id="{D3DF28E5-FDEA-45E9-90C1-871D4FCEB7C0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9" action="ppaction://hlinksldjump"/>
            <a:extLst>
              <a:ext uri="{FF2B5EF4-FFF2-40B4-BE49-F238E27FC236}">
                <a16:creationId xmlns:a16="http://schemas.microsoft.com/office/drawing/2014/main" id="{D36CC58C-2201-446A-AC74-C34828A004F9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0" action="ppaction://hlinksldjump"/>
            <a:extLst>
              <a:ext uri="{FF2B5EF4-FFF2-40B4-BE49-F238E27FC236}">
                <a16:creationId xmlns:a16="http://schemas.microsoft.com/office/drawing/2014/main" id="{258BF301-F650-459C-923E-E13B1446BA54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1" action="ppaction://hlinksldjump"/>
            <a:extLst>
              <a:ext uri="{FF2B5EF4-FFF2-40B4-BE49-F238E27FC236}">
                <a16:creationId xmlns:a16="http://schemas.microsoft.com/office/drawing/2014/main" id="{7715A0A8-44FD-4AF2-977D-0EF9CB7F16C5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2" action="ppaction://hlinksldjump"/>
            <a:extLst>
              <a:ext uri="{FF2B5EF4-FFF2-40B4-BE49-F238E27FC236}">
                <a16:creationId xmlns:a16="http://schemas.microsoft.com/office/drawing/2014/main" id="{B1A736EA-9C84-4553-95BB-F8B6B61F0641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3" action="ppaction://hlinksldjump"/>
            <a:extLst>
              <a:ext uri="{FF2B5EF4-FFF2-40B4-BE49-F238E27FC236}">
                <a16:creationId xmlns:a16="http://schemas.microsoft.com/office/drawing/2014/main" id="{6227BC7A-E6CF-48A7-9E48-D29839E16B39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4" action="ppaction://hlinksldjump"/>
            <a:extLst>
              <a:ext uri="{FF2B5EF4-FFF2-40B4-BE49-F238E27FC236}">
                <a16:creationId xmlns:a16="http://schemas.microsoft.com/office/drawing/2014/main" id="{C53F532C-F6EA-4D30-9AE8-18AFDDA43E24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7" action="ppaction://hlinksldjump"/>
            <a:extLst>
              <a:ext uri="{FF2B5EF4-FFF2-40B4-BE49-F238E27FC236}">
                <a16:creationId xmlns:a16="http://schemas.microsoft.com/office/drawing/2014/main" id="{990414F1-D762-4AE6-8CF9-95000E84B1FD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8" action="ppaction://hlinksldjump"/>
            <a:extLst>
              <a:ext uri="{FF2B5EF4-FFF2-40B4-BE49-F238E27FC236}">
                <a16:creationId xmlns:a16="http://schemas.microsoft.com/office/drawing/2014/main" id="{01868606-FC99-4CEE-9C87-04A285B37BAF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9" action="ppaction://hlinksldjump"/>
            <a:extLst>
              <a:ext uri="{FF2B5EF4-FFF2-40B4-BE49-F238E27FC236}">
                <a16:creationId xmlns:a16="http://schemas.microsoft.com/office/drawing/2014/main" id="{1063187A-2B88-4EED-8E90-DA5BBD9C59AC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0" action="ppaction://hlinksldjump"/>
            <a:extLst>
              <a:ext uri="{FF2B5EF4-FFF2-40B4-BE49-F238E27FC236}">
                <a16:creationId xmlns:a16="http://schemas.microsoft.com/office/drawing/2014/main" id="{4873D338-E68D-482B-8FB4-065FC31D4B8A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1" action="ppaction://hlinksldjump"/>
            <a:extLst>
              <a:ext uri="{FF2B5EF4-FFF2-40B4-BE49-F238E27FC236}">
                <a16:creationId xmlns:a16="http://schemas.microsoft.com/office/drawing/2014/main" id="{00912027-A03F-4A77-9A76-444E8A9F5433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6" action="ppaction://hlinksldjump"/>
            <a:extLst>
              <a:ext uri="{FF2B5EF4-FFF2-40B4-BE49-F238E27FC236}">
                <a16:creationId xmlns:a16="http://schemas.microsoft.com/office/drawing/2014/main" id="{8B6CEA6E-02DF-44F1-8982-EFD455FA6B15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2" action="ppaction://hlinksldjump"/>
            <a:extLst>
              <a:ext uri="{FF2B5EF4-FFF2-40B4-BE49-F238E27FC236}">
                <a16:creationId xmlns:a16="http://schemas.microsoft.com/office/drawing/2014/main" id="{BDCFB909-0B10-49D6-B72C-465F7DE9721A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3" action="ppaction://hlinksldjump"/>
            <a:extLst>
              <a:ext uri="{FF2B5EF4-FFF2-40B4-BE49-F238E27FC236}">
                <a16:creationId xmlns:a16="http://schemas.microsoft.com/office/drawing/2014/main" id="{3622B1E3-76F9-459E-993A-F6D38199FF92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4" action="ppaction://hlinksldjump"/>
            <a:extLst>
              <a:ext uri="{FF2B5EF4-FFF2-40B4-BE49-F238E27FC236}">
                <a16:creationId xmlns:a16="http://schemas.microsoft.com/office/drawing/2014/main" id="{202208CE-3D09-4ACA-A7B3-F76BCD4246C0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5" action="ppaction://hlinksldjump"/>
            <a:extLst>
              <a:ext uri="{FF2B5EF4-FFF2-40B4-BE49-F238E27FC236}">
                <a16:creationId xmlns:a16="http://schemas.microsoft.com/office/drawing/2014/main" id="{C7D0891F-7705-4467-AA64-5BEFA7F5882E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471D3D84-D298-4ABB-9EBF-7D58B85B0961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ECF1A023-AAE3-41C2-8D52-2FDC35BCB9AC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42DDA50-EB50-4F24-92CC-CDB770C6E947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11AFD4B8-BA83-4ADB-BD25-065FEE7357FB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664AF66E-2646-4B3B-8E64-6150DF84040A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49967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2C29DB60-E597-491F-8A1C-0E010D45B4F1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7396F9D4-6A84-4997-979C-401B2EFF2E29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4231773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FCDF3F4-800E-42EB-837D-40150CE09B89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ABAE70C6-0692-4C77-AC0D-CFB4938EE89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ADF9A37F-B4C2-446A-B2C0-0E1FFC9F91D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C880C4DC-617D-40CF-A94C-E8A81DD39A7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0B5A2D5F-A536-4C11-BA35-A5F761C6D8E3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C23F1D1F-6DC2-477E-B3ED-6A71B09E443F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430CE374-F16F-433E-B398-27AEC2BB4F94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0ED8A3E6-B1BB-4C0F-A238-34C53BABA0F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6DC2F80C-95EB-4FD5-A5A7-906B7BE012EF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8E83F45D-BFA0-454A-970A-0F468F698076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05503902-A880-4C66-A6B8-7A9BDA062CE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45D625D0-6C11-40FF-80F7-0CE9ABBF33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6385C95-52AE-4DF8-91D5-7BCAF91429FF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43C69085-C45D-454A-AB7E-2F47DB80C979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F48C0697-4CB1-47B7-B976-AF4E38EA2A73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5EDAF09F-9C25-4C3A-BD1A-24DEBFE09891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F6FB72A3-0A00-48CF-89FD-6095DA4BBBD4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9F3E99EC-4643-4A13-963E-0182DF0E65B5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8B2C0EC1-2DB9-4991-8CC3-B53569630577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93104C65-7E21-495F-A6F8-BA1ACEF24469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19F451AD-716D-44C1-846F-9AE76D151BE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E482F413-7C5E-453C-9879-3A81C0CC54F5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2B0A3D23-3368-425C-8E49-A07CFDC9A8B6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8AE7A00D-8743-42BE-89A7-CC1EF6946095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539CED36-3484-4942-B0AB-686BE1150E46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9E2A9A41-4889-471B-AD98-4DB3D72ED397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F87FB7C2-02F6-41F1-97E0-CE01491A4298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984BEFAF-3B89-4640-8BC7-4AC51E4756C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00AA1970-D62F-4169-A2E4-E02E94B59EF5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9" action="ppaction://hlinksldjump"/>
            <a:extLst>
              <a:ext uri="{FF2B5EF4-FFF2-40B4-BE49-F238E27FC236}">
                <a16:creationId xmlns:a16="http://schemas.microsoft.com/office/drawing/2014/main" id="{CBAB14BD-D7BB-4E0C-8CAA-D8D9EB9E4A65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0" action="ppaction://hlinksldjump"/>
            <a:extLst>
              <a:ext uri="{FF2B5EF4-FFF2-40B4-BE49-F238E27FC236}">
                <a16:creationId xmlns:a16="http://schemas.microsoft.com/office/drawing/2014/main" id="{216B9E7B-8AC0-431B-83C3-6413D1836EEA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1" action="ppaction://hlinksldjump"/>
            <a:extLst>
              <a:ext uri="{FF2B5EF4-FFF2-40B4-BE49-F238E27FC236}">
                <a16:creationId xmlns:a16="http://schemas.microsoft.com/office/drawing/2014/main" id="{D982D0D3-ADC2-4DDA-AE9B-967B97AE955B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2" action="ppaction://hlinksldjump"/>
            <a:extLst>
              <a:ext uri="{FF2B5EF4-FFF2-40B4-BE49-F238E27FC236}">
                <a16:creationId xmlns:a16="http://schemas.microsoft.com/office/drawing/2014/main" id="{A41CBF52-DF97-46E9-8528-5CF059E7DF66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3" action="ppaction://hlinksldjump"/>
            <a:extLst>
              <a:ext uri="{FF2B5EF4-FFF2-40B4-BE49-F238E27FC236}">
                <a16:creationId xmlns:a16="http://schemas.microsoft.com/office/drawing/2014/main" id="{9EFB2C0F-ACCF-44BE-A13A-FEE2918DC4A9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4" action="ppaction://hlinksldjump"/>
            <a:extLst>
              <a:ext uri="{FF2B5EF4-FFF2-40B4-BE49-F238E27FC236}">
                <a16:creationId xmlns:a16="http://schemas.microsoft.com/office/drawing/2014/main" id="{F9E3DADD-30B1-4038-B5E5-F0B6E97B3849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5" action="ppaction://hlinksldjump"/>
            <a:extLst>
              <a:ext uri="{FF2B5EF4-FFF2-40B4-BE49-F238E27FC236}">
                <a16:creationId xmlns:a16="http://schemas.microsoft.com/office/drawing/2014/main" id="{E13216BC-4D71-4BBA-9599-5DE3E03B5E82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6" action="ppaction://hlinksldjump"/>
            <a:extLst>
              <a:ext uri="{FF2B5EF4-FFF2-40B4-BE49-F238E27FC236}">
                <a16:creationId xmlns:a16="http://schemas.microsoft.com/office/drawing/2014/main" id="{D4D5C95F-EAC4-4271-8189-480ACDDC5304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7" action="ppaction://hlinksldjump"/>
            <a:extLst>
              <a:ext uri="{FF2B5EF4-FFF2-40B4-BE49-F238E27FC236}">
                <a16:creationId xmlns:a16="http://schemas.microsoft.com/office/drawing/2014/main" id="{BB91BF7D-B3E2-4FA5-AAFC-54822D5DA0AF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8" action="ppaction://hlinksldjump"/>
            <a:extLst>
              <a:ext uri="{FF2B5EF4-FFF2-40B4-BE49-F238E27FC236}">
                <a16:creationId xmlns:a16="http://schemas.microsoft.com/office/drawing/2014/main" id="{BB7CAB6D-B4E7-457F-A4B1-C306C41B10C1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9" action="ppaction://hlinksldjump"/>
            <a:extLst>
              <a:ext uri="{FF2B5EF4-FFF2-40B4-BE49-F238E27FC236}">
                <a16:creationId xmlns:a16="http://schemas.microsoft.com/office/drawing/2014/main" id="{0D453DE3-DDB0-475E-8658-8F394DD58584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0" action="ppaction://hlinksldjump"/>
            <a:extLst>
              <a:ext uri="{FF2B5EF4-FFF2-40B4-BE49-F238E27FC236}">
                <a16:creationId xmlns:a16="http://schemas.microsoft.com/office/drawing/2014/main" id="{D9ACD628-D28C-43C1-A4DE-DB46870CE87E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1" action="ppaction://hlinksldjump"/>
            <a:extLst>
              <a:ext uri="{FF2B5EF4-FFF2-40B4-BE49-F238E27FC236}">
                <a16:creationId xmlns:a16="http://schemas.microsoft.com/office/drawing/2014/main" id="{A5E35064-2FC1-4689-9D5F-0237AFB13DA2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2" action="ppaction://hlinksldjump"/>
            <a:extLst>
              <a:ext uri="{FF2B5EF4-FFF2-40B4-BE49-F238E27FC236}">
                <a16:creationId xmlns:a16="http://schemas.microsoft.com/office/drawing/2014/main" id="{8DADEA2A-C4E2-4490-92AB-95BB155D42BD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3" action="ppaction://hlinksldjump"/>
            <a:extLst>
              <a:ext uri="{FF2B5EF4-FFF2-40B4-BE49-F238E27FC236}">
                <a16:creationId xmlns:a16="http://schemas.microsoft.com/office/drawing/2014/main" id="{3B40D358-4B9F-46FE-A82D-C74F1FC81E47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4" action="ppaction://hlinksldjump"/>
            <a:extLst>
              <a:ext uri="{FF2B5EF4-FFF2-40B4-BE49-F238E27FC236}">
                <a16:creationId xmlns:a16="http://schemas.microsoft.com/office/drawing/2014/main" id="{0C416245-27D9-4A98-88D7-CEE5DB502BA5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7" action="ppaction://hlinksldjump"/>
            <a:extLst>
              <a:ext uri="{FF2B5EF4-FFF2-40B4-BE49-F238E27FC236}">
                <a16:creationId xmlns:a16="http://schemas.microsoft.com/office/drawing/2014/main" id="{242DB220-9754-4798-9F0F-B9AB508D1203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8" action="ppaction://hlinksldjump"/>
            <a:extLst>
              <a:ext uri="{FF2B5EF4-FFF2-40B4-BE49-F238E27FC236}">
                <a16:creationId xmlns:a16="http://schemas.microsoft.com/office/drawing/2014/main" id="{37CFA581-6C80-4F07-B418-60A00065CA35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9" action="ppaction://hlinksldjump"/>
            <a:extLst>
              <a:ext uri="{FF2B5EF4-FFF2-40B4-BE49-F238E27FC236}">
                <a16:creationId xmlns:a16="http://schemas.microsoft.com/office/drawing/2014/main" id="{46FD91D4-1DC1-4F82-B958-C8A49D3EC9D7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0" action="ppaction://hlinksldjump"/>
            <a:extLst>
              <a:ext uri="{FF2B5EF4-FFF2-40B4-BE49-F238E27FC236}">
                <a16:creationId xmlns:a16="http://schemas.microsoft.com/office/drawing/2014/main" id="{475BE665-B4FF-4CC3-8F71-55ABDCF2B66B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1" action="ppaction://hlinksldjump"/>
            <a:extLst>
              <a:ext uri="{FF2B5EF4-FFF2-40B4-BE49-F238E27FC236}">
                <a16:creationId xmlns:a16="http://schemas.microsoft.com/office/drawing/2014/main" id="{87189C28-E563-4572-AE35-4B147A75EBC9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6" action="ppaction://hlinksldjump"/>
            <a:extLst>
              <a:ext uri="{FF2B5EF4-FFF2-40B4-BE49-F238E27FC236}">
                <a16:creationId xmlns:a16="http://schemas.microsoft.com/office/drawing/2014/main" id="{FD10ABC1-CD48-46EE-B2D6-8EA6CEC9B65A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2" action="ppaction://hlinksldjump"/>
            <a:extLst>
              <a:ext uri="{FF2B5EF4-FFF2-40B4-BE49-F238E27FC236}">
                <a16:creationId xmlns:a16="http://schemas.microsoft.com/office/drawing/2014/main" id="{F1CDC084-ED92-4E42-8CA3-0CF372B5EE1B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3" action="ppaction://hlinksldjump"/>
            <a:extLst>
              <a:ext uri="{FF2B5EF4-FFF2-40B4-BE49-F238E27FC236}">
                <a16:creationId xmlns:a16="http://schemas.microsoft.com/office/drawing/2014/main" id="{A6ECD6DE-7095-491C-BD49-ACBAEB403A9B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4" action="ppaction://hlinksldjump"/>
            <a:extLst>
              <a:ext uri="{FF2B5EF4-FFF2-40B4-BE49-F238E27FC236}">
                <a16:creationId xmlns:a16="http://schemas.microsoft.com/office/drawing/2014/main" id="{782E399C-AF40-4A52-B813-5F8990BC0427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5" action="ppaction://hlinksldjump"/>
            <a:extLst>
              <a:ext uri="{FF2B5EF4-FFF2-40B4-BE49-F238E27FC236}">
                <a16:creationId xmlns:a16="http://schemas.microsoft.com/office/drawing/2014/main" id="{518E6726-45CA-4768-9606-482057FE12BE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9FB4FED8-3B15-4C54-9434-FDE4F6F829A1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67C56C87-53A3-413A-8531-4825D8ABE49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94A33FB-DEBA-45A9-B40C-08802866BAE5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37D31CD8-A77F-453B-B655-550CB9DB3B9D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EB18A409-7E86-4196-80A4-8265DBC59E0C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486366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D4CB143F-C71D-4AF5-9EFE-7F4EDB0AAA97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1768A4EE-7BED-4E33-BAF0-7FA682B6F786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4629800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F9D75714-B317-4AA8-B954-12284D43AC1F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A711377-026F-40CB-80C8-7C08C1774316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188A0D7F-C44A-4C21-981E-FAE72C1AF570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EF75CD58-7997-44BB-B648-0E2DBDC1E3B7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889B16B2-E88D-436F-8FB6-43FE6972DEFB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C7C1FFBA-F203-425D-8D4F-C4CEF67054D4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89F6751-2932-474C-AB01-3213E0CC9FA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D53AF6F5-57EE-4CCB-A1F8-53134BEF88C9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AA480D2D-57F8-47A7-9F90-FB9B1936F6BC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53ABB6EB-5881-45CA-83AA-0E8B24A0F3B7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FCD5ACC3-D273-442E-B453-5CADA95CABD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7D3B30E0-4B6D-4095-A713-DBF410147F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50D5B62F-2350-440B-9FFA-686A5851384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AFDC1D55-5BD6-49C3-A57D-9FD1355E04A5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9FEB84A2-DDC9-4E25-974F-B5582615FA29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3539CDCC-C6E1-47C6-B6B1-D4BBAA9DE20E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06E0D8D8-78DE-4700-9CCD-D356568F97C5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774FA8A9-9E19-4FD8-AE56-FE62F23250BF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1687CD74-7975-490E-A472-E06F688F6D7B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2102FACD-3777-4F53-8DE7-011E0DF3A1A6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2FFF9106-E154-42BD-8EFB-04A876232C47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3253E694-D936-4E56-9882-086F7F2B0B4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6F1B81DE-B241-4E19-8C9F-3E4FF596F4AB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F8945579-3447-4FE4-958D-F7A2D55577EF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9BDAD934-1461-45D5-8271-E154AA7F6CEE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417D4D8-D215-44B4-A231-DCC306B1A6B3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12F2D63C-AC2A-47C0-9907-530711BC6D24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7A125423-32EE-4FCA-ADB0-78B39FE94E1E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7A24FBD5-491F-4C57-A5F6-FA6AEE6BE787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9" action="ppaction://hlinksldjump"/>
            <a:extLst>
              <a:ext uri="{FF2B5EF4-FFF2-40B4-BE49-F238E27FC236}">
                <a16:creationId xmlns:a16="http://schemas.microsoft.com/office/drawing/2014/main" id="{39636C7A-5D8B-4745-8E74-951D15883058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0" action="ppaction://hlinksldjump"/>
            <a:extLst>
              <a:ext uri="{FF2B5EF4-FFF2-40B4-BE49-F238E27FC236}">
                <a16:creationId xmlns:a16="http://schemas.microsoft.com/office/drawing/2014/main" id="{03CC4C83-EE4E-4DED-9781-67B0CC50E17C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1" action="ppaction://hlinksldjump"/>
            <a:extLst>
              <a:ext uri="{FF2B5EF4-FFF2-40B4-BE49-F238E27FC236}">
                <a16:creationId xmlns:a16="http://schemas.microsoft.com/office/drawing/2014/main" id="{73E4241D-29C2-485A-9714-176CEA6D2FB5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2" action="ppaction://hlinksldjump"/>
            <a:extLst>
              <a:ext uri="{FF2B5EF4-FFF2-40B4-BE49-F238E27FC236}">
                <a16:creationId xmlns:a16="http://schemas.microsoft.com/office/drawing/2014/main" id="{48C56F76-9B41-4585-B949-AE826A0031D0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3" action="ppaction://hlinksldjump"/>
            <a:extLst>
              <a:ext uri="{FF2B5EF4-FFF2-40B4-BE49-F238E27FC236}">
                <a16:creationId xmlns:a16="http://schemas.microsoft.com/office/drawing/2014/main" id="{FD3B6C98-AE3B-4459-BDE5-CF2C30A1D332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4" action="ppaction://hlinksldjump"/>
            <a:extLst>
              <a:ext uri="{FF2B5EF4-FFF2-40B4-BE49-F238E27FC236}">
                <a16:creationId xmlns:a16="http://schemas.microsoft.com/office/drawing/2014/main" id="{D70A5B27-2437-4497-935B-40C6D39E8D38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5" action="ppaction://hlinksldjump"/>
            <a:extLst>
              <a:ext uri="{FF2B5EF4-FFF2-40B4-BE49-F238E27FC236}">
                <a16:creationId xmlns:a16="http://schemas.microsoft.com/office/drawing/2014/main" id="{B9460267-CB1D-45C1-AA1C-E0E71852D314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6" action="ppaction://hlinksldjump"/>
            <a:extLst>
              <a:ext uri="{FF2B5EF4-FFF2-40B4-BE49-F238E27FC236}">
                <a16:creationId xmlns:a16="http://schemas.microsoft.com/office/drawing/2014/main" id="{F7A08E2B-B4EE-42F7-A7AA-65245C6EE0A4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7" action="ppaction://hlinksldjump"/>
            <a:extLst>
              <a:ext uri="{FF2B5EF4-FFF2-40B4-BE49-F238E27FC236}">
                <a16:creationId xmlns:a16="http://schemas.microsoft.com/office/drawing/2014/main" id="{3D952B65-74C7-4C69-A321-71D01D1C381B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8" action="ppaction://hlinksldjump"/>
            <a:extLst>
              <a:ext uri="{FF2B5EF4-FFF2-40B4-BE49-F238E27FC236}">
                <a16:creationId xmlns:a16="http://schemas.microsoft.com/office/drawing/2014/main" id="{AC2DE3E5-5D6A-41A4-BDC0-425E90313DF7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9" action="ppaction://hlinksldjump"/>
            <a:extLst>
              <a:ext uri="{FF2B5EF4-FFF2-40B4-BE49-F238E27FC236}">
                <a16:creationId xmlns:a16="http://schemas.microsoft.com/office/drawing/2014/main" id="{086BE2E6-0BAF-4D3E-820B-60430D191328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0" action="ppaction://hlinksldjump"/>
            <a:extLst>
              <a:ext uri="{FF2B5EF4-FFF2-40B4-BE49-F238E27FC236}">
                <a16:creationId xmlns:a16="http://schemas.microsoft.com/office/drawing/2014/main" id="{7604D1DF-BE08-443E-8265-2AAB84937C06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1" action="ppaction://hlinksldjump"/>
            <a:extLst>
              <a:ext uri="{FF2B5EF4-FFF2-40B4-BE49-F238E27FC236}">
                <a16:creationId xmlns:a16="http://schemas.microsoft.com/office/drawing/2014/main" id="{0AC1CC6D-665C-4817-BA13-A829F99A884C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2" action="ppaction://hlinksldjump"/>
            <a:extLst>
              <a:ext uri="{FF2B5EF4-FFF2-40B4-BE49-F238E27FC236}">
                <a16:creationId xmlns:a16="http://schemas.microsoft.com/office/drawing/2014/main" id="{2A8E2ACE-D22A-4A95-99B9-FEEA985CEB74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3" action="ppaction://hlinksldjump"/>
            <a:extLst>
              <a:ext uri="{FF2B5EF4-FFF2-40B4-BE49-F238E27FC236}">
                <a16:creationId xmlns:a16="http://schemas.microsoft.com/office/drawing/2014/main" id="{92B80A26-174C-4880-A1F0-702EBB99C474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4" action="ppaction://hlinksldjump"/>
            <a:extLst>
              <a:ext uri="{FF2B5EF4-FFF2-40B4-BE49-F238E27FC236}">
                <a16:creationId xmlns:a16="http://schemas.microsoft.com/office/drawing/2014/main" id="{28DF3F84-0025-41CE-B3A4-1417A2A0EED6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7" action="ppaction://hlinksldjump"/>
            <a:extLst>
              <a:ext uri="{FF2B5EF4-FFF2-40B4-BE49-F238E27FC236}">
                <a16:creationId xmlns:a16="http://schemas.microsoft.com/office/drawing/2014/main" id="{59CDCBEB-E827-4E39-8599-12981770F2FA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8" action="ppaction://hlinksldjump"/>
            <a:extLst>
              <a:ext uri="{FF2B5EF4-FFF2-40B4-BE49-F238E27FC236}">
                <a16:creationId xmlns:a16="http://schemas.microsoft.com/office/drawing/2014/main" id="{F9B0DE25-408B-4C91-AD3E-32E7BC7DDD54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9" action="ppaction://hlinksldjump"/>
            <a:extLst>
              <a:ext uri="{FF2B5EF4-FFF2-40B4-BE49-F238E27FC236}">
                <a16:creationId xmlns:a16="http://schemas.microsoft.com/office/drawing/2014/main" id="{7E3DA28C-4639-461E-A105-59DEEA1A569F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0" action="ppaction://hlinksldjump"/>
            <a:extLst>
              <a:ext uri="{FF2B5EF4-FFF2-40B4-BE49-F238E27FC236}">
                <a16:creationId xmlns:a16="http://schemas.microsoft.com/office/drawing/2014/main" id="{4EDA4BB5-5334-42AA-8CCD-85D0BC7CAF06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1" action="ppaction://hlinksldjump"/>
            <a:extLst>
              <a:ext uri="{FF2B5EF4-FFF2-40B4-BE49-F238E27FC236}">
                <a16:creationId xmlns:a16="http://schemas.microsoft.com/office/drawing/2014/main" id="{1973CDCA-A646-4271-AA30-4C30F2DDF27C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6" action="ppaction://hlinksldjump"/>
            <a:extLst>
              <a:ext uri="{FF2B5EF4-FFF2-40B4-BE49-F238E27FC236}">
                <a16:creationId xmlns:a16="http://schemas.microsoft.com/office/drawing/2014/main" id="{95DB6E76-C3E8-4AB4-AEE4-6901881344B6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2" action="ppaction://hlinksldjump"/>
            <a:extLst>
              <a:ext uri="{FF2B5EF4-FFF2-40B4-BE49-F238E27FC236}">
                <a16:creationId xmlns:a16="http://schemas.microsoft.com/office/drawing/2014/main" id="{8EEAC1C0-E2E0-4CF8-82F9-BAD3B9B75018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3" action="ppaction://hlinksldjump"/>
            <a:extLst>
              <a:ext uri="{FF2B5EF4-FFF2-40B4-BE49-F238E27FC236}">
                <a16:creationId xmlns:a16="http://schemas.microsoft.com/office/drawing/2014/main" id="{EB746711-D381-418F-8D0C-ACE17CBEB9D8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4" action="ppaction://hlinksldjump"/>
            <a:extLst>
              <a:ext uri="{FF2B5EF4-FFF2-40B4-BE49-F238E27FC236}">
                <a16:creationId xmlns:a16="http://schemas.microsoft.com/office/drawing/2014/main" id="{C21DA4A6-035D-4EEA-8FDF-251B5681D424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5" action="ppaction://hlinksldjump"/>
            <a:extLst>
              <a:ext uri="{FF2B5EF4-FFF2-40B4-BE49-F238E27FC236}">
                <a16:creationId xmlns:a16="http://schemas.microsoft.com/office/drawing/2014/main" id="{56CC79EE-A09D-45F4-B7C3-E5F0FFCCDCA6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9F81D149-F349-42BF-A923-138232DDC72C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EB42C710-9231-4112-8A0C-0F9DD8F3599E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EE6ADA9C-E545-4DCD-BFE8-18AA5A91845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3CFEB379-B1DF-447F-A2DD-701EBC7EBDA4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8B0406AD-08A2-4534-9043-D1234F4E235C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520623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182F64B1-0288-4331-8DB9-BAB1D94F2421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023C51A7-4B30-4129-B00F-AB347DFDBB13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5031727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4B3AE361-4315-4F09-AD1F-53F20393589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E9F1E648-C8B7-4274-9C09-6F6FD8746F9F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AD247858-6C1F-4B24-B62D-601DBF8FE92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C3FDD3B-C192-4ED5-B599-0D8481CF3E19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65B2DF69-C214-4D65-B7E9-B264B1896095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6580CFC8-1170-419C-A90F-664AE0C8ACB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8EDE764C-4C0D-4EC3-AB3C-552AAAAEA47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02E68CE1-7CD0-40E7-B396-3B322617EDE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49783B33-981C-4B13-A196-B73A20756569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1B56863C-3759-474B-B382-3512F42D8CF4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02D02286-7F70-48F1-948E-5134860D27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13271ED8-1F4A-48C5-8CB1-FC5E4EFF28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12D207D1-781B-421C-9363-474F85DDE27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687B3BAF-E1B9-4EB5-B75A-6A180C67A4F4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978CFDC0-11C2-4752-9A30-7C5C327AA59C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D571A1BE-5812-41D6-9913-C7C21ED4AA3E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B3096367-5445-4D03-B036-017BABA4C850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2919BF2C-EE64-4B66-AA09-B84F45F087C0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25C7F67D-09F6-43A5-BF63-2186C964DA2D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638A2CC9-BA8C-4448-8CD3-96B9DABE58C5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63D5D273-EE41-4784-A33A-7522C4A5F7BE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1C395957-AF1A-45EE-964A-F16702C2E5A9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4CD7180E-D42C-4DCA-BB17-3068159EA7D9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C40FB7A4-A6E5-4867-A085-0654D2864F1A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6E925058-EEDC-4BE1-9F6E-9E9F215528FC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9119605C-5210-4D0E-9183-AD666E255169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7AD86AAA-D789-44B8-A6E9-F84F4DFE107D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A8CDBC64-6D27-4954-AABB-CAA5EA821264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13096696-5B2D-4322-92DF-4A3AF714E600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9" action="ppaction://hlinksldjump"/>
            <a:extLst>
              <a:ext uri="{FF2B5EF4-FFF2-40B4-BE49-F238E27FC236}">
                <a16:creationId xmlns:a16="http://schemas.microsoft.com/office/drawing/2014/main" id="{FFEEF998-6826-4E7F-B040-0C4AD83D492B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0" action="ppaction://hlinksldjump"/>
            <a:extLst>
              <a:ext uri="{FF2B5EF4-FFF2-40B4-BE49-F238E27FC236}">
                <a16:creationId xmlns:a16="http://schemas.microsoft.com/office/drawing/2014/main" id="{9627D528-5797-4975-AF7B-026954F545A6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1" action="ppaction://hlinksldjump"/>
            <a:extLst>
              <a:ext uri="{FF2B5EF4-FFF2-40B4-BE49-F238E27FC236}">
                <a16:creationId xmlns:a16="http://schemas.microsoft.com/office/drawing/2014/main" id="{CFEAC383-B718-4B60-8FCE-550562135B90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2" action="ppaction://hlinksldjump"/>
            <a:extLst>
              <a:ext uri="{FF2B5EF4-FFF2-40B4-BE49-F238E27FC236}">
                <a16:creationId xmlns:a16="http://schemas.microsoft.com/office/drawing/2014/main" id="{552BBA31-6F9C-4C3C-A25C-7B648B2613F3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3" action="ppaction://hlinksldjump"/>
            <a:extLst>
              <a:ext uri="{FF2B5EF4-FFF2-40B4-BE49-F238E27FC236}">
                <a16:creationId xmlns:a16="http://schemas.microsoft.com/office/drawing/2014/main" id="{5C4413D3-750B-4F61-8115-D89C856118B1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4" action="ppaction://hlinksldjump"/>
            <a:extLst>
              <a:ext uri="{FF2B5EF4-FFF2-40B4-BE49-F238E27FC236}">
                <a16:creationId xmlns:a16="http://schemas.microsoft.com/office/drawing/2014/main" id="{63F9D160-F959-46A5-B172-E6F8E4272995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5" action="ppaction://hlinksldjump"/>
            <a:extLst>
              <a:ext uri="{FF2B5EF4-FFF2-40B4-BE49-F238E27FC236}">
                <a16:creationId xmlns:a16="http://schemas.microsoft.com/office/drawing/2014/main" id="{FDFF6CD8-F971-4F7E-8CA3-601A708DF2EA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6" action="ppaction://hlinksldjump"/>
            <a:extLst>
              <a:ext uri="{FF2B5EF4-FFF2-40B4-BE49-F238E27FC236}">
                <a16:creationId xmlns:a16="http://schemas.microsoft.com/office/drawing/2014/main" id="{BCEA1D10-31E6-400B-902F-B5CF53ED9278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7" action="ppaction://hlinksldjump"/>
            <a:extLst>
              <a:ext uri="{FF2B5EF4-FFF2-40B4-BE49-F238E27FC236}">
                <a16:creationId xmlns:a16="http://schemas.microsoft.com/office/drawing/2014/main" id="{7F4DFA2C-62A0-4C34-854C-5500CA371731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8" action="ppaction://hlinksldjump"/>
            <a:extLst>
              <a:ext uri="{FF2B5EF4-FFF2-40B4-BE49-F238E27FC236}">
                <a16:creationId xmlns:a16="http://schemas.microsoft.com/office/drawing/2014/main" id="{CD7C4ED3-4995-4FC2-8E70-C3711737174C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9" action="ppaction://hlinksldjump"/>
            <a:extLst>
              <a:ext uri="{FF2B5EF4-FFF2-40B4-BE49-F238E27FC236}">
                <a16:creationId xmlns:a16="http://schemas.microsoft.com/office/drawing/2014/main" id="{15517401-05F5-44C3-ACF4-EA868F11A7FE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0" action="ppaction://hlinksldjump"/>
            <a:extLst>
              <a:ext uri="{FF2B5EF4-FFF2-40B4-BE49-F238E27FC236}">
                <a16:creationId xmlns:a16="http://schemas.microsoft.com/office/drawing/2014/main" id="{CBE20B4D-157B-4FD8-BCE8-79D8F885F202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1" action="ppaction://hlinksldjump"/>
            <a:extLst>
              <a:ext uri="{FF2B5EF4-FFF2-40B4-BE49-F238E27FC236}">
                <a16:creationId xmlns:a16="http://schemas.microsoft.com/office/drawing/2014/main" id="{5BD4ADAB-2D1C-4DCE-B4D0-2E55796A3796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2" action="ppaction://hlinksldjump"/>
            <a:extLst>
              <a:ext uri="{FF2B5EF4-FFF2-40B4-BE49-F238E27FC236}">
                <a16:creationId xmlns:a16="http://schemas.microsoft.com/office/drawing/2014/main" id="{2260F1A1-343D-4D52-91C0-AD7AC5AD5B81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3" action="ppaction://hlinksldjump"/>
            <a:extLst>
              <a:ext uri="{FF2B5EF4-FFF2-40B4-BE49-F238E27FC236}">
                <a16:creationId xmlns:a16="http://schemas.microsoft.com/office/drawing/2014/main" id="{60F0D09D-EBA4-411B-B34F-8E1AD4E07AF3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4" action="ppaction://hlinksldjump"/>
            <a:extLst>
              <a:ext uri="{FF2B5EF4-FFF2-40B4-BE49-F238E27FC236}">
                <a16:creationId xmlns:a16="http://schemas.microsoft.com/office/drawing/2014/main" id="{9D4C41CE-9556-4353-BD4D-11A39E50DAEB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7" action="ppaction://hlinksldjump"/>
            <a:extLst>
              <a:ext uri="{FF2B5EF4-FFF2-40B4-BE49-F238E27FC236}">
                <a16:creationId xmlns:a16="http://schemas.microsoft.com/office/drawing/2014/main" id="{298B41D3-9681-4AD3-82B2-988E2AAFEC1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8" action="ppaction://hlinksldjump"/>
            <a:extLst>
              <a:ext uri="{FF2B5EF4-FFF2-40B4-BE49-F238E27FC236}">
                <a16:creationId xmlns:a16="http://schemas.microsoft.com/office/drawing/2014/main" id="{EFC27140-6C50-4341-A876-99F8F6FC3FD7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9" action="ppaction://hlinksldjump"/>
            <a:extLst>
              <a:ext uri="{FF2B5EF4-FFF2-40B4-BE49-F238E27FC236}">
                <a16:creationId xmlns:a16="http://schemas.microsoft.com/office/drawing/2014/main" id="{4F0A2D62-51CC-41F9-BAC1-0B7EEA009705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0" action="ppaction://hlinksldjump"/>
            <a:extLst>
              <a:ext uri="{FF2B5EF4-FFF2-40B4-BE49-F238E27FC236}">
                <a16:creationId xmlns:a16="http://schemas.microsoft.com/office/drawing/2014/main" id="{B920755E-0FC8-4E1D-A8F4-3B962D155920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1" action="ppaction://hlinksldjump"/>
            <a:extLst>
              <a:ext uri="{FF2B5EF4-FFF2-40B4-BE49-F238E27FC236}">
                <a16:creationId xmlns:a16="http://schemas.microsoft.com/office/drawing/2014/main" id="{E5FC4FE6-208F-40F4-9547-31110B2B82A7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6" action="ppaction://hlinksldjump"/>
            <a:extLst>
              <a:ext uri="{FF2B5EF4-FFF2-40B4-BE49-F238E27FC236}">
                <a16:creationId xmlns:a16="http://schemas.microsoft.com/office/drawing/2014/main" id="{70560229-EA5F-4A97-8345-23418E6052B8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2" action="ppaction://hlinksldjump"/>
            <a:extLst>
              <a:ext uri="{FF2B5EF4-FFF2-40B4-BE49-F238E27FC236}">
                <a16:creationId xmlns:a16="http://schemas.microsoft.com/office/drawing/2014/main" id="{1EBBD8AB-3DB0-4F5C-B4EE-4939634AD5B2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3" action="ppaction://hlinksldjump"/>
            <a:extLst>
              <a:ext uri="{FF2B5EF4-FFF2-40B4-BE49-F238E27FC236}">
                <a16:creationId xmlns:a16="http://schemas.microsoft.com/office/drawing/2014/main" id="{E5F9EECC-7A34-4E41-8D5B-CF7F40825865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4" action="ppaction://hlinksldjump"/>
            <a:extLst>
              <a:ext uri="{FF2B5EF4-FFF2-40B4-BE49-F238E27FC236}">
                <a16:creationId xmlns:a16="http://schemas.microsoft.com/office/drawing/2014/main" id="{5EC787B5-C7A8-496B-8C41-032CE629A41A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5" action="ppaction://hlinksldjump"/>
            <a:extLst>
              <a:ext uri="{FF2B5EF4-FFF2-40B4-BE49-F238E27FC236}">
                <a16:creationId xmlns:a16="http://schemas.microsoft.com/office/drawing/2014/main" id="{39BA625F-892D-4720-868C-25CC17479F50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F5CDA356-EC64-456D-BC36-D09EFEEEF0AC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46490582-9D38-4CF8-9CCF-FBC00D680F6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433E6F-ABD0-4E11-A9F2-D4FC89F825CE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0DB24ED3-AFD1-4E87-BB21-64FAFE4F9C9C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F9741C5A-BD57-43C2-B754-1A96224A1BCD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608153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E70BFA1D-4B1A-4891-9262-BB7300A25474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EBAF69DA-3CF8-4159-967C-429A629514EA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5436011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C926936-19F1-42D1-B479-47428EE31FA3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1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1508AD33-8B9E-48DA-A269-4FD9CE33696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4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63CC527-95EF-4A8B-8D41-9E224ECFC85E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9F29310-153D-4D04-91E8-16BDF2B73BE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BC9775DF-43FD-48E4-A11D-F3A149AB6374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6F35740B-F03E-421D-93A0-13C1644BF08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F43505E-45CA-49AC-B85A-E926106B432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37CEAA5B-9CC0-474C-8914-2A9E247940D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84B7C3AD-5219-4651-9854-003A1DA12CE0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E58CA41D-AFE0-43F6-9A6E-08F67EC439B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F97165E4-9CA4-4453-87C9-2936FFE4746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79CF6DD7-55CA-41C5-BDBD-92C65500B3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EB983C47-F438-4CFE-9C14-DFEA90AD2C3C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9AF8ACD0-C2C2-4587-91CF-76622D551FBD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6C990747-536C-4653-9733-DAE476FA8284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3761ED22-CB55-442E-9587-752CBD5D8CD6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9FD78AFE-E28B-4AE8-8898-E4533569F997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C442F2DF-3A2E-4BAA-BCB1-9F9783344466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A01D9B1A-AAF5-481C-B091-3049CFFDED66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78E40B2C-34F6-4157-A779-E09278E2CD04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E99CE8D2-8CAE-4DB8-AA36-04273BEA13C6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1DD87AE9-9CDC-4B7E-B125-04883C19F3F3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7F7473FD-9EC8-46DE-BE5F-772F1DB03F27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D8F4A7DD-FCD4-4255-B000-38F6BE04124E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62FBE1E9-89B1-4403-8EC3-7AF373B2175B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095949CA-E98A-4D66-9A37-626F290D5FF1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2467C418-C13A-428C-87A6-6F2DAF0407B5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D60FDCC1-E946-488B-942E-403AA5DF9703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E613FEB3-D5DC-4BFF-8168-8AF7831447D7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9" action="ppaction://hlinksldjump"/>
            <a:extLst>
              <a:ext uri="{FF2B5EF4-FFF2-40B4-BE49-F238E27FC236}">
                <a16:creationId xmlns:a16="http://schemas.microsoft.com/office/drawing/2014/main" id="{4F14705A-6B91-4B35-9B85-8CFE40A6F712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20" action="ppaction://hlinksldjump"/>
            <a:extLst>
              <a:ext uri="{FF2B5EF4-FFF2-40B4-BE49-F238E27FC236}">
                <a16:creationId xmlns:a16="http://schemas.microsoft.com/office/drawing/2014/main" id="{B204C44E-1939-40E9-8C1D-4B9AFE654EDF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1" action="ppaction://hlinksldjump"/>
            <a:extLst>
              <a:ext uri="{FF2B5EF4-FFF2-40B4-BE49-F238E27FC236}">
                <a16:creationId xmlns:a16="http://schemas.microsoft.com/office/drawing/2014/main" id="{FDD5C211-3D34-4D55-AB5C-9A10297DCCAC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2" action="ppaction://hlinksldjump"/>
            <a:extLst>
              <a:ext uri="{FF2B5EF4-FFF2-40B4-BE49-F238E27FC236}">
                <a16:creationId xmlns:a16="http://schemas.microsoft.com/office/drawing/2014/main" id="{CACC8A61-27B7-4CB5-AEDC-1167E11D15EC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3" action="ppaction://hlinksldjump"/>
            <a:extLst>
              <a:ext uri="{FF2B5EF4-FFF2-40B4-BE49-F238E27FC236}">
                <a16:creationId xmlns:a16="http://schemas.microsoft.com/office/drawing/2014/main" id="{21439507-1B3C-4546-84D2-B41715536884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4" action="ppaction://hlinksldjump"/>
            <a:extLst>
              <a:ext uri="{FF2B5EF4-FFF2-40B4-BE49-F238E27FC236}">
                <a16:creationId xmlns:a16="http://schemas.microsoft.com/office/drawing/2014/main" id="{171C8503-429A-48DA-BA07-FFDBC30D778E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5" action="ppaction://hlinksldjump"/>
            <a:extLst>
              <a:ext uri="{FF2B5EF4-FFF2-40B4-BE49-F238E27FC236}">
                <a16:creationId xmlns:a16="http://schemas.microsoft.com/office/drawing/2014/main" id="{6751BFD7-AA58-4C4E-9961-95623C31314F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6" action="ppaction://hlinksldjump"/>
            <a:extLst>
              <a:ext uri="{FF2B5EF4-FFF2-40B4-BE49-F238E27FC236}">
                <a16:creationId xmlns:a16="http://schemas.microsoft.com/office/drawing/2014/main" id="{24C81F8B-D270-4AA7-8CA4-F992812E2336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7" action="ppaction://hlinksldjump"/>
            <a:extLst>
              <a:ext uri="{FF2B5EF4-FFF2-40B4-BE49-F238E27FC236}">
                <a16:creationId xmlns:a16="http://schemas.microsoft.com/office/drawing/2014/main" id="{5AAEFAB5-EDA5-4EE2-8632-DF5948A34D82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8" action="ppaction://hlinksldjump"/>
            <a:extLst>
              <a:ext uri="{FF2B5EF4-FFF2-40B4-BE49-F238E27FC236}">
                <a16:creationId xmlns:a16="http://schemas.microsoft.com/office/drawing/2014/main" id="{91745080-D859-43C9-8B98-42DA94EB373E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9" action="ppaction://hlinksldjump"/>
            <a:extLst>
              <a:ext uri="{FF2B5EF4-FFF2-40B4-BE49-F238E27FC236}">
                <a16:creationId xmlns:a16="http://schemas.microsoft.com/office/drawing/2014/main" id="{507F0B66-A377-418C-9758-840E8B6BB251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30" action="ppaction://hlinksldjump"/>
            <a:extLst>
              <a:ext uri="{FF2B5EF4-FFF2-40B4-BE49-F238E27FC236}">
                <a16:creationId xmlns:a16="http://schemas.microsoft.com/office/drawing/2014/main" id="{693360E8-B30D-4EAD-A559-9C13F69550D1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1" action="ppaction://hlinksldjump"/>
            <a:extLst>
              <a:ext uri="{FF2B5EF4-FFF2-40B4-BE49-F238E27FC236}">
                <a16:creationId xmlns:a16="http://schemas.microsoft.com/office/drawing/2014/main" id="{399AF370-E558-4170-8649-22E4B3CD93A7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2" action="ppaction://hlinksldjump"/>
            <a:extLst>
              <a:ext uri="{FF2B5EF4-FFF2-40B4-BE49-F238E27FC236}">
                <a16:creationId xmlns:a16="http://schemas.microsoft.com/office/drawing/2014/main" id="{2FAF6DA4-00CD-42D9-8146-DA5A63597E83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3" action="ppaction://hlinksldjump"/>
            <a:extLst>
              <a:ext uri="{FF2B5EF4-FFF2-40B4-BE49-F238E27FC236}">
                <a16:creationId xmlns:a16="http://schemas.microsoft.com/office/drawing/2014/main" id="{4D269E17-2906-4E95-8668-DA13D84805E9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4" action="ppaction://hlinksldjump"/>
            <a:extLst>
              <a:ext uri="{FF2B5EF4-FFF2-40B4-BE49-F238E27FC236}">
                <a16:creationId xmlns:a16="http://schemas.microsoft.com/office/drawing/2014/main" id="{61A2EDE8-FC28-4C4C-9254-629C31D4483D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7" action="ppaction://hlinksldjump"/>
            <a:extLst>
              <a:ext uri="{FF2B5EF4-FFF2-40B4-BE49-F238E27FC236}">
                <a16:creationId xmlns:a16="http://schemas.microsoft.com/office/drawing/2014/main" id="{92425FAE-70D3-43B4-B111-52A71ED581F8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8" action="ppaction://hlinksldjump"/>
            <a:extLst>
              <a:ext uri="{FF2B5EF4-FFF2-40B4-BE49-F238E27FC236}">
                <a16:creationId xmlns:a16="http://schemas.microsoft.com/office/drawing/2014/main" id="{0EBB0C31-171E-4D17-A84E-FEDA68D59AA5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9" action="ppaction://hlinksldjump"/>
            <a:extLst>
              <a:ext uri="{FF2B5EF4-FFF2-40B4-BE49-F238E27FC236}">
                <a16:creationId xmlns:a16="http://schemas.microsoft.com/office/drawing/2014/main" id="{31880338-4A6B-4F43-86FA-EAC47104B6C8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10" action="ppaction://hlinksldjump"/>
            <a:extLst>
              <a:ext uri="{FF2B5EF4-FFF2-40B4-BE49-F238E27FC236}">
                <a16:creationId xmlns:a16="http://schemas.microsoft.com/office/drawing/2014/main" id="{B28B09E6-87CC-4F70-A6A3-C216D98FFE51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1" action="ppaction://hlinksldjump"/>
            <a:extLst>
              <a:ext uri="{FF2B5EF4-FFF2-40B4-BE49-F238E27FC236}">
                <a16:creationId xmlns:a16="http://schemas.microsoft.com/office/drawing/2014/main" id="{35E0F6D7-F7AD-4A93-A6F2-10C0FEDAB649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6" action="ppaction://hlinksldjump"/>
            <a:extLst>
              <a:ext uri="{FF2B5EF4-FFF2-40B4-BE49-F238E27FC236}">
                <a16:creationId xmlns:a16="http://schemas.microsoft.com/office/drawing/2014/main" id="{4A8886EE-4796-4E13-9D51-376ECA8FC957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2" action="ppaction://hlinksldjump"/>
            <a:extLst>
              <a:ext uri="{FF2B5EF4-FFF2-40B4-BE49-F238E27FC236}">
                <a16:creationId xmlns:a16="http://schemas.microsoft.com/office/drawing/2014/main" id="{36C0A1E7-F8D2-4944-AD01-1D7DFB8C5757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3" action="ppaction://hlinksldjump"/>
            <a:extLst>
              <a:ext uri="{FF2B5EF4-FFF2-40B4-BE49-F238E27FC236}">
                <a16:creationId xmlns:a16="http://schemas.microsoft.com/office/drawing/2014/main" id="{F285CE7C-E479-4432-84E3-63E88E353A68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4" action="ppaction://hlinksldjump"/>
            <a:extLst>
              <a:ext uri="{FF2B5EF4-FFF2-40B4-BE49-F238E27FC236}">
                <a16:creationId xmlns:a16="http://schemas.microsoft.com/office/drawing/2014/main" id="{AA95B405-EED7-43F6-BA69-EFA11EEE58BB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5" action="ppaction://hlinksldjump"/>
            <a:extLst>
              <a:ext uri="{FF2B5EF4-FFF2-40B4-BE49-F238E27FC236}">
                <a16:creationId xmlns:a16="http://schemas.microsoft.com/office/drawing/2014/main" id="{7378B1F4-7EBF-43B3-909D-74513A0E6F7F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2324ED1D-3B06-4C08-B57E-80C9FCC6F115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299795A5-E90C-4A31-9FD3-DBCE32483B93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E4016D1D-22AF-4554-83AA-C437464B90B5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A183E78F-C7DB-4A97-A447-F9454929205A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5CE5729C-7492-4BD4-874A-AF391DAE9B49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27239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TextBox 91">
            <a:hlinkClick r:id="rId3" action="ppaction://hlinksldjump"/>
            <a:extLst>
              <a:ext uri="{FF2B5EF4-FFF2-40B4-BE49-F238E27FC236}">
                <a16:creationId xmlns:a16="http://schemas.microsoft.com/office/drawing/2014/main" id="{41B41ADA-4136-4D02-9264-5E94F474054E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93" name="TextBox 92">
            <a:hlinkClick r:id="rId4" action="ppaction://hlinksldjump"/>
            <a:extLst>
              <a:ext uri="{FF2B5EF4-FFF2-40B4-BE49-F238E27FC236}">
                <a16:creationId xmlns:a16="http://schemas.microsoft.com/office/drawing/2014/main" id="{15DD079F-FA4B-4594-AAC1-0BD424D34756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973" y="5837045"/>
            <a:ext cx="677123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DF356BD-87A0-4969-8730-08724CB163C0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7050B28-A461-4C54-A7AC-73D5E75ADE0B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571075B8-F338-4E22-91EE-38DA1D04D4C7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6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1D072F25-7B02-41E6-922B-046C3F25B63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6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DF5F769-32BD-4F99-86FB-2B14C3A22D1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6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91CD2CC5-CEB6-4427-A11B-7C1603FD7D2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6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FB2856FA-8A35-4811-85AC-9E27EBC795DB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7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18A402D-E9F8-401B-97D2-CD3C73ABB4A4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7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0A4AEED-4A16-4E01-AB0F-4CA024AFBE33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46D35EE9-E94C-4F20-A7F9-D0E582BC5286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6DC4BBE3-F03E-47F9-AE0C-235625F3E41B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1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010AE279-83C2-42EC-826E-8904360131E3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94" name="그림 93">
            <a:hlinkClick r:id="rId3" action="ppaction://hlinksldjump"/>
            <a:extLst>
              <a:ext uri="{FF2B5EF4-FFF2-40B4-BE49-F238E27FC236}">
                <a16:creationId xmlns:a16="http://schemas.microsoft.com/office/drawing/2014/main" id="{2FD15023-E7DA-4A1D-ABB3-B43C940418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95" name="그림 94">
            <a:hlinkClick r:id="rId4" action="ppaction://hlinksldjump"/>
            <a:extLst>
              <a:ext uri="{FF2B5EF4-FFF2-40B4-BE49-F238E27FC236}">
                <a16:creationId xmlns:a16="http://schemas.microsoft.com/office/drawing/2014/main" id="{4C3BE96B-A093-4108-B611-A80F1C6EB0A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96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39047596-2802-4151-9F34-DD95E76DDB7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9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C2DC6E64-53EF-4393-8D4C-FF386DDB7195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9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F4CDBBAC-BF44-4078-ABE2-ADE81BCA3C6F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9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FBBF4DD8-3784-48EF-9234-647F401CB899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2E9ABFA0-C868-4634-A94C-19B99F127EF2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2F0C1383-A1FC-468A-854A-EC5BC58E733E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7AE8993D-1C8C-4CF4-87FA-F2C23322D313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04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649E699B-4918-4DAF-ACFB-F6E1B2D59C62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05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8DBDD7A1-56A1-453E-BF0C-5DABFE665D6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316FA71D-F8A9-44A2-BBFD-384846B12CD6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81127DBD-F177-4658-86FF-22F9B8DF7946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08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A3849B27-7D6D-44B4-AC02-AB8CBE039FF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09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47D22EF2-67F7-4CD6-9F83-36E7372486C7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FBE9CE2A-2D5D-4E91-997C-1BCE824F9847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1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4A69BC83-D487-440B-8B06-8030C2BA2136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FB75F963-AB60-4D18-A8B1-0DB7C9CC87C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0918EABC-0E85-41D1-81D2-D32BCF4D04EA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14" name="직사각형 113">
            <a:hlinkClick r:id="rId19" action="ppaction://hlinksldjump"/>
            <a:extLst>
              <a:ext uri="{FF2B5EF4-FFF2-40B4-BE49-F238E27FC236}">
                <a16:creationId xmlns:a16="http://schemas.microsoft.com/office/drawing/2014/main" id="{6FE49D37-9D7B-44E8-B5FE-929681D432F7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0" action="ppaction://hlinksldjump"/>
            <a:extLst>
              <a:ext uri="{FF2B5EF4-FFF2-40B4-BE49-F238E27FC236}">
                <a16:creationId xmlns:a16="http://schemas.microsoft.com/office/drawing/2014/main" id="{33167185-FE7C-4CB0-A4B2-1CE99959E166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1" action="ppaction://hlinksldjump"/>
            <a:extLst>
              <a:ext uri="{FF2B5EF4-FFF2-40B4-BE49-F238E27FC236}">
                <a16:creationId xmlns:a16="http://schemas.microsoft.com/office/drawing/2014/main" id="{6F55149C-8CFD-4F6D-A1D4-F871AA1AA201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22" action="ppaction://hlinksldjump"/>
            <a:extLst>
              <a:ext uri="{FF2B5EF4-FFF2-40B4-BE49-F238E27FC236}">
                <a16:creationId xmlns:a16="http://schemas.microsoft.com/office/drawing/2014/main" id="{F5D51147-DABE-412F-875F-71FA16518563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23" action="ppaction://hlinksldjump"/>
            <a:extLst>
              <a:ext uri="{FF2B5EF4-FFF2-40B4-BE49-F238E27FC236}">
                <a16:creationId xmlns:a16="http://schemas.microsoft.com/office/drawing/2014/main" id="{CB8F3FB4-D1E8-4E27-8BF0-C0A61E0DA5AA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24" action="ppaction://hlinksldjump"/>
            <a:extLst>
              <a:ext uri="{FF2B5EF4-FFF2-40B4-BE49-F238E27FC236}">
                <a16:creationId xmlns:a16="http://schemas.microsoft.com/office/drawing/2014/main" id="{FF5C5905-94BD-4E07-822D-E7A68BBF47EF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25" action="ppaction://hlinksldjump"/>
            <a:extLst>
              <a:ext uri="{FF2B5EF4-FFF2-40B4-BE49-F238E27FC236}">
                <a16:creationId xmlns:a16="http://schemas.microsoft.com/office/drawing/2014/main" id="{F2D7BACB-8E47-4D60-AB1D-C914BA3F4481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26" action="ppaction://hlinksldjump"/>
            <a:extLst>
              <a:ext uri="{FF2B5EF4-FFF2-40B4-BE49-F238E27FC236}">
                <a16:creationId xmlns:a16="http://schemas.microsoft.com/office/drawing/2014/main" id="{CE22D8C5-FADF-4EAD-A0D9-8AF50AF2CA16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27" action="ppaction://hlinksldjump"/>
            <a:extLst>
              <a:ext uri="{FF2B5EF4-FFF2-40B4-BE49-F238E27FC236}">
                <a16:creationId xmlns:a16="http://schemas.microsoft.com/office/drawing/2014/main" id="{C596C7A7-6086-4037-88A2-768503E029BC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8" action="ppaction://hlinksldjump"/>
            <a:extLst>
              <a:ext uri="{FF2B5EF4-FFF2-40B4-BE49-F238E27FC236}">
                <a16:creationId xmlns:a16="http://schemas.microsoft.com/office/drawing/2014/main" id="{64CAC2D7-0021-4009-AFBE-FF930B6FC200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9" action="ppaction://hlinksldjump"/>
            <a:extLst>
              <a:ext uri="{FF2B5EF4-FFF2-40B4-BE49-F238E27FC236}">
                <a16:creationId xmlns:a16="http://schemas.microsoft.com/office/drawing/2014/main" id="{12DDF33C-6C8D-4293-B630-CF3CD51DED7D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30" action="ppaction://hlinksldjump"/>
            <a:extLst>
              <a:ext uri="{FF2B5EF4-FFF2-40B4-BE49-F238E27FC236}">
                <a16:creationId xmlns:a16="http://schemas.microsoft.com/office/drawing/2014/main" id="{EDE77574-7634-4B40-8DF1-A726D73675D4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31" action="ppaction://hlinksldjump"/>
            <a:extLst>
              <a:ext uri="{FF2B5EF4-FFF2-40B4-BE49-F238E27FC236}">
                <a16:creationId xmlns:a16="http://schemas.microsoft.com/office/drawing/2014/main" id="{A0430701-8322-4127-98DB-894A1413F4BD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32" action="ppaction://hlinksldjump"/>
            <a:extLst>
              <a:ext uri="{FF2B5EF4-FFF2-40B4-BE49-F238E27FC236}">
                <a16:creationId xmlns:a16="http://schemas.microsoft.com/office/drawing/2014/main" id="{80696C0E-20AE-4BEA-8B1B-695A84CEA1CC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33" action="ppaction://hlinksldjump"/>
            <a:extLst>
              <a:ext uri="{FF2B5EF4-FFF2-40B4-BE49-F238E27FC236}">
                <a16:creationId xmlns:a16="http://schemas.microsoft.com/office/drawing/2014/main" id="{0C649541-64A7-4F2A-A95F-DB8734B99BAA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34" action="ppaction://hlinksldjump"/>
            <a:extLst>
              <a:ext uri="{FF2B5EF4-FFF2-40B4-BE49-F238E27FC236}">
                <a16:creationId xmlns:a16="http://schemas.microsoft.com/office/drawing/2014/main" id="{32DB0798-ED27-4553-B572-A7DA5426D81B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7" action="ppaction://hlinksldjump"/>
            <a:extLst>
              <a:ext uri="{FF2B5EF4-FFF2-40B4-BE49-F238E27FC236}">
                <a16:creationId xmlns:a16="http://schemas.microsoft.com/office/drawing/2014/main" id="{EB649085-BEE3-4943-A4C1-EEE6E71A37AD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8" action="ppaction://hlinksldjump"/>
            <a:extLst>
              <a:ext uri="{FF2B5EF4-FFF2-40B4-BE49-F238E27FC236}">
                <a16:creationId xmlns:a16="http://schemas.microsoft.com/office/drawing/2014/main" id="{069EFA73-10FA-4FAF-B8D8-444248269C79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9" action="ppaction://hlinksldjump"/>
            <a:extLst>
              <a:ext uri="{FF2B5EF4-FFF2-40B4-BE49-F238E27FC236}">
                <a16:creationId xmlns:a16="http://schemas.microsoft.com/office/drawing/2014/main" id="{2DAF96A5-7D69-48B0-9977-E79EB79A39AD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10" action="ppaction://hlinksldjump"/>
            <a:extLst>
              <a:ext uri="{FF2B5EF4-FFF2-40B4-BE49-F238E27FC236}">
                <a16:creationId xmlns:a16="http://schemas.microsoft.com/office/drawing/2014/main" id="{C16DF020-B440-40C0-BB3D-852CA74E7D7D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11" action="ppaction://hlinksldjump"/>
            <a:extLst>
              <a:ext uri="{FF2B5EF4-FFF2-40B4-BE49-F238E27FC236}">
                <a16:creationId xmlns:a16="http://schemas.microsoft.com/office/drawing/2014/main" id="{7713A2C8-3370-4BD3-ABA2-523E431C01BD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16" action="ppaction://hlinksldjump"/>
            <a:extLst>
              <a:ext uri="{FF2B5EF4-FFF2-40B4-BE49-F238E27FC236}">
                <a16:creationId xmlns:a16="http://schemas.microsoft.com/office/drawing/2014/main" id="{09AF8017-2D0D-44FB-98F4-F1198B66FF39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12" action="ppaction://hlinksldjump"/>
            <a:extLst>
              <a:ext uri="{FF2B5EF4-FFF2-40B4-BE49-F238E27FC236}">
                <a16:creationId xmlns:a16="http://schemas.microsoft.com/office/drawing/2014/main" id="{2AA087AF-D998-47C7-8C1D-A747761230E4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13" action="ppaction://hlinksldjump"/>
            <a:extLst>
              <a:ext uri="{FF2B5EF4-FFF2-40B4-BE49-F238E27FC236}">
                <a16:creationId xmlns:a16="http://schemas.microsoft.com/office/drawing/2014/main" id="{137F8ACD-0C4E-4EA8-A136-3C1F15DE75C9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14" action="ppaction://hlinksldjump"/>
            <a:extLst>
              <a:ext uri="{FF2B5EF4-FFF2-40B4-BE49-F238E27FC236}">
                <a16:creationId xmlns:a16="http://schemas.microsoft.com/office/drawing/2014/main" id="{4011CEAC-FE73-4663-AA3B-CB71A21F7C3B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15" action="ppaction://hlinksldjump"/>
            <a:extLst>
              <a:ext uri="{FF2B5EF4-FFF2-40B4-BE49-F238E27FC236}">
                <a16:creationId xmlns:a16="http://schemas.microsoft.com/office/drawing/2014/main" id="{50B6CDDA-0294-4713-9FFB-CB52BB887CB5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EBD5C856-64F8-4EB8-BDD1-5BE7B33F32AC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5" action="ppaction://hlinksldjump"/>
            <a:extLst>
              <a:ext uri="{FF2B5EF4-FFF2-40B4-BE49-F238E27FC236}">
                <a16:creationId xmlns:a16="http://schemas.microsoft.com/office/drawing/2014/main" id="{2E3A8DE8-40DA-4AF8-A660-1E0263248C8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24727B6-CBF7-449D-A177-997214D9EF6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B72538FC-8751-460C-B844-C5FC00F8B043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6" action="ppaction://hlinksldjump"/>
            <a:extLst>
              <a:ext uri="{FF2B5EF4-FFF2-40B4-BE49-F238E27FC236}">
                <a16:creationId xmlns:a16="http://schemas.microsoft.com/office/drawing/2014/main" id="{B72031C8-8F7D-49B3-9713-58CD22F58FD7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38825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A9CC74AB-01AA-416B-BA08-9FA683252FC4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B9468C8E-FD53-4535-BB92-30A3673DE1E6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116A402-8F63-0649-900F-BD89E68955C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  <p:sp>
        <p:nvSpPr>
          <p:cNvPr id="62" name="직사각형 61">
            <a:hlinkClick r:id="rId6" action="ppaction://hlinksldjump"/>
            <a:extLst>
              <a:ext uri="{FF2B5EF4-FFF2-40B4-BE49-F238E27FC236}">
                <a16:creationId xmlns:a16="http://schemas.microsoft.com/office/drawing/2014/main" id="{CC71925D-DF79-4EF2-BCA1-1FFFF7FA87D9}"/>
              </a:ext>
            </a:extLst>
          </p:cNvPr>
          <p:cNvSpPr/>
          <p:nvPr userDrawn="1"/>
        </p:nvSpPr>
        <p:spPr>
          <a:xfrm>
            <a:off x="-3354" y="4620126"/>
            <a:ext cx="677123" cy="4138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7" action="ppaction://hlinksldjump"/>
            <a:extLst>
              <a:ext uri="{FF2B5EF4-FFF2-40B4-BE49-F238E27FC236}">
                <a16:creationId xmlns:a16="http://schemas.microsoft.com/office/drawing/2014/main" id="{BF61335E-C7AB-4A3B-9742-2ACEAC19384B}"/>
              </a:ext>
            </a:extLst>
          </p:cNvPr>
          <p:cNvSpPr/>
          <p:nvPr userDrawn="1"/>
        </p:nvSpPr>
        <p:spPr>
          <a:xfrm>
            <a:off x="-974" y="6239325"/>
            <a:ext cx="677124" cy="388800"/>
          </a:xfrm>
          <a:prstGeom prst="rect">
            <a:avLst/>
          </a:prstGeom>
          <a:solidFill>
            <a:srgbClr val="0139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EACBC67-40B4-4BE4-96E5-31D6FBCC1769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A3A95982-B61D-41A2-B83C-01E7D186F685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0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9F93B2E6-19F5-4127-AAB9-3D598F272173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CF558181-0E14-4EBE-95BF-C973B51F5B3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DEB371BB-D0C6-4C02-A711-3C731DF00FF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C18E320D-4537-4035-A665-AAD1F93A66D9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904746CC-1918-4DF1-9A8A-E5E766AC73F9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F91F9F2-03F9-49C9-AFB1-DCA1A20466D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9A8532CD-7DA6-42AE-9D77-99250F3AD5D1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88D6FEEE-B5B1-4D21-BB91-18C9010564F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98E68651-E4E1-44F0-A69E-D68F83394398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31477DCA-2EE5-4E57-BF30-2E112E1EADF5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C4BF9ABE-1893-45D4-B8F9-583F96ED68C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EE88CF13-2F3D-4D04-8684-C7C38E91E27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9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F33F0EA-E1E1-419D-8B1B-5A70AE7CA181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104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7C509A6C-5C4C-403F-B129-6D3BD41A9D18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5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55FB7052-C81B-4767-87DC-FE3FC5403ADD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6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979DE936-9D80-4361-8639-7176A9B9667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F5D7711D-C7AF-4CD0-923A-585243A59DBD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D3740F53-445D-4EAC-9B8F-162F05713257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8B68B400-B1F3-4E38-893A-97FF9C68DFB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1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A6E9AD2D-4EC5-483D-82A6-AA0A480CE37C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3A1D191C-9386-4565-AD8B-E3BC146ACFD7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D1357703-3D3A-4BF6-B348-0A0833BCC2CF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F39B6670-35E8-485A-8EDE-B35636BAC742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5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94247A6E-5769-44FC-BF47-F32E4CF03814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6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76FFC5A-601E-440F-9546-C84259536383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7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CEAE6446-A063-4C17-84E6-85F5EE093A42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18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AF9A4CD4-7301-4973-94C2-BA694BD26262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5A2B2F28-067D-4233-A966-7EE710CD2970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EE5C34A7-C0D3-42BF-9A27-184205EF7D91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1" name="직사각형 120">
            <a:hlinkClick r:id="rId20" action="ppaction://hlinksldjump"/>
            <a:extLst>
              <a:ext uri="{FF2B5EF4-FFF2-40B4-BE49-F238E27FC236}">
                <a16:creationId xmlns:a16="http://schemas.microsoft.com/office/drawing/2014/main" id="{56A38289-0741-426E-9BE3-63AF5AE5DCA5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21" action="ppaction://hlinksldjump"/>
            <a:extLst>
              <a:ext uri="{FF2B5EF4-FFF2-40B4-BE49-F238E27FC236}">
                <a16:creationId xmlns:a16="http://schemas.microsoft.com/office/drawing/2014/main" id="{D80ECC79-6DDF-4EE0-9FC1-9AC91D989B88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22" action="ppaction://hlinksldjump"/>
            <a:extLst>
              <a:ext uri="{FF2B5EF4-FFF2-40B4-BE49-F238E27FC236}">
                <a16:creationId xmlns:a16="http://schemas.microsoft.com/office/drawing/2014/main" id="{F936166B-2C2C-407E-884F-197D6485596A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23" action="ppaction://hlinksldjump"/>
            <a:extLst>
              <a:ext uri="{FF2B5EF4-FFF2-40B4-BE49-F238E27FC236}">
                <a16:creationId xmlns:a16="http://schemas.microsoft.com/office/drawing/2014/main" id="{48551057-670E-47D6-AA8D-A58F73E81798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24" action="ppaction://hlinksldjump"/>
            <a:extLst>
              <a:ext uri="{FF2B5EF4-FFF2-40B4-BE49-F238E27FC236}">
                <a16:creationId xmlns:a16="http://schemas.microsoft.com/office/drawing/2014/main" id="{14DE338D-98DB-416B-AD2E-D910E426321F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25" action="ppaction://hlinksldjump"/>
            <a:extLst>
              <a:ext uri="{FF2B5EF4-FFF2-40B4-BE49-F238E27FC236}">
                <a16:creationId xmlns:a16="http://schemas.microsoft.com/office/drawing/2014/main" id="{E99ECCD6-466F-4818-9489-F15F0A851018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26" action="ppaction://hlinksldjump"/>
            <a:extLst>
              <a:ext uri="{FF2B5EF4-FFF2-40B4-BE49-F238E27FC236}">
                <a16:creationId xmlns:a16="http://schemas.microsoft.com/office/drawing/2014/main" id="{58B6D228-93E3-4CCF-870B-964199375CB9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27" action="ppaction://hlinksldjump"/>
            <a:extLst>
              <a:ext uri="{FF2B5EF4-FFF2-40B4-BE49-F238E27FC236}">
                <a16:creationId xmlns:a16="http://schemas.microsoft.com/office/drawing/2014/main" id="{FF145323-5F82-4326-A717-6A9F2E40B057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28" action="ppaction://hlinksldjump"/>
            <a:extLst>
              <a:ext uri="{FF2B5EF4-FFF2-40B4-BE49-F238E27FC236}">
                <a16:creationId xmlns:a16="http://schemas.microsoft.com/office/drawing/2014/main" id="{B8BAF397-32E3-4A34-8C4D-E43BD7B219B3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hlinkClick r:id="rId29" action="ppaction://hlinksldjump"/>
            <a:extLst>
              <a:ext uri="{FF2B5EF4-FFF2-40B4-BE49-F238E27FC236}">
                <a16:creationId xmlns:a16="http://schemas.microsoft.com/office/drawing/2014/main" id="{270DB11D-F513-4E7C-B29F-AB9C216E750F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직사각형 131">
            <a:hlinkClick r:id="rId30" action="ppaction://hlinksldjump"/>
            <a:extLst>
              <a:ext uri="{FF2B5EF4-FFF2-40B4-BE49-F238E27FC236}">
                <a16:creationId xmlns:a16="http://schemas.microsoft.com/office/drawing/2014/main" id="{1AEBA8E8-5FBE-47C5-8D48-D076660847E6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hlinkClick r:id="rId31" action="ppaction://hlinksldjump"/>
            <a:extLst>
              <a:ext uri="{FF2B5EF4-FFF2-40B4-BE49-F238E27FC236}">
                <a16:creationId xmlns:a16="http://schemas.microsoft.com/office/drawing/2014/main" id="{0969233A-4294-4D43-BA0C-61C041CE2957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직사각형 133">
            <a:hlinkClick r:id="rId32" action="ppaction://hlinksldjump"/>
            <a:extLst>
              <a:ext uri="{FF2B5EF4-FFF2-40B4-BE49-F238E27FC236}">
                <a16:creationId xmlns:a16="http://schemas.microsoft.com/office/drawing/2014/main" id="{FF63FD39-0A0A-4F45-9F7F-947A05626A75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hlinkClick r:id="rId33" action="ppaction://hlinksldjump"/>
            <a:extLst>
              <a:ext uri="{FF2B5EF4-FFF2-40B4-BE49-F238E27FC236}">
                <a16:creationId xmlns:a16="http://schemas.microsoft.com/office/drawing/2014/main" id="{210E3FFE-4416-4FCA-9FAA-345398815DD9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135">
            <a:hlinkClick r:id="rId34" action="ppaction://hlinksldjump"/>
            <a:extLst>
              <a:ext uri="{FF2B5EF4-FFF2-40B4-BE49-F238E27FC236}">
                <a16:creationId xmlns:a16="http://schemas.microsoft.com/office/drawing/2014/main" id="{479AD866-E0B3-4B0D-89F2-6AA9E3DE3AF1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hlinkClick r:id="rId35" action="ppaction://hlinksldjump"/>
            <a:extLst>
              <a:ext uri="{FF2B5EF4-FFF2-40B4-BE49-F238E27FC236}">
                <a16:creationId xmlns:a16="http://schemas.microsoft.com/office/drawing/2014/main" id="{9289F753-103F-4167-95D4-989105742096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>
            <a:hlinkClick r:id="rId8" action="ppaction://hlinksldjump"/>
            <a:extLst>
              <a:ext uri="{FF2B5EF4-FFF2-40B4-BE49-F238E27FC236}">
                <a16:creationId xmlns:a16="http://schemas.microsoft.com/office/drawing/2014/main" id="{94A6FD20-C79A-4B69-9A2E-0110067201D9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hlinkClick r:id="rId9" action="ppaction://hlinksldjump"/>
            <a:extLst>
              <a:ext uri="{FF2B5EF4-FFF2-40B4-BE49-F238E27FC236}">
                <a16:creationId xmlns:a16="http://schemas.microsoft.com/office/drawing/2014/main" id="{86438909-7F2C-4E7B-A94B-3EBA54CC8933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10" action="ppaction://hlinksldjump"/>
            <a:extLst>
              <a:ext uri="{FF2B5EF4-FFF2-40B4-BE49-F238E27FC236}">
                <a16:creationId xmlns:a16="http://schemas.microsoft.com/office/drawing/2014/main" id="{432A291F-1C2E-471E-87CD-7CB256862F49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rId11" action="ppaction://hlinksldjump"/>
            <a:extLst>
              <a:ext uri="{FF2B5EF4-FFF2-40B4-BE49-F238E27FC236}">
                <a16:creationId xmlns:a16="http://schemas.microsoft.com/office/drawing/2014/main" id="{5CFBDFD1-4997-4DAF-BDDE-AE70EDED0EB3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직사각형 141">
            <a:hlinkClick r:id="rId12" action="ppaction://hlinksldjump"/>
            <a:extLst>
              <a:ext uri="{FF2B5EF4-FFF2-40B4-BE49-F238E27FC236}">
                <a16:creationId xmlns:a16="http://schemas.microsoft.com/office/drawing/2014/main" id="{EACD8D85-555C-453C-AC55-6216E1B8890E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직사각형 142">
            <a:hlinkClick r:id="rId17" action="ppaction://hlinksldjump"/>
            <a:extLst>
              <a:ext uri="{FF2B5EF4-FFF2-40B4-BE49-F238E27FC236}">
                <a16:creationId xmlns:a16="http://schemas.microsoft.com/office/drawing/2014/main" id="{9E987BAC-A643-4834-B436-F9DAC37FD726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직사각형 143">
            <a:hlinkClick r:id="rId13" action="ppaction://hlinksldjump"/>
            <a:extLst>
              <a:ext uri="{FF2B5EF4-FFF2-40B4-BE49-F238E27FC236}">
                <a16:creationId xmlns:a16="http://schemas.microsoft.com/office/drawing/2014/main" id="{F3F6B97F-7063-4C2C-9AD5-0B9312D5A644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>
            <a:hlinkClick r:id="rId14" action="ppaction://hlinksldjump"/>
            <a:extLst>
              <a:ext uri="{FF2B5EF4-FFF2-40B4-BE49-F238E27FC236}">
                <a16:creationId xmlns:a16="http://schemas.microsoft.com/office/drawing/2014/main" id="{DDC2BDB6-45EF-4FEA-824B-8475889359A1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hlinkClick r:id="rId15" action="ppaction://hlinksldjump"/>
            <a:extLst>
              <a:ext uri="{FF2B5EF4-FFF2-40B4-BE49-F238E27FC236}">
                <a16:creationId xmlns:a16="http://schemas.microsoft.com/office/drawing/2014/main" id="{3C982B45-A100-4BC6-96D4-1602A35E3D71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hlinkClick r:id="rId16" action="ppaction://hlinksldjump"/>
            <a:extLst>
              <a:ext uri="{FF2B5EF4-FFF2-40B4-BE49-F238E27FC236}">
                <a16:creationId xmlns:a16="http://schemas.microsoft.com/office/drawing/2014/main" id="{99CCAB35-8E36-4C27-BD36-F9D122CDD4DC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직사각형 69">
            <a:hlinkClick r:id="rId3" action="ppaction://hlinksldjump"/>
            <a:extLst>
              <a:ext uri="{FF2B5EF4-FFF2-40B4-BE49-F238E27FC236}">
                <a16:creationId xmlns:a16="http://schemas.microsoft.com/office/drawing/2014/main" id="{F351E40B-A78B-4D4C-B420-F0FBED66D608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hlinkClick r:id="rId36" action="ppaction://hlinksldjump"/>
            <a:extLst>
              <a:ext uri="{FF2B5EF4-FFF2-40B4-BE49-F238E27FC236}">
                <a16:creationId xmlns:a16="http://schemas.microsoft.com/office/drawing/2014/main" id="{CE5A82AB-0C70-4A67-AFB3-BA0BEFEE1FDB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6EA5AB4-9E6C-44C1-B796-65F3464F7E4D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3" name="제목 개체 틀 11">
            <a:hlinkClick r:id="rId37" action="ppaction://hlinksldjump"/>
            <a:extLst>
              <a:ext uri="{FF2B5EF4-FFF2-40B4-BE49-F238E27FC236}">
                <a16:creationId xmlns:a16="http://schemas.microsoft.com/office/drawing/2014/main" id="{8D59B5D4-A18E-4C08-9548-596B54E02B3D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4" name="직사각형 73">
            <a:hlinkClick r:id="rId37" action="ppaction://hlinksldjump"/>
            <a:extLst>
              <a:ext uri="{FF2B5EF4-FFF2-40B4-BE49-F238E27FC236}">
                <a16:creationId xmlns:a16="http://schemas.microsoft.com/office/drawing/2014/main" id="{BF58E3C5-5A00-4CC0-8066-E54730CCCFF9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59715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B587048E-C712-4CC9-8A6C-A97B4E97C500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D6466B9A-1699-4E29-8061-CD242513257D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20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D1C92150-F945-46B3-9778-03F35396550B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54D9D5D-BFF7-439D-AC14-D7D74E354E1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C21AFB9-D286-4C17-A83E-258281175137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56E7EDA-D684-4408-9D45-6033D70282D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CCBFCF4-AA93-45AA-914E-35F0D43BAD25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74A5E737-528C-4836-9F83-D4607477C320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7EDAEB21-3BDD-4452-81D5-A0A47DA2F09F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5721FE6-6C05-40A3-B849-812ED6657BC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3919638F-CE22-4817-976A-F7D197EF21A0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02D5CDEC-2E62-4E34-9C01-C04A9FF465CE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8542B014-AA07-4814-A7E4-069FE4360E8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B89A57C0-6745-48C8-BBF6-0B0A90A572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43932E1-04AA-4CB4-8522-A20C2F9F229E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6A7E7FA7-9B92-452B-BAF1-7772B24E58A2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28B673E4-DF50-49B7-B933-FD12A853FE49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701EF8E2-5236-4789-AC50-FB1D96028225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53DC00A4-E416-428D-81AB-C26C9B54C456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07262291-3839-44A5-A755-8CE8C61CA360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70873EC4-62B9-4EF7-925B-E374B5B0BA7B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AF270931-477D-4E44-BA0F-6341097166AF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49386592-9562-40BF-9504-E5CDBBBB8999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EE0C3B76-62DA-436C-BE4F-7206C069C135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DFD7368C-121F-4134-889C-B2657F2C1F94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964D427A-8704-4524-8C0B-5338479DB159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EF8977DF-3844-47C2-A05A-71B69F93B7A9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78BE20E-7EA0-4390-9FB7-01B1C75BF4F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1448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9C289BA0-94CC-4A03-AC6B-ACAF416B2202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3F90313A-0EDD-4860-924B-FE9C397FC02B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2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1257ECC2-0427-41B1-ADC7-0FFFDD4E7CE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11D4ACF4-0037-42BD-8371-3A3A3D363403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DC7CC6AB-9A56-4702-8973-411F19D18E4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767D548-6D9A-4FA1-8628-711CD9830619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A25E4D9-0F7C-49D9-97F8-37B5FD9FBB63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D30B365B-5F50-489C-95A5-2D6A33EA34FA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DC225BD-9A92-47EE-92B1-FCFBD3E8FB0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64217F88-E075-42C5-8AED-54722B0F034F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3482DA8D-C035-48A5-9A65-1D4C34CF9C7F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E5272AA8-B895-4EBF-86DA-981FE8EC4413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C9130340-F83B-45E4-A320-ED036CF05AC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04CB00D3-12B1-40A1-B0C0-3AEDEDF4001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4666527E-D9B6-4D0C-99CF-19016D54B303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A5657A2A-6B99-49B7-9888-BDAD44119FDF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8B261266-BB8B-4191-974A-D90279606C35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9F703509-0331-4A25-A16B-3F0F417E0DF9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731CCF6F-FF87-4C9B-8ED3-8C1AA75E625F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95F0C167-8FFC-443C-8268-656411B32059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14C8D4DB-441A-481B-B929-B5B1E96E7A79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07874A24-7B0C-4E44-B06C-1CFEBF1A6CE7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0A3845AC-D3E2-4676-8A36-E6EECE49DE4D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CF40813A-629D-4DAC-8F61-D5788E7095D4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FD040E97-53AF-4791-9F92-60640D9BB42A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AD739B73-4CDE-4B97-A076-BE6F35E2B53C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889504BB-57A5-4C7E-97EC-3DCEF946AA99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1C9EFB46-D66C-4672-B80D-CC29A676EE31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54D5B863-9629-4E7A-BBD6-523A03927BAD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82CD0E49-42F9-4676-A761-3607B5BBD4D3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64ACC358-F8D1-4737-AF4E-EF79C18C6847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2884C3F3-6153-4484-AD61-8B84CC69E4FE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8D400732-810C-4186-A668-3A983AEFA9E6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DE749486-502C-4548-A583-8F4459F7EB9A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AEE1BF52-905C-4FA4-B2D0-CB676F5292E5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2B72B4CD-B21D-42A1-B064-20C35A0D6FE7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5ED9E0EE-A4DE-4E5A-A9B9-9F039572E32B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D5457509-8D22-415C-B479-565525BB3AAE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A791EC78-235B-4E15-8968-2136A172B53D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36DC2B94-8BE2-4187-BFB0-EB97F1D0473C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81F1D363-6F54-45F7-B1D9-1439795C4CD4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78606B84-A617-4958-A3AA-FB6B4883BFCA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971E55DF-C42A-44B4-A629-4A25945CAE54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E3C27EE5-F1AF-478B-BBD9-30DB02F21870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1EFAD99C-3BDB-47B0-8E8F-FEDEAC0FC885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5C004ED5-4E71-46EE-A1DE-90457DEF8020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26FF4CCC-195C-4E42-AE55-A1C3373D4DC0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2C435292-D3AA-47FD-93BC-413D2F6CEDA3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E5F2242D-F267-4A1A-9785-2730A8A22DD3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BDA4703C-DD9D-45F3-88D5-A78D151C2AB3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120E5431-185B-40C5-A423-00A2F60A1D90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B0F04E1B-0C4D-4A7A-B733-59319DB5CD6B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48DC8072-8A9E-4B3A-AAB1-AE3FDC13F3A3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0B1A3FB4-08C5-4F36-9F40-441A88E47210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3FD3DC29-56B2-4BDC-A1BB-B98E72E66194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84C1150D-6063-4047-BE9D-BFE1963C02D2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DB2248DB-EAE8-4E68-9D5C-9BDB6A3A9200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96A83B12-21CD-4ACB-A744-FF9C3CF9F94C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C558E420-CD53-408C-BED3-A7240D3F6F57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2DDFE2FB-64E8-4905-A6FB-3D6B69686253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76191CA7-4E04-4A04-A58D-DEE4F29CF3A8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D1F01CBD-1037-4620-ACBA-F996B82E87C0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25138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BD676C47-AFB8-4F5B-A15D-B5F3A1AEBC1E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3CD7C962-B86C-4831-AA7C-4C53FCEE2DDA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19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7BA6B7CF-539B-42E5-B65D-E33A06D9485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EEA27D4-AD08-4D48-81D1-F053EF5D151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F6CF9857-7F5E-480E-8169-C07E3F803685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0091D71-D4E0-48FC-9B8C-4F2F87D609AC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6B61C23-E09A-4765-A9D1-0EE4F0754E4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40C424A-8052-4479-9F82-54BE67BEA78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A1531EE5-8F3B-41CB-9D49-5C8571E5F56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AC0D0A9E-184C-420A-9020-18F5F530CC5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59720D18-DBF0-4004-9FFD-84AD0F46B2B5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098B7D80-1D7E-41DB-8ACB-34EA2589D205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6911B3A9-9088-4C63-B67C-DADC79CF3D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F47ED3F3-413B-4A72-818B-C1C1142900C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7F808A6-4721-40C9-8F5B-F92773469932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B031EEFE-88EE-45BC-BB39-CB9510E84EA0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36776596-0733-4728-9941-8A9C62E94B83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D87482C3-69ED-42A1-812D-6CEA40240CD6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4B6EC875-5EDF-45A8-B8CF-A08BCF317C07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78D511EC-D2B9-4C2E-9FAC-2F1670CDC9E1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13709932-5651-48E0-813E-94226520CCD0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A0DCEE70-999C-4080-9367-072B17BBC7B5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8CC2788E-F822-4091-A861-D73C272F1763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ECC594DC-D7F5-46AE-9D78-0AEE134EE833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1B2326E3-FCBC-4342-86AA-76107EA70617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7176030F-1BCB-4462-9B57-FF1EF6FC4B9A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02C12167-4ABE-46A5-95B1-2E4F33515ED4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7F0FEBAA-383F-4CAF-9FCE-4933DC34664A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494165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1DB683B3-0ABB-461F-BD9F-9E4C7048013E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3486A250-F6CA-4447-8F32-FEBEB6A8B851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9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7155EE4-0903-4E87-8BFD-B7063F83E7BF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4A7B82E8-54CB-41B0-8447-4FEF52C0E7F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05E17875-6876-4548-9B35-FD63BA81D822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160F5A1-DF6B-445B-98BC-4B2918B4D107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276B0D14-A8AD-4B9B-B3BE-2BAF5213A740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9585F473-106E-491C-B918-E117F1B2FE2B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B9C1F1CA-BB74-47E3-810D-DF194A7779B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A286CD1E-304F-423D-8512-68C771D169D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8DBDE437-5CCE-41D6-BF65-2C02FAEDB898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764E723F-C32A-4046-9092-F071FB2C7BB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CAC1082B-9B85-4AC0-A1F0-A6BDB58932D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D494492F-120B-459D-8939-3BFECEEECBD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793FB874-BBFB-4DFB-8B34-CA6DBFD2ED6B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E012F1BC-4EF9-48DF-8E5A-DD0DF83C1BB8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DEF17C72-C257-4504-94C9-94A4BB73DDCA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59E6633F-83DD-49DC-961C-7163B70DB69F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8959FE7-BDB4-40AD-9066-E3CF5375E56E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21C8A55E-C185-4744-A6E1-7823ED08C2B2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94A13DE1-34B1-4C65-9F24-A212DDF32076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BDC02383-D2C5-443E-88EA-EBCCEA44A6C2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10FFEBAB-2ACC-49F5-97E2-E366733DBE87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64AD1A8C-ED69-4277-B515-4CE41831ADD6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6D6E28F-3C95-4FAD-A1DC-F1CA6E82D9D4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20D389B8-C865-4973-BF8F-BE6672C2DD4F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3AD664D8-0A09-4581-BEE5-3B5D21ABCF50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BE54DDB8-0AD8-4BFA-AA82-0A0E6194B536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78207E3D-FABC-4635-8284-8044419E0723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7EAB2E91-A5A0-4AC6-90E4-E04462E64E7B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B582F94A-DEBD-4761-B227-69E1A62D258C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DEBF7D86-BF39-4EF0-92B4-43CAD33FC509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3CCB790A-7E06-476C-AC57-1BF5C5ED3D2B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D2B34EBE-A8C7-450D-B968-00C308DBEB2C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72F8161E-5C05-4903-A43F-71FF42942458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2CABA05D-BC1E-4DDE-B916-D0937A4FFCE5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BE0E6F90-2D5D-4E47-AB0C-1246B24C6659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DD1B1199-44F4-43F7-8A04-A0756EA9452E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129F2256-E5B8-4AAF-9930-8890C2A5D234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75BFD109-D54F-44B1-A903-A5F6A934A661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F234D09B-22C9-4DD5-961C-E5900B6B3393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9DA93D0D-FDB4-4F10-A300-021103999927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AF2B5CBA-8A97-461D-8B8B-C5EEA9B09844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15B1A3FE-4230-4835-915C-3F6CDDD3BC27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A70F6E25-B5F1-4ABD-885B-2B2E3D83E6A0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B01C1840-D35D-44E8-9E59-0525624B4167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DC6056BE-EF00-4BD8-90C0-A5050B0D4917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1FE2E433-BA2C-4B1F-9446-869C0BC4F892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CC7AEE7A-1478-4DC0-AE0E-D0B91BAA48F2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9C80085E-6EDD-48E0-9EC2-6FDAB47B2434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573069EE-A871-46CD-82E1-3FD3B86A7A99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761E6AEC-93FB-4B72-9C46-33D4CFEC7D06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A3EBC850-652C-4941-A519-896095AC5942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5C4DC435-4883-43AE-BE96-3F17849E8719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935BF3A7-CB05-46E7-9294-C6F87A6CB1E7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39232E95-2051-4286-B37C-357334507423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B5C0880A-8475-402D-91E8-1E4AD355C3DC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C1DC2968-3EB6-41DF-9918-94FB06F71FD2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6FEF4C7B-EFAE-4D21-BDDD-9DA7AE8D9E5B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FD06CBF-A4E0-44A3-81EA-BB734432CAC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02BDB0BC-3A94-479E-B8F5-24191555ABD6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3AC8E2E4-9843-4484-8B0F-5A43AFFFA06F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83151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035F0FD8-7BD9-44B2-8269-1341B9CD5B7A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2A7EE2E8-A2C1-41E3-89C8-BEE435B067DA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9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F329AE2-67EE-4499-BB13-0821358200A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7204DD0F-E7F7-4D09-912B-E307D7FBF90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9A5C47E-4067-46BB-8443-6436F450984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32834F5-BCB3-4C97-AC06-DCF12C6F41D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C759B59-6648-4FCB-8B19-2E7ABB767EA5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A05977FE-E791-4FD7-804C-77919D004E1E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4A7AF77E-5381-406E-BD41-98181B478C4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42EF6F97-EE48-42A4-9508-935976E8AE12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F20C5EC-4D31-448F-BB6F-759E4D710401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03AC5E6B-00AE-45AB-9944-0647AA548BF4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327D83FB-9827-4B1A-987C-F2F405D1F0F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01052D81-C70B-4571-8ABD-6B799FC0AE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90AE9AA0-BA74-4EF0-9325-5A1A078D175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B6FB859D-18E7-4282-9384-ECDB4A1A6A35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3EC5FFDD-8217-436E-82F0-E21929A8F7BC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60FC3146-479E-4B82-8939-10BD3140D253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38361856-97C4-4AE3-859F-A44C0F36BB50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70F80E3C-0EBB-4A58-8753-7CAE85345D2D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0FC2E224-3A16-4204-B9B4-F75392F55DAD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78107F0B-106B-4892-B17B-214303F0C667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0831E6C5-45EA-46A4-84CD-6F5FD8F103D6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FE71CEE1-BF46-4C78-B6A0-E6E68FAAA707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3877C946-9415-4AE0-81EC-E99115AC8972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C2711145-D824-4702-A5AF-BAE96B4295C4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AF815E86-9728-484E-8912-671ED4E975F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291FC8-7ED2-488B-B71A-852A6D4A0C2B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654913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60E4E4B7-DBB4-42E6-9BCD-97BBD1EF1FE8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A0B6EDCC-4F1C-44C4-824C-610D945BF0DF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19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45B50E8B-B7D0-41EC-8EE1-9E579166C36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CE41574-655B-4434-842A-A17B4694A45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12317600-143C-4CD6-B289-339E81AA492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1A6DE2D-DAE0-40AB-8A09-9C062BC2911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BF3666E8-76D9-441E-B504-7A5FAA52F3E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694CFC7F-6317-4B10-94B7-53AFADF7D2EB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D032FFD7-E55B-47F5-8CAB-643422AE410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9F635C1-C139-429E-92CF-6D6C63AFFBA1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E1CA9E2-8A16-4775-BFB3-D4F4891BF69E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27E1B83C-2CED-4C2C-A9B1-9FECEBA195C6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512A2D55-AF54-4EDE-A95F-AE0A9474871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9D73A35F-577C-4854-A967-8090979329E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C22AF103-65AA-41B0-9BDC-73CE2BF8484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F0F6E1CC-C654-491A-9FC9-245A0528439D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7DBD7B8F-A4D3-4AE7-9C42-6177498F7B51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03462E10-95BF-4FA3-978B-E58DF1174F3B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3C8ED6C5-5817-48E7-A0D1-5FBC1D8649A5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36168CE0-BD90-4916-8735-0A89F4AE7858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D26466C5-22E7-4DC5-B288-243C2C0C0F12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44482803-1308-488E-89B5-E15C6F91D559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5F160C0E-373E-463B-BF27-DFAE5C602D91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201CA78E-6202-4F2F-87DA-C96728F4C6AD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0013E20B-ECFC-420A-9962-F44E736AF325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062C1F80-4830-4DBA-925B-155FE4513ECD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63A7D5FC-178F-4599-A9C4-C74E4F9D78F7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304FD53E-D1EE-446C-8D8B-13BA1BF4C91B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C3BACA76-941A-4B85-BC7D-48BF5507A6F7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8114E825-2233-4688-8BB3-1F9EC4498A91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0AF47D69-A795-4317-86E0-4B19B063C27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94A44A29-5AF5-47AA-8857-10B7BBE31B3B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ABD902CA-071A-41F1-A443-A0121F805040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36BDAA33-72E0-4057-A503-975B7D51683F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5AAD95A9-424D-489B-9F3C-D0C72A788752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04C82762-0B4F-4DC9-917B-BABB9E4D2A61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34FAC55D-B560-469E-9684-3CDCB8DCE9E2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21555884-3D16-41D3-911F-A4315A0E8C81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0ED851D3-7B3F-431A-8151-F629456051F8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5DA320D3-FFB3-4F6B-A1D6-F8D2E3135F58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4E55E2CA-351B-42E8-BE2D-D4D728E5013B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FA8A3972-E596-40EA-B6E6-D2A6E0F97277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38269D1D-1819-4707-87CC-2CB395A46C11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19658E50-B044-46F2-BEEF-9267D32FBE0F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0BAED8A9-2029-41F6-AB2D-7E002D4F1EF2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061256CA-0616-4354-8519-0CA73F6F4ECB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19E812D9-569A-4160-A6FC-7366DAA021FE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093AB616-2020-40F6-B621-F9C2CBCFE04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FBFA2CC5-57AA-4FCC-9CAF-C0B51CC07A4D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1F7B925B-7139-4576-9D3B-011E0BA384B3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845C3C75-1DD5-422B-932C-40D6A41CE963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E262D326-FF49-44E9-BCFD-D36994A00F39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3CB65ABD-242B-4444-9D5F-F366613981E3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AC256F99-2ED5-4FDE-BED6-548D3F5AA3F5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A4A1E403-45B7-4CC5-AED4-679386C914B9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BE8AF473-1117-4D34-AE48-20BF75DD39A4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564A4574-72C9-4C75-A3A7-8FD046570D47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44D54435-AF05-4D17-BB05-F6AF4379FB05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4FE9ED15-A188-4BE6-8EA6-CA9A8A772104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B20DEC2-15C8-4559-82B9-C159713BFF3A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B616CA87-527E-4DAE-91DD-0825A687C49F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12908457-B084-444C-89A7-1554198FDE9B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503468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B0CF8D25-E7ED-4160-ADD7-74F911B2B395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A6331B09-0604-4330-96DD-57F87E111D8B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8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99C38821-76D2-481A-8D10-D3B1B2239BDD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28C0A0F3-ADB1-40C4-8C6A-47EC181BC1B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3C0C4BFE-8D2D-439E-89D6-9AE1D970D54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562DA99-7363-4777-B563-ACD3AE2E2B9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344693E1-406B-40C2-B4F1-C7EA9B133307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CB7383E9-28D2-4719-A682-1C76AC63787D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05C4E3AD-F891-4B21-9F2C-272F4BD77D5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47D918D-EF9A-422F-9B3C-673F398BE97C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126B18B-EE48-40B6-BA95-7B3799647664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BFD461FD-9ECF-4C7B-A7B0-03E79D9E9FE0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7A338F2C-85CE-45A2-9D4D-6C4F857B80E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9CA1739E-DCD9-4813-8804-732DE640D2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415642B-CC72-47C7-A56D-78CE8738359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7CA251D6-ECBB-4E6B-BA57-92E6403C8970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7394B139-7678-403A-A91B-63CC2DCF51C6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1389862D-231C-4AAF-BFAD-2F9C6CCB5353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40689180-B466-416F-BD6B-30DECEEFDD0D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1E5A176A-C34D-4670-91E1-B7811AA4E5BD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DFF0A0BD-51FF-4E9B-9D26-BA57E10E4C73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F652DEA3-A619-44C6-89C0-18CD91178165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02BE74A7-13C4-4A6A-A3A3-835DEBA9A3AD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56E06AD8-10CC-4679-BA99-D5A1F214D490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D3D04428-2A59-4B78-B848-69113B955A26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6E5898E6-F6BD-44AF-995E-4FFC12316F50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6CA5B84E-A820-4F65-AAC1-B61D29A6AE3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91B0CAC-3693-4252-8479-239733ABB04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43124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BBC6814C-97C7-41A3-BE6C-4A2250203E23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9B689A21-790E-4E2E-A456-ED47A1819639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0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AFC7BF20-B689-46F3-A3F6-F6BAE827D2B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046FC36A-547C-444D-9ACE-9F64651D3C68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34170684-EB45-4313-9D81-290D3A8F1CF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ECB1E00D-24DA-415A-99D6-C02144C351C6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F7B70629-79AC-4BC3-8092-DB71E50FEA7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FAB4CBE9-37BD-4DBE-8973-3A43F1C7CBC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C6FB2347-0690-45AC-873A-CA603B67C46B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4A699867-B978-4800-9213-56C086483554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0C90D91D-E9DF-4FD1-93AA-D14842B2F134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C46017D1-D293-4A79-9D55-4EBFCEC3EFEF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F4F97F37-F1D3-44A0-9CB6-54FE4A77FC9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CC681535-90DD-495F-B783-6BB64D05658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EEB47338-FBA6-4FDD-A067-C0F6867F4EA7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CEC3A4B2-F83F-452E-889D-352B9E8460EF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252E5A4F-9A12-4994-85FE-CA72FC1DA3D2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044789E4-BE06-4320-BB3B-8A58CDFAE36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51297D9F-968D-4E08-AF6E-AC4846C7F3BB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86766BC4-65B4-4B8D-A741-BE3D553B97C3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8C29AA82-3DF4-46C9-BA98-7608ADAC3FA4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CC22FABF-3818-44F7-BFD9-D79AB5D6BC17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0BDD08F8-E873-4E45-AA10-DCD79C6574C5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8EE2C04A-83B4-4CC5-BB3B-FB265A8377CC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EC04CC9F-9CCD-471F-B492-C8084B944F41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45EE979D-2C2F-44DB-BAB0-3E59E008C4DD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CAB79984-0299-4DD1-B69D-809C262CD0CF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2BE7F89B-D8A5-46EC-AF1B-03ABDEF2F440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42F3EB01-5C0F-4A09-BA36-A7A8DD2B164E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73CF176A-F2F5-4CFF-A5D3-C9A72004213C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16CD25B4-2A64-46C1-BFC4-D6E4BBA80778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8C69703B-2053-4D7A-BB4B-4956430C18FC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AD0431D5-A091-4A0A-AAC8-CDD5077B3E4A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1F5C69C1-A37A-4456-9D7B-ECE4BF42EF8F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7B0C69C4-E433-4595-B96A-2448A16E9E58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7357EBF0-A15A-4FDE-A668-F11C5C92F59B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27114281-3203-4144-8283-3F436EB89150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4A6C1B60-D145-4904-83EE-1DF12235C4FB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34E915B9-8008-4228-B002-01018F965729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01C3A0FD-9D6F-486B-9A32-026C3EE2E509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4C27BFBC-E769-4F97-B1EF-CF95DC235739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E9939190-0BD7-44B1-A22E-B383C804F0B3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E7ECBE84-ECF4-4E9A-9661-65A0C21BD7B6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7D6F80DD-77CB-457C-98BF-3373028A3E50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39D38BDA-2D74-4B56-912F-1919C0528383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BD433130-D2A6-47CE-9E5B-8892ED5C8EB1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4BF70A0D-EE65-4899-A407-DF7D74365781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50A8AEEA-6B96-4490-89A9-2E6725BA447B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1D949BBC-989B-43DC-921C-B055FA558DC1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055FB6C1-9350-4658-B1D5-6E470A59F8CA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6FACF2D7-B697-438F-8EA3-5CADB673CCF8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D0735DF9-475F-4E01-86CD-9AD34C2884F2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602714E5-401B-44B9-9659-47AFFB81C06C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F6D96655-6D33-4FCB-BE8B-E27AE08BB165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AB7948CA-992C-4145-8945-86ADF8D2F7C7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6120243F-61C0-460D-A50E-5EA0D9EB09FA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0F44C869-FBDE-42F7-9542-651DE0470883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C8699A49-577C-4FB4-A173-394303E3B1EB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019C8369-8627-4040-BCC7-AE5FEF158A0C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CFE8D15-30F8-46D5-9617-27C5BBE7399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E9E79530-0330-4A7D-BE9E-E8A7621C77E0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7CAE9631-DBB2-478F-886D-DF65440DC841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86983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DB8BAD44-E47A-443F-89E6-8D441495D855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D0EE0357-86BA-46AE-802D-6FDFC5CA8613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" y="337"/>
            <a:ext cx="12191987" cy="6857318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1ECB3DF-895F-48FE-9ABE-0F4DE91F3CD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1DA38E03-AE40-4D93-880D-BEF000AB35E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51722853-DC18-4382-8F6C-889DE697C2D7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E80442DB-C842-449E-9B65-2B6D5BC564D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460C66D5-A88E-4C24-BB53-366CF212F648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064ABC3A-3C71-42DC-97AD-78FE4F587AFA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DD79276-9654-4603-9D87-ABD266BE6D6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D823E1F1-242A-40BD-90FA-8AE44214799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149C7C0-9316-4AD0-999B-333BB9D7F27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D14EF60E-5311-4B59-93BE-8C90187F87DF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FA6857B5-7206-443D-96B6-9ABB804CA3D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1BAB166B-7ADE-4220-9EF7-452E6E37DB0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ABCD8781-98DC-4EEE-AD2E-8BB41034833B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6C201A9F-AD0F-4ED1-8480-B33734D66A4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94AF426A-CDE3-4A8E-97AA-5E72EA242EC5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0979F2DF-B8AE-49D9-8FC9-015022E75C95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6714A001-C458-4CDF-ADF4-5E2E8C0536EE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5BAA3DCC-880D-4A86-AA2E-35C4604C5315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37D4E19D-C640-46C0-8BE8-A7D5D3A5A2B9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B3FC5D4F-1BF1-464D-A6C3-A4894FA90038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FAE814C8-EA3D-4951-B2E3-511874621969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911E8B13-6AD4-4AA3-ACEA-F817570B9244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615DFC78-0233-4554-BE0D-6A605BD2ED38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72B023C3-1721-4BB1-82FF-7CE4A805D4FB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DFA51FEE-2E21-4750-B365-A395E4D047A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451BBFB-C1BC-412E-98CA-E5ECF5F2B77F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540448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D8CD69B0-6D54-482E-8265-A28367C7AAE5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304DFC66-D8A4-4CA3-9E62-28C4E89D0D6D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" y="337"/>
            <a:ext cx="12191985" cy="6857317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FD79FB94-E266-437D-97F5-9EAF0F4C4A34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78A05247-4993-42F3-985F-BDBBD59AEE3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226E77D6-C1B8-4C8D-99D2-532C1B304BC7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C3D54A5B-61F4-40F2-96E1-B4BF83D4B95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CA0C6740-20B3-4BFA-A7D1-9DE2EA7B6BF7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88F7B916-EDE5-43B6-A5F2-43B519DAEE9A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F5C6D1A-293E-41F5-9648-45E9D0AE9E7B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F5C8012-AA83-46E3-8B2E-096066A7715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9732CBC5-84D4-40F2-9F16-48AB7C95D667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85B2065E-C019-4FFF-8C5A-2050B447D9C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2F780B3A-8053-4850-B2C2-5614BC0C5AE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1F257AFA-745E-4C62-8980-8F6FD8AB4EF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7BD26691-15E2-4B83-9F5E-B7497D560F6F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71450051-2C32-44A6-8CF8-D9D679FA256F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5E5FA6F5-4B68-4133-8B5C-4238C05BCB26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3EDAB382-0DF2-4163-A02D-C3E88E1CD65B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1DB09F3A-C861-4799-A70C-FBA2F9C2A9EA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FC30F659-1A78-4A4D-893A-BE6E9F082B20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B7A4A9AB-2B04-4AEF-B265-C18F11CA52C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8C3DFBE4-88B9-41A7-8199-ED8699D844A4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B3FE3D80-6CE2-42FB-B905-C75200528EB8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78AFEF07-D1B5-459A-8DBF-2CEE68987FF8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04B51DD9-AE90-4C12-86F7-A16BBE771BDA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9A51643F-0FA0-4BD1-BE0F-61BA841DAA40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02910C99-C4ED-4737-A1E5-DF7B429491B4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84806DCA-966D-40D1-89AA-DFC85E2A7242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60E478FB-71D7-43FB-987B-DA2985BE769D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B0D42D2B-7AA6-4C04-A7C7-6C4343478844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F32A0082-725B-4F10-96C3-6B8C8D62A805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83875CB1-F05C-4EE9-A428-61F2E900CF35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B9353D8F-3894-456E-A91B-B1C13E0828AA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FBB1DB8A-049B-4AF9-84A9-32631CD9AF5F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601D0B40-3104-4202-8650-3077B8533C48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63FC2363-AA89-45F3-AB23-71805A97463C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D1359E8B-1E20-4365-BC3D-693F795A174F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25F73552-3654-4345-B24C-74145C4745CF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E32E33AA-37A8-4D4F-BE25-99773FC0C018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D5D65FCD-BD07-4391-940C-848CADD4AEE8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8B597BDC-0E7D-4874-B72D-509D797BDF07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2543DDFD-CE9B-43AE-A84A-FBCA55DA822F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D986F89B-E7E8-442D-94F9-2B3006210A40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70BA9D7D-CE4B-46F2-940B-06D22D8CB60E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D88A463B-6AFF-498D-916E-A18E4E198223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A2523F92-CCA6-47AC-B442-EC58363620FC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3DE1948A-0B96-4529-B98D-105531C0167D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484ECBA6-8F70-4A89-A084-1B3214902970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82000386-FF0B-4115-B427-16F2CC6851DA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E27E35BF-2709-4D47-A3FF-2AE9587C182C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BEA28208-7BCB-4E87-A1DA-9ABC1A1DEB26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546D1069-B1DB-493A-9D90-61866D27D92E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3F8111F1-273F-465A-B164-B1CED4E0B0F9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9A7295A0-B888-4D01-8420-2CFA595BD45E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36A5A30B-B0E8-48A2-ABE1-5865C9B6F8BE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AF811EB6-D103-4F24-950E-76092D4085EA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FD4E323A-2617-4281-BFD2-5208DB7E33BC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0D4A4B2B-8C25-4E9F-ACC0-08148B48C723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C0A24238-CF87-4031-96BB-CAD928E1B6F2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C2D32C25-BEE8-4F4B-A5AA-2FEDE0EFF89D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B0F8A8E6-023D-43D5-8250-3D36B8E46BF1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5694E379-85E1-4648-987E-6E07794676DA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8200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722450E7-3BAD-4A01-B443-829EA09487C6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A78BF865-E239-43B9-A4BB-AF17C6DC0C4C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" y="337"/>
            <a:ext cx="12191987" cy="6857317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FB4A1583-33B0-48E8-8E82-D56454090B48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3589AE53-9AA7-41CB-B2EC-EEE77FA1C05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AC14CD9C-21C8-4E9A-A106-6AAA0F3390CD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DF47D359-065A-4F0B-A204-45257ADE62B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FE3F7038-9684-4F75-A5CC-5EC30FF614AE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FC4432F-B858-4916-96FE-274CFFF5353E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16B236C-9F7B-4537-AAF1-87D317358844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040E8287-DDC7-4448-B31A-7B312D8F5328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665FF64-42E4-48F4-A2A3-AFE3AD31A100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2133FCCE-4D03-452D-BF0D-CB8FB5A29C0C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7D028829-FA96-4B41-BAFF-BD110C6953C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B1B49A43-BAB1-451E-A16B-47FA702438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2469BCE8-574B-4A32-B285-1ED5E4DC7C0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D4A3C988-6EF1-4479-A235-C83F3808855C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77D84B85-FEA7-41BA-901F-6E5B1E13A911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9F695571-2C1F-4E33-BCA0-A620786C3AD7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AD2BF73D-417B-42F5-94E5-519E5B21841F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CA2CB771-FC69-4DCB-9928-C4FDC9FBB99D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7B0A8740-F218-48A0-A037-CDEDECF23F65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656086A9-8CDA-4675-8264-E6B9CF596F99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7D89B9D2-5ED1-4E53-A530-E788A691C2A8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12BEB2F6-E61A-4D3F-A947-5F0D6A2A65E3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4173F446-C174-487D-BC52-6DFAFA6C7E7E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5AD185D6-B1CC-4EF5-B9ED-53EDF6E68744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09C6CE18-06FA-4D7F-AE68-B25794B3D6A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11DB831-1513-44D0-8B49-5A85D4E0DBA6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499823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5B91D695-B0C7-4F8F-89E9-69C3A7A66CF3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F0ED8212-5AF9-4EC5-8A6C-E7688FDBF96B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" y="337"/>
            <a:ext cx="12191985" cy="6857316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22F906CE-13C9-41EF-9AD4-0C273A022977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D2023D24-0A5E-4435-A47E-CFADD18BF96F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0757DE7A-1FA2-4F3D-B430-C20ACC459BA1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AEEEF46C-1AF8-4B0D-B446-7B9BDADD13B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BB8A71DD-0891-4FAD-B941-FE1F5AEF72B0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B136135-660E-4340-9629-0986D732E314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3D7770E1-5BC4-4206-962E-C2085E6684E6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15A33E0-7083-48CE-A8AC-B686D540B81F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588A0B4D-4921-4327-8834-3775DF2D7889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193A622E-6961-4D3A-A60B-8D3F8289F5AA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64D67ACC-0FCE-4EE6-8ECC-BD5D8DDEB73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636F938B-A1F1-482B-B09F-47CD0B09AA5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61DCC426-90FC-462B-B715-921E8489C1C2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B37F70B8-9180-4E49-98C9-BAF48BED718A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A826B3C9-5282-4E12-A6A3-AD6377A4483A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719091BB-B90D-4DD6-89CB-3160A78E529B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FD2F686-109A-4D47-A62C-1BF7F70EF1F4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67A14620-48D7-493B-A2BE-E9038B7F2B25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F6D7755F-B851-47C3-B9A7-E0540DEC5433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D5DF303C-6B08-4275-AFBE-3516F2A84DD2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F9333EF9-B21E-4227-8C19-7AD8A4A69DB7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516C70A7-D7A9-476E-B23F-FC780A0B2719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86CE53A-18A2-420F-92EB-C95CDD6E258E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14DF4526-4A23-48FC-B266-ED4EDB925A37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2CDA64F0-B060-4C61-8E7D-3B8B2455C991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9946EFB1-7793-4625-BC47-3712851C82FC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73A7AD5A-D568-468A-8AB4-6C315F7C2A28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43BA7A66-8378-4D00-9B16-F1149131CD7F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B0E85C52-A3A1-40FB-AC7C-6C3CE6530724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22CDE5BC-11AB-4AB3-B7B1-016C12F1DD0F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3BBF1360-D207-4B4C-9719-59D1DA85C581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257EAFD9-233C-4F06-A459-6C4228D6EAF6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75374E20-E3C1-4B88-8AC8-7460F8CDF23B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60C5DFC0-CAB0-4A27-9BC2-59ACF290CE04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6C4389B5-5948-4A25-936E-F8AB22409103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4C7EEBD7-9C3B-4521-9A8E-D21678CEF0B5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5576DB0D-DE6C-40FA-8FE7-D957F1D744DA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A1E8A007-784F-46EC-995A-C4B730378062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360CFEE0-8AE7-48E2-B655-44101B8340F1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0B896CF9-71B8-4F03-99C2-14CDAF502E7F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0FFEEA49-94AA-442E-B068-742AB45F9324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707B7137-E7C2-49B7-9801-4807BE4C7FA0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D97CAB59-9033-44E5-9AC2-1769D926B708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C2FCEF1E-5A22-448E-B8AC-D2C1134ACB08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2AC875BF-A8CA-45CC-BF17-A0F9B689C060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C0F77A3D-68C6-4277-98B1-7FA14A76E250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7917DE55-75DE-4038-9AAB-64AA2A2A9D92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B60AC6B3-558C-4699-8F7F-9F1E6A63E54A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83FDAD1A-E7CD-4E90-AD80-C4AECF263E37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5F4FFDD2-2D54-4356-939E-05E0E21234CB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1E421C06-4DE4-4753-A091-444B72E87348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BA290341-FD85-4814-9199-0F50BFEAD974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78D5CCC1-4DF7-4482-AE64-B264AE0964DB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DEF053A3-DFF4-46E7-8CD8-BBD3570C15CC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7FFFC91E-7340-435E-BDF0-F698B5BCEB6B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E13DCD34-52E3-4D70-8A68-3BF308F12312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F83F8F81-83F1-44F4-9C07-E185A2ED43F2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843E55E-484A-4875-A542-541A7D547DF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98695309-9772-4264-B9C2-DC960DFD0B9D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8472F123-04EE-4777-A8B8-092DA45FDA4D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66529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A8CCCF66-10F3-444C-B030-F35EC66A5C6C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4DB86F57-8648-46DB-867D-4013274944F7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" y="337"/>
            <a:ext cx="12191985" cy="6857316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031B7A3E-391C-4E8D-AC07-93D1726AC7C6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8B632100-FD67-4DF4-8952-08049AFD7BF1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A370F2AD-1941-44A1-9C99-A07CE509BF9F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2A55A67E-83E1-4E00-8407-F4A5D5B5B1DA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1AA6D449-5ADE-4DA7-831D-CF7511A5F903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FA553DA4-2E60-4E65-989E-4ADCB0604E7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72A6A273-6D01-40CD-9FB8-F58864D6438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A7A3895A-89D4-4B1A-A109-31D1F5C7A0CA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849112D-7BBC-4CEC-A27C-3FCD751C5163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33D514BC-A7A2-4188-8D69-D91F727B39B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C60DC0D9-AA37-4B8F-8CAC-23C195813C3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A2A025DB-7FE6-406D-AFF5-120441E1BF3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4CAD1F7F-5A51-441E-B3FA-42FB06FFE576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A62963FF-CFE7-4395-A924-504EBD285977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23259731-5DC8-4454-9F19-E673FA5BDB91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77C1B66E-6EE8-44EB-9F36-95BC02FC56F1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7D10D4DD-2FDB-4DCE-85E3-590AEC3376D9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8B4D2482-5743-4039-9C47-CDEF41CFD30F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4F074BD5-C577-41FD-A3D9-25E279A39D23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1BBD3971-1B14-42B4-9A45-CF8A15B86842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83CD3694-9926-4542-85BC-FA7781F4FE79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D4B0935B-46C1-477B-845F-B7F5F2923894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092981DD-9A50-4D93-9EAD-1627B7545B38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FD69D0C3-D029-4D7E-816B-936805B20599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63455983-F020-4BC9-96E7-480ACB11ED4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BB5E6D9-8D1D-4DBF-9098-42F1092D9B2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547138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47F4474C-9E4F-4C0F-A93B-755924277218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1B6BAF57-83E8-487B-8255-C4BA2BFD6FFF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337"/>
            <a:ext cx="12191982" cy="6857315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B018097E-1577-48B0-9C86-3683F564AF9E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ED156442-62DC-4D71-8D2E-3E221CCBE40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89EDDC4C-0658-46E5-A2C2-86D340094998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CE7AE84-0619-4C5A-AE80-816D39B137FA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567C37DD-9838-4D53-9417-DF0B136B0DBC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2FA289AF-E474-48B3-B7C5-FE928312558A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8B95D7E0-D300-4C98-B203-DC7C35FA9252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96805F00-F2C2-4D98-A474-40EC4B916A39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0CE75FD3-FB5A-470A-96FB-21376E7AFA62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18CDE2B1-2D08-4B13-BE31-858A2C06D21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E6830248-57F4-4E97-AFD8-1D2183B013E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014F51B9-3734-4183-BA55-0132A624C9E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0F8F58AC-EA23-43B7-844D-BE8C8AAC0FA9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215B574F-CC6B-4D76-9889-B7E5FAC8F437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5FC6D9EE-8EB5-4A8C-80E2-7A4B9D26F840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F3A99C09-B557-4E52-A010-7ED4BF203EF5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273B9701-8927-4990-A2B2-F5922F804966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2AC17171-B62D-4B8D-ACC8-CFCBBA442222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1B69B1E2-9881-4FBB-83FC-A87E339DE1A3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98252F22-BE2F-4C75-938D-0ECB15CAB381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9471A5E0-E31A-40D4-9223-18232B9AA481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12567C1D-A8A1-47A6-A84E-99FF88B49B4A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13EFBC4-1F6A-4B14-9C6F-0AC9E91F046A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91622FBF-1E36-4479-B60C-E7164E895E6D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98447237-CE5B-4B2D-A511-69F02A3686B5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55832369-890B-4F0A-8CE6-5CEEFEC652A1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2C8CABBF-610D-47BC-A9E3-94737CF387BA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E5AA3824-5DB4-4AFA-8C36-0F9C5302301E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ECBE6D89-5F15-49E2-86CE-E900D2829068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AA37BD01-921C-4EAA-8B73-8FD703886B51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9C83D7AF-DB22-491E-94EF-031640E7C1C6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41CE6817-6557-44C5-AE41-25D24AA9A5EE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798387A4-7751-438E-9854-B255CA67BB2F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EC47077A-FC5E-435F-9F10-AC9B9FE305E3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8C8CDD67-CDF4-434B-B35A-4FB62C790CD4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9555B03D-9709-4D38-934D-4DD15C5B3068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C71A9966-F73E-4B1A-98DC-5C7A042BF8A7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74FACF1E-092F-4D81-BD17-192BF2343DFA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867C2B5E-807B-494F-B403-EC59DD322FE9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DD8249C0-8387-47C1-812C-8D37B88B5253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47F6D093-4243-4E4B-AFF5-93EC14278340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6BEE10A1-7613-4337-99C3-AE5B622B60B0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1A414E4E-F4B7-43E1-84D3-34B563B448D1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87989D61-99F0-4C41-95EA-26BCA0C04B6E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31459855-E83D-4CEC-BF2B-378A2EEAC8B5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265189B6-402D-4D87-95C6-7235098FE7E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79A30E2B-47CF-4363-AA14-AE2648E0F2AE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8835DDFD-C4D0-4C66-B6F0-D6A67686CD5B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5CC6BDE1-57B2-47FD-83C7-D2DC5E706105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879B3AF6-B4CB-4688-953A-9314A5546BEC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1EBCCDE3-B2E6-4264-B5EF-965F68824956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3CD2FBD0-DFAE-49E2-9DF1-9BA33BE346D3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92DD13E4-BB1C-400F-AD26-3C493F61E96C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6D06D7EF-FBF4-40AC-87E2-71C3AF4C9017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8E85B822-960C-4B67-9DD2-618EFE506E92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09273C07-77EC-4FED-A3E6-A7200C7F5E56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64FCBCAA-BF83-413E-BCE2-5B748EC19BC1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69A1D3-205E-4DD8-8DA1-7AAEDB500912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F27D6C8B-004B-4F24-97C6-CEF837B28A50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184A4E44-F73E-47E3-B111-43CC773DF5D0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552173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5732FDB3-BE38-4DF7-9923-44D31DAB468A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EE913713-A895-45D9-AC97-FEAA942C4FDF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sp>
        <p:nvSpPr>
          <p:cNvPr id="44" name="TextBox 43">
            <a:hlinkClick r:id="rId3" action="ppaction://hlinksldjump"/>
            <a:extLst>
              <a:ext uri="{FF2B5EF4-FFF2-40B4-BE49-F238E27FC236}">
                <a16:creationId xmlns:a16="http://schemas.microsoft.com/office/drawing/2014/main" id="{076C9109-248E-584B-8363-6CD1050873C4}"/>
              </a:ext>
            </a:extLst>
          </p:cNvPr>
          <p:cNvSpPr txBox="1"/>
          <p:nvPr userDrawn="1"/>
        </p:nvSpPr>
        <p:spPr>
          <a:xfrm>
            <a:off x="33299" y="503878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소아</a:t>
            </a:r>
          </a:p>
        </p:txBody>
      </p:sp>
      <p:sp>
        <p:nvSpPr>
          <p:cNvPr id="45" name="TextBox 44">
            <a:hlinkClick r:id="rId4" action="ppaction://hlinksldjump"/>
            <a:extLst>
              <a:ext uri="{FF2B5EF4-FFF2-40B4-BE49-F238E27FC236}">
                <a16:creationId xmlns:a16="http://schemas.microsoft.com/office/drawing/2014/main" id="{B54AABBE-CA5D-3541-A2F5-D3ECEDB501A0}"/>
              </a:ext>
            </a:extLst>
          </p:cNvPr>
          <p:cNvSpPr txBox="1"/>
          <p:nvPr userDrawn="1"/>
        </p:nvSpPr>
        <p:spPr>
          <a:xfrm>
            <a:off x="33299" y="44726"/>
            <a:ext cx="64047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/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" y="337"/>
            <a:ext cx="12191985" cy="6857316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58EF7E4F-29DF-49C1-8785-283A1633B2E1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2704515D-8514-497F-9B12-868D4D856CF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41F8179-DE7F-42E5-8A87-8E6A303C911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282E5AB7-4C79-4044-BE21-FF3B2D25D17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7FC15D3D-2614-47D4-9F6F-65E103F2EF16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926B4E12-072F-4F0F-8052-96C4AB1515C2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CCEF09A4-97B3-445E-88BB-0DB607AE93F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173E4417-76B8-405A-B05E-764360BF4F58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A263A0C-F34A-41A3-B0E2-AE1B1530B052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D88922B8-D95C-4F02-8CB0-C0675B15D30E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6DA165E3-45DF-474F-9DA7-8EF5E3CA0C2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E627B63D-AF97-4ECB-BA8D-E227B8F459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1248BFE-A61B-494A-A31F-F412F2F7528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7307DB18-F150-46F0-8341-3397B8083E33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DDA7BEC4-7023-4AE4-AD6A-19317F6F47AC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448A2912-5B61-4838-B210-DC39367F42F7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30E9E1BA-19A0-48E1-89C1-93A59D474920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2C41C4D2-8F3D-4E96-BC5E-3C46D464D204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4EF2650C-F872-4F8F-A2AE-C429559976C6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D65C7DCC-12AE-4723-860B-5237225D3968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21E5DA34-85C3-4838-82DE-BA9855C56313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EA6B38D6-68E5-46C4-BC6B-E12B44BD88C1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C960B96A-3BF3-43DC-A0F1-69FF062BA77A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280D03AC-44C3-4DBD-BB36-51E43ECF1329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4A2E487D-FBFA-4664-931D-DE7B8BB5ECC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61FC76A6-8B87-46D4-BA39-5E61B9069A26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521187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7820E3AD-31BF-4069-8500-DB90E056F657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982FFE33-3B50-4078-9E41-62CDB469F2BD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1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2499287D-883A-4917-9439-33BF62818032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14902E0-B0B8-42C5-A974-451F1F9550E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F2D09786-8969-42A3-9B87-46BD3099696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5656112A-379B-479C-BD75-210DA3CF3326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27B97B33-C8F8-469D-AF97-740E1F671E7C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E2753F42-9607-49D1-B8EA-13109316F1F9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CC39624C-BE01-42B8-8F1D-D8D401509F7B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A8D12E5-7674-4417-B582-27AC4AA0727B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443A80D-77E1-4917-8478-4E7F585111EB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E5C9CEFE-9B8B-418C-8541-0BFF656598E7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00379516-B009-4609-9672-FEE4A0DBD0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AA031B20-761F-4FA8-B229-53D21B31925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32DDEB70-1B8B-41F6-813B-99D9F067B39F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2DD25C39-AC7E-4C3C-9AB0-EC01905DDF74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632E2D3F-7A23-4E36-9F1C-C4201FB3A7A4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58A18D24-A093-45C9-ADDB-1569ED66248C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5BB456C1-3C7F-4666-8C63-6D53443AC90E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5D00AAEC-B144-4AE6-AD62-AAE4F36C6C65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8B606E79-1773-4A46-B9E1-C77B3504657F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953A4328-F506-46F7-8D62-04D84BFEBAF0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429B8EE7-A5E4-4AFF-9796-CE5CB2683AC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1B160E3E-A400-4B47-8115-F620900D7D9B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DE3A148C-29B4-41DF-B9E3-B2E194395412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00486679-3CF8-4068-958E-245707D7D556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870009CC-BCC0-4019-82C1-3F60F936F9D3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4B343D13-AA19-4F89-A9CF-8ACF5EE40082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F9D774CB-1473-4406-B93B-F409A078F633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AFBC431B-E1C2-41C9-BA97-442EA85A0028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4938FC16-7D38-4D9B-B789-F13CF2297714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E6FEBE44-8AD7-414E-8499-4287F1BC4C3B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9AAF4C51-90B3-4A91-8124-9BC466E2EE27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5E3521AC-FCAC-4046-86F0-D65B6763D7C7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CEAD9673-6459-4BD2-8C64-CADBD057E495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E2489998-4A03-466D-A8F8-6489FA7F7304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CF05FC27-6EC2-4630-A165-DE2543F0B65E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04EA5FF8-8B42-460D-8816-48C58316E5B9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7D233E5E-418C-42E1-BDA2-809A682638BC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E2D92488-6F0F-456B-9DFC-F789E2CBC95C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A652C612-E490-486A-91B2-EF92DCA1F6D8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AAEDFC27-A729-4FE9-A2DF-C94BC52D6DAD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3B36B12E-078E-4CE0-8FDA-2F39E424D92A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7AE27B69-8CA6-4381-A9F0-10756FBD1A16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7E04AF84-F5AA-4BBB-8DBD-249544ADBBE2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7AB6A8EC-2DDC-4519-B06E-F7E60FFF4AC1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0AB813FA-AF00-484B-9AD4-ED5175E0F6C2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F5257F5F-D4B5-40C5-9098-2CF707B8D1DA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490CE7E4-8A1F-40EC-A0B3-FBD198E74F69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2643ADDD-1234-40C8-AB3D-E8DEFBFF6A8C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C41C58EA-1CC1-43A9-955C-05E358B2FC50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62C3A389-98C9-4734-84A3-B7686BF5F976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04902FD4-C4A6-49A3-87D7-7F9182E099E9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E65B1DBE-D1C2-4C08-8B78-A36F4A19FE91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66EFD1CE-0995-41AD-B351-C23B28F231B8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2AA9A1F4-2E2D-4B9E-9ECE-7BFCD713F95F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210EA28A-00DB-4391-8AD1-6F579041A676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93B0664E-351D-4E9E-BD37-A304925DA786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92C5A671-91A8-4E97-8641-38D6789480E9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5BC693A-1C10-4776-9328-7B1E4B2BF85D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7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76677F4D-8333-4817-801E-30D4E294D885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8" name="직사각형 77">
            <a:hlinkClick r:id="rId35" action="ppaction://hlinksldjump"/>
            <a:extLst>
              <a:ext uri="{FF2B5EF4-FFF2-40B4-BE49-F238E27FC236}">
                <a16:creationId xmlns:a16="http://schemas.microsoft.com/office/drawing/2014/main" id="{7A3D6C55-A6F8-4737-B63F-F03F8910329C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57137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146CC2F1-3A02-448D-A971-91F01DAA5C75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1542576A-5266-4A57-9011-E3176FAB95C2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337"/>
            <a:ext cx="12191983" cy="6857316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4E9BACE-9C15-4B22-A385-A2EDA13DC21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0919EC0A-93AF-4BFD-B435-A4EAC8B17907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1161FE2E-DA91-48C2-817D-E5F154B50A99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C8CB125-65FB-4D94-9799-290E812F3936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0A30BE66-1A58-4FAA-9AC5-8DD1316C54F9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82BC2A55-D93B-4DC3-80EF-FBDFE0E469DD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AAFA0970-572F-437E-BD4C-74B6E0C2B2B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A7EF5911-D043-4382-92CB-035642D67F93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85004A7-DA2A-4265-BFE5-478E3E3BCE73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FE16211B-4C40-420D-9D0A-6457587D53A7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E940AFBE-44E6-4B95-85C0-F96928A4C31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3769B6B9-EE59-40B0-AB6D-0B2BCE5CC9E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B944661B-5D37-4762-A555-4180C3C758B0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D61D6B00-119B-493B-A3D5-830D58F334DA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6A6A1F03-FE38-4276-BF8C-A192E11FCD92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CFF0C6A4-5837-4B99-A8C0-E523ECB59187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B1CF56C3-898F-4F10-AAA0-B0BA54911E58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F35834C3-EEC3-4D25-8F32-7C525E2B88CD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A5AF60F0-0A8F-45AB-8A1B-293E5DEFEB7A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901DD0F1-12ED-45F4-9F9A-CBC640FF3201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DEE98C41-5DAE-4A4D-8E65-1798A1B30D12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3A793BCA-0F3D-4F07-8083-2745D43716F6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4850BE84-9F6F-4EC0-A161-E48741A9D51C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A01C7806-CB1A-4753-A573-E6FF8FD8947C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850A4903-6996-4AE7-8850-B054FB04B3B6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CBE8309-9740-4CE8-A0AF-52DF2CDFAC43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250639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13A1AD19-CC9D-4766-9D06-859F225A5747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BCD13DE3-1AA1-44E2-BBC6-317B302F58E0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337"/>
            <a:ext cx="12191983" cy="6857316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5ED1656-462A-4E91-A398-303F7A5B05D8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C17E8C5-1D7E-4627-9AA3-3C97ED17947D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FABE419-B310-4492-B4BD-9807300B56D8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D2FD362-D9E2-4012-A007-D4D37D93D61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C4E68040-14E5-48F0-AAEC-B591BFB392A9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B9BD8C23-5199-4D1F-B39D-EE88919F4F98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08E9F678-8F2F-41AD-91EB-06F8293E6C12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E9919AA-D6F9-4AA8-9CF0-D2D2C1BAAA42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3DF65A6-6BB0-4B57-8DDD-361BD91E9924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440C5B94-D033-4D14-B0C3-B5A464A5466E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AE8B1E15-A56F-45E6-94BB-9AFD3A48365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659A82DD-A27B-4BB6-B3AE-0F8DA8F9AA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B6D21AF6-9D12-4CEF-AF5A-91EB862BB13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0348ADEC-C73A-4014-AB7F-9C812090941E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28788B3A-A107-4048-BDCE-0C2536989FD3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7DC6DAB3-F14A-488C-804C-014F14F168A5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2DB347D3-CBAD-4371-9CDD-7086AD34A93F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EAA6C2EE-7409-4E70-A234-E5B7B3E2D0E3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F79F11DC-4412-4036-BAB2-144EE05FFB6D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7B09AE71-C065-4326-B4B5-59E752E27B81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BD9347F4-4EE6-45BD-9E13-FE38FDB7D5D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BDAE29C3-E77D-4C07-99E2-94776721D493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4B4BADAD-E0FA-4739-868D-362BDE10FA39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5913097E-145F-4319-92E6-589C4AC9BF86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9A9C4444-163D-467D-8392-CE5C8BF2FF08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E8A799B3-9056-41C5-A4C4-0377B7A832C6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F5E69DA8-B98D-4657-8B78-8E167941E4C6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5B581CA4-5CBA-457D-8AAE-F4517D063C76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7A181FB1-4A12-4DBF-8672-156DA63985C0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ADE5A7AE-3347-4A95-99C8-3D88E92C1C88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65F3368B-1BA7-4E62-9693-92BB3848C7BA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85BC6EFE-925E-45AE-910D-25D456FC3D59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79A25171-7A54-4CD4-AA3B-5F7E26601D97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151F43D7-330A-4505-BF3F-84EAD5A012A8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5F449872-E2BE-45E1-A2DB-86B392A87926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D4E6C726-38FA-4196-A091-CB70B0EEE94A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2D401C96-B983-417D-A442-3C702A954E1E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2F3932DF-D508-48DD-ADB5-15EAC639276B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212B6203-11C4-47F5-B144-8BFD5B55F819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63BDB059-2A59-4287-9D1B-DF2B18F669DE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53C56E36-03A1-4B6D-A305-FD83CB3D6225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FE067583-C62B-454D-846F-16659459E4E2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590A1F6D-4DDB-4641-BD3B-BD6642DF1671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43E80F71-4FD1-4C8D-A91B-3F639E7AA49E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81C7C300-BB6A-481D-9DEB-F2301EF0712D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AD9CC945-C48F-4DB4-A3D0-D0A0DDA8A5D8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F074334C-4CB0-47E3-8878-14955530B2B6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94B2CE55-B455-4B3F-8EA9-CD035231FAA9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448F767F-B6C2-42EC-A311-080CFB9E161D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04D496A9-B5DF-4FE1-A852-025A40F7FE52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4E378C83-2A51-480E-888A-89E09A5D29BC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509E35A2-21E0-45E0-BDA9-A8A76B777F69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8A68CE03-9B5A-4B54-AAA7-12359D4F9A64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BB484C2C-0431-4809-8834-30B40C5F17CA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5BAA0C5E-248D-4D6D-B337-5528D1C67891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93CFE39A-31E5-4798-A32B-AC7C1259E606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941A1F79-BB81-41BB-89B1-FA87D3261721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A240A51-3700-4467-B4D6-B6F128DE6AD1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E8DEEACC-1EE6-4BDE-B38F-6C7B8A4331A6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FA713F3E-17B4-4BC9-B71C-7A1A0B257489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32060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3EFCAFF6-21BF-4405-B2D7-8E9CDAE88F0D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C56FEAAA-31DC-4792-BAFA-170F3A4A1D85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337"/>
            <a:ext cx="12191983" cy="6857315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61880780-6477-4E0A-8E7A-1F6A4E288B1F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8019CF32-9DD4-4815-8BBA-0576855A4687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0ABE3F02-6B9E-4D15-9493-C7880B377112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C38144C6-AF74-491B-AB43-DA40F56939B7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6A493ED4-D8BF-42FC-B63F-2B7A7786EF08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4467332B-16A1-479F-900D-70423922B1D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EA29350C-1050-4A45-BEDC-5474C6B2EA84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20157F1A-C6A8-4027-B72E-515BDFF333E5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4D50E3AB-5F72-4BCB-B7BF-5B198BA502B5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9F5042B8-E3AD-466B-9F90-78A21B4ABE4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255B45A6-1B9D-41F7-9FE5-25D64A71C13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FE3E4C4E-A189-430F-9E4D-3EC4FE2EF7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2CE5657F-795E-4B7D-A52A-F6FCC1AEB86D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EEC2B706-FE40-478B-B7C0-6CFF5C832E5D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EE8A78C3-F768-4734-8D4D-0572023DF7EA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DD0D5FCF-A67B-4D3F-A798-05A15AD98E7A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0322FB4D-B204-4F64-9CDB-EE2A3E26B22A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632808D3-BFB6-4CFE-A108-8A457DF1CD61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D75E58C0-7F29-4060-B02D-5EE4E9BEA088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B824A2EA-65B7-4759-AA89-0E5067C3523B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FB9DAF6A-47A9-4CDB-A305-A8D4B827B529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6535DEEB-7858-454C-A358-A766DCEDEC98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096DFB72-C0FF-4B42-A65A-BDDD33AAEEAD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840A9581-8560-4DDF-A93B-A73D68D47220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E0B83BF4-9642-4CEB-A345-FC8613EB33E9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DE6416C-B711-4CFD-883F-ABD24707FB8B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088836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5408D174-2E54-430F-A4CD-B898CB72359E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8FEA544A-830F-4D95-AD6B-8F2D9EA6E5AD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" y="337"/>
            <a:ext cx="12191987" cy="6857318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A217862C-9188-44E6-94A2-2C6E7CEF015E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DBDCF328-0917-4750-A0D4-A0723F5C0733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9A9804C7-7AC9-4500-B917-C51E8AD49942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8906335-EE0C-4757-B4EC-0041F83F5229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C4BBD71F-E5EE-4DBF-8F33-22C0ED9D604F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8843B907-5DD5-4FD0-B0C8-C9D85E58D195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49FA1906-0231-45D8-96F5-06B18DEAB730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BA47FF0-0BB9-49D1-B67A-17371A0B0A56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9A12C9EC-E432-43B9-AC4E-26BEFAE33CF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81EB8747-3299-46C6-B98C-CBFFED3529B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684A268B-8669-4E69-B991-1F8D3810D7C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98D26B08-6456-489D-9E6F-8250853BF70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B2B3EAC6-C4D3-486E-9F50-B7921C10B5C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90B554F6-CA0D-4140-91A7-2EE6DCC4F0F6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C5AAD818-3FEA-41B5-BBEA-1994ADBAF958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474C2A8D-1658-475D-BD14-4E09A9AF2C18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F68A86A5-CBA1-47F1-B925-702AEAF2916C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0915FD6B-8DD0-4526-BF3D-8254CB06C08F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9A72559B-2847-48F1-A05B-5122BE7C5B8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E321FC02-EF5C-4618-A340-92D9CA795C39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CBC9A8F7-5BF5-45ED-A9EC-BB77590374A7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E4CB031A-2525-4C06-A05B-48D593FEC158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EF68FA30-4FBB-44DE-AF38-EEC77AA885E1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93D05A0E-D7AB-4190-B5F5-B38E2174BD1C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CD4BBD15-71ED-4EFF-9E00-012165CE3816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5C4A8462-5C91-4A74-B729-0F202D80761B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D714C796-DE5E-400B-9BDD-1282D9BAC720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F524E9B1-B222-461C-B82F-087D5DEAE9A6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899DAC92-149A-4F20-81BF-C0216A1B9AFD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4C35D3C8-1BC3-4D44-BB38-27E6708115C1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E6C428E4-8EF9-451F-BBD4-8A30BF77FBAE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E95C2B92-FAFC-423A-8825-79E00BD5BDC1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85688C8C-DF03-48D7-A272-B7D78851AE7C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AE3B7285-F031-4D78-A0E7-75A27DEBFECE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CEC6743F-31FE-41EC-B87D-34BDD7347935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DE764B4D-0DD4-41EC-916A-44AA9871E5B3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D5643BEA-625D-447C-90AE-CA84BEEDA74E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DD850BF6-C841-4121-A9F0-56E26C440D87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E1A0B054-D928-495C-87FE-32E494233DFE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EA2007A4-12CA-45C1-A2A7-102F96E9DCC4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7FCDC013-BE00-4E03-9FF8-A9453D9CD5AE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7028BF80-4603-4096-8461-48DC9DE61279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E1020FA7-BDD9-4065-87D6-6C5EB1BB36DD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EEBBBA0F-BC30-4E68-AE6F-306A2EA21021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61A64DDF-E78E-4571-AE92-B47EF71A8F92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A54BD49A-6F35-4B63-83C0-B32A496091C6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1A0A32AA-2D26-41C7-93E3-E1083007CACC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A86DCDED-B632-4BE1-A129-AC6246C6AA92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0731E27C-EA3B-491A-BC05-2B74753FC967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7C2A715C-5D03-4B19-A847-7A62EB3788AD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E5BFCA38-DF61-456E-B51A-017EE2BC98A8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9CD9E9D7-6DD0-4D1E-9130-E00BBCE6332B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7A24A096-8FD4-4566-94FC-A53B45410B26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542C400B-A51E-4459-B6B6-6330F8BFF699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21D06B82-0CEA-4F6F-B4B9-DAC92205D77E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31BA1ECE-B214-43EA-9F5C-0DE3D80F98D1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068C8A8E-D51B-47D7-9D9C-DC1915F67025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4C01204-9F82-43C2-8B66-D40CBE1442C5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8C6EA02F-959F-43F8-9740-2D63DE29E7BB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3CD38C3C-3E87-4F7F-AF41-704D7D8FDB1D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29754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D048AFD4-D64B-42F2-98B7-21F789829DCF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AF8F76F2-A986-46CF-9930-CDF5D4C37536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337"/>
            <a:ext cx="12191982" cy="6857315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375089D-B6B1-4E63-A3D8-A4D86B135ED4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8B4CA161-9E02-4C18-83CB-C2A9EC6094A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BEBC272-E5C6-4104-9D00-157DB53E4A10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D85916B-18B4-4AC9-8B01-9C18D2979E2C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D725FFF6-E5A0-4ABA-88CD-9E3BC28292F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E577C6FA-CEEF-4504-B762-AA4C4C5B0DF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36A173D-5FE6-43A7-996C-9932EBF92D5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0A11406-5E73-414B-9AA3-99FFDFD7834C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EC2FC5E9-9617-4E2A-8DF5-E96CE7F372E2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55946D27-678F-42B3-A8B8-A1EC05CC85DA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D73E8C99-3AB3-45CF-B6AC-BE80D11D149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32D631AB-4EA1-4BB2-B620-23F0A7B960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57C2E3BF-2860-4116-8D6A-18FC563098D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0D65DC8F-C2A9-4006-9160-02671723411F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D7D59DD5-EF6A-46F4-AEFA-76D6C719DBB6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B0A1CCE7-A23B-4CAE-AFD6-29FFDF98D93A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7DE83D36-8DDF-4110-98D0-5390C83218B3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59950EC0-BD6D-4A5D-9690-EA5AF53E211B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742B5374-8FB5-4764-BC3C-DB7B08441877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3EAECFA3-D09D-4414-ACB3-580C5FCE2277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33D3A2DB-971F-4D7F-A5FA-BCB61EF5EA1B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1B182882-B828-4722-BA51-35FE518C6EF7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43EDFD3B-C4D0-4541-882F-871DB091523B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EDBA6BDA-560D-491C-9CFC-7442A4BF098F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BFA410D8-3E74-4125-AF96-1F6F18B55903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1132E37-718A-46A6-BFAE-120BAB23822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162174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29246B37-6B73-43E6-8149-D3F571F36CE8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4E8DA6B8-3ABD-4E93-85D1-56862F039AF6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90" cy="6857320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560430A5-6003-4325-AAF3-3B46C68FDFEF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29328AC6-E82D-459F-9BB5-1C4AE79CBBC4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C7BD5B7E-CD5D-43DC-AB98-6A5B6F4CE48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EBEDF12D-D6D9-4AF3-8ED2-B72C7406A92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D8FC1F21-9AE4-414D-B392-7C4177A01027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484C8C7F-B9A2-43BA-9B08-7DD137E0F46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9C0A4A9C-2495-4F6C-B6CD-2CE70A80567C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E24ECBD3-1079-448A-8205-3B9C8E2DB17C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17BF9788-D968-4703-B152-439C3F727477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E52AB78F-9386-47A6-B5A8-D6065A497026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57D574C5-5A21-4FBC-9F78-34DD7D3E756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770A04AD-735B-4DD7-9E10-C6AEC219EEF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624B7F9-835A-466F-9786-2A5184D4C818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9B4D039C-BE54-4742-B1C9-8F3316B16250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DB787F46-D6EB-44A6-9AE8-5BC311FF72F5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7A1BDF5A-EB62-44A4-8E1C-97613E50948D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AFEC93DA-DC7B-412B-A7AB-8B71744AD2A3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51A05676-450A-426A-A4CA-073D95EE2BC9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8E5A3497-B2AE-4311-A804-DB8B25BD5B6D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5CE363D9-9BE4-441A-87E1-8449D9DF62D5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E4D912D0-EFBF-4BD0-B9CA-9E48B2291A98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578AE6DF-1203-4615-B539-CB7AC25FD91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2F53F53D-9699-43A7-93C3-3C33F7231324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AC6070B8-EF4C-4BE4-A1CB-C3A4A639E4E9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27F3E401-8AF5-4DED-A7DD-20308FFAD527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332B4F97-1671-4B92-A435-CB3477E66319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6527750-F1CA-4325-B3C2-2708EA066D34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13BA9F4D-FFD3-43C8-AF49-94F25067FC52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E4C35173-215D-4E2E-88F2-994775E019B1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6C9F2812-9BB8-43C6-A48F-09E180FD8653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AA7AB58A-7532-4AAF-A28A-03C3A727C9F7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2E59D58C-6904-496B-9BC8-F43E6B8E2B63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34EB55A3-929A-4B83-B3E2-F594E8CAA0D1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2E5ABF20-2F7C-4623-92CB-6ADD16354EF1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66BEEC61-80B6-4BAF-AA5C-4E230FDDC5C2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315A1EDD-7760-46BF-9396-7FB32D4CA6A3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DC1BE5B5-BF3E-4790-A46A-70E9304D1148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22865942-6991-49B0-8E5E-617B2D8AD21B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A419F9F3-0F85-4B45-B308-697E67CFF27A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EB4873F3-8304-4A94-A074-7AFB91B69048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8C3A5248-3A80-447D-9BDF-9B1DC74CFC51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8DC20F86-9A1C-4E94-B562-7C6AD8E1C479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AA4F9540-D434-40C9-85D5-A757968796E7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A388383A-C13D-402E-8742-B44F3547C533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28556BC2-690B-4562-AF6E-21F17F8700EB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F5AD7105-3EE4-43BC-8C4F-DCFE867F09AF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7C9904B4-4560-41FD-84D7-4E2CBB54ADDA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3CF28AC1-38C4-46E2-91C1-4EA872951696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424D8D72-F8FC-4053-A3B5-C87BB3EB9A6A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279D8EE9-DFF1-4169-9445-F9C8B93B99CE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FC30DE85-EC4A-4886-932B-67AC8FA7688D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E6C2D52B-CE08-43B1-9CCE-99E4B09CB432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C027BA13-7E04-4D72-9F77-91687E192A2C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A01AFB88-D1DC-47D9-AD9A-826CE3D7C9C0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1D672E91-EBCB-41DB-9363-997E4938EA70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6298BC44-E61D-4725-B5FC-0FA83FF53502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4BF4D062-89C7-42E0-B5E9-91CB3F4BA73C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214B93-E7EE-4C34-B765-2A73C41B224B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D4DCC179-3B4B-459C-A216-FDBEDD9F3081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03F14FB0-421E-4BE0-9276-D7882F3A1AC3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36950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C161AB46-7D84-48E0-A9C7-8B79EB8D7140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2EEF0155-ED6E-4B69-B72C-E298224E7493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337"/>
            <a:ext cx="12191982" cy="6857314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7EF8F68E-8AF5-4B97-91E7-583E6F6763C8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ECEB8C93-EA3E-46F4-B493-98708E11DD1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A58118F2-E353-4F59-A8CC-3D2073887316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B78B6D58-2E9C-49DD-B08D-D05A4FA8411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22A0E5A-CBEA-4341-AADA-A275BB821E0A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6E70C293-444F-4B7A-99B2-3B1F19FFAA5D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B5F156EB-F478-433F-80A8-31B5A56DD733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A8C8EEC-5B02-4533-B27C-1FC5F0D4C897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F8ECB125-653A-43ED-A3BC-BCDDCE6770DF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F795D2B5-7D81-4552-B295-B1921AEA563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B578C877-C8B3-457C-9E37-2584D72452F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581383F6-2327-4517-AA63-DC4E35B1216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88A05A0-0B27-4790-87FF-563297B4024B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95FFDA20-6C5C-4F7D-A5A4-FD77868F0D8F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EDDDF696-281A-421A-81C8-FC7AB2091ECB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C30961A2-6D90-4E6B-B1AC-3E4521E89130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66AE1012-6A43-4491-A760-A6F615AF04DF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94F2066A-7B9B-433A-A05A-C9F27FF63EA2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345966BD-04AD-4191-A07D-46029AECAFA9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04B767DF-EC58-4B01-9DE2-4577BA3CC4E2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7ED1591E-B811-4E9F-869F-13DECF946111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169910E9-9F9F-465B-954B-86E93046C869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E733AD59-8FCE-4376-8646-2B245FA15005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29EF0DB6-27FD-41D9-84CB-975FCE63CE9F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84C0C788-BD75-446F-8A96-C7F98A85B035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F807E81-037A-4FE6-9229-B6CE93D24F4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904684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2363EAFC-AFC9-4F34-9A5A-6DA7C3ADA50E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1BAA57C5-6548-4100-B2D3-6DF016971229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" y="337"/>
            <a:ext cx="12191989" cy="6857318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392A968A-67C9-435E-BB66-5A90F98EA585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1BC160AF-2F3F-4F79-8483-ABF833D32E67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94292C4-5914-47C8-9248-DD7239953B25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29491ED-4046-4E22-8590-797E27C9017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C50C6AE4-768C-4599-8F2E-47E4E327B4B3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5A201EA2-E9E0-49B5-8603-ED2E531C8F1E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A9DAC91C-F00E-4B60-BE89-5072BE0803E6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476DCB78-AFED-4DD1-841F-1B989442C29B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4FC244D2-F815-4464-B681-6E452E1D39D2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1F9096E3-7A04-42E2-B330-3C10069B4B4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388A39E5-42FE-4CEF-8650-116381C18D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46006584-68E9-46D0-A77D-9AEF2852AD1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F59F965F-3AE1-4A2C-A074-277DF209D869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2C83147A-24B9-4BC0-8C7E-6A322455925C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6E74C890-1A9F-414B-AFE8-4A40C7189A92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123C16E9-C78A-4414-A8DE-44A01D23B65E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1A1E606D-E531-4AA5-B3DD-A2CC7350B9B2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45BD16D9-25F1-4ABA-A04B-D1FA1BF85CCD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E7C5C5F0-F628-45E5-BBFA-24039C083470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C0D7260D-184B-4B21-BF38-BE6F6C05A6A6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94941391-5AC7-4F03-950F-E85F258411DC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4456EC27-78A3-4491-B466-75939BDE6279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EFF62656-6D09-469C-B3CB-AF08F5126608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47D40C14-C846-4C08-806C-8E0BDB04F33E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BD44C094-1323-45FD-A984-3A152DDF4BDA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B80C3A44-1F5C-4913-82F7-E72E6D78F63B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E8926857-8D1E-4423-A1A6-97AA1127E3CC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040722C6-34DD-44EE-A36C-7B17DC6E8464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BC2F3713-1882-4F05-BCA2-45CA21D88C35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79155AE3-DA9C-498C-83DE-D4B81D1140ED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9168E8B6-3590-49AE-B819-205C6F8CEF6D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3277A255-9061-4431-BBAC-0A9FB2F63667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787BDDC1-6593-4AD8-ADFB-52158430C465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394EAE99-1009-4C55-97B8-6BAF63770E32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A42DC388-80EF-46EC-904B-5BD894984D34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CF7C625A-4240-4320-A8B2-26ECB824AC45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46C9EB62-6932-4E22-B330-667A44A1DF90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EA08B31B-ADC0-46B6-B984-E643D5832279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FE124AE0-8015-4A0F-8C87-76DA57FC350E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7990E2F1-D182-4216-9A8C-4CD18A99923B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806253A4-B2D0-4F0C-B068-D24376F678B8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22153A59-98E9-42FF-9F45-FA71B6B69EA4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88A0FF72-061D-4975-A345-7208F20D4E99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C2472C01-E219-41BE-8351-01F21F5C03BA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CBF87F83-2FC9-41A0-BEA7-B05AB51E3D69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00062649-649C-447C-97BA-FA50162FFCC0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1B116534-06E5-49CC-909B-BA5BF83887C5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27A9B268-03AE-4A57-8153-542A36A3872B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E22A4E8C-BA29-45C8-98B2-8E9E48FB8E68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8211D977-67C0-4560-A122-9E00A84ABDEE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993811C0-C25F-4BBD-9E0D-9D67F809425C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C92B4619-6100-4358-82EF-943C19E96E86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168B1768-1528-486B-AF2A-33F1F1250D6F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5BA1B160-CAF9-4865-BEDC-D867CED327D9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4F1D66BD-5985-4538-9332-51AA48982811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4B2D5B77-4384-48C4-A7F8-0DFB3DF89998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891DB3D6-E96E-46E7-8B48-6518CA705F0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197FA7DD-A550-4192-8663-987836A7C90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9FD3B7D0-75BF-4806-B25A-7BAB5DE944CC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35F1EF4D-4BB3-4B98-976C-738A98C04858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263299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4C7F65B8-3554-41EA-87C0-C35EB77C9DEA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CD75C0CC-64E6-4CAB-9D74-35717F38BAEF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" y="337"/>
            <a:ext cx="12191980" cy="6857314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0158B423-0254-4E04-B7EF-3413F1F0A38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EAAF1261-07C6-4C24-8869-A15B57E18E72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277C6B16-2FB6-4B41-A06D-1D6D90474D8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27095ECF-B152-4AAC-921E-006F685B1F51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9FE42152-DF8B-49B6-9CD6-6CF7888F5C82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4273032-0CE1-4773-9FD6-812BA81430FD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3DFCFF5F-6A33-4A63-B1E8-C87C53FC2E2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BF40206-D3FE-47F7-A94B-3E55AEF82B9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22AFBEE-8D90-4AC2-B7B4-EE83F71FB6AD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E2CC1993-61E5-488F-A7AB-AE415B34668A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F17F5517-4D81-4C69-BE2E-456EC8FDE76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87466795-75A5-4652-8856-7F0AAF5BF5C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62D63A27-033F-40E4-834D-E86D0F2F571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D7DD6474-3E2E-42BE-A092-00C99FF68A3A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3A1DD45E-57C1-489B-AD68-6E58867CD258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91272B97-A760-4794-86BA-428343474507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DD14D992-DE71-4CA3-8C61-0FDA2287E52A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620A322C-345D-426C-A53D-33FFF1D641D5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9617881E-327D-4A6F-9EA8-3F139A79CA3A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21EE01AB-A379-4B0C-8B81-10463BECD129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6AED83CF-1301-44F8-B6E6-6B0C12849F85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5CE7849C-F77F-45F7-A2BB-F76DB014C80D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1D97FB41-9721-4F5F-80E2-DB314CE1F511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C49F2C3F-A2ED-407B-AC85-EFEDE241AC3E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431F7F72-0AE5-4081-8A79-EF285EFC584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8FF0974-5CC3-4A09-8DAA-CE35CA52697F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867134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B0A64F0E-2590-4AA5-B64C-E9ED92EACD4D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6016AAD3-D58C-40DD-B530-20D3CE3D24B6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" y="337"/>
            <a:ext cx="12191992" cy="6857321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BFD95DAA-486A-446E-B6AB-ADC7445DB39B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FAF5ECA-CC63-43D5-936C-353B9B910C41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70B2F1BC-1802-4DB7-8082-B096223CBE7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663450A6-D454-4FF9-97B2-A9975F4AB46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6074E2AE-46B4-4DBB-BF83-AE68ACE49117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E5A86B1D-EB1D-4536-A909-508E9D4C7FA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7FA655E0-2397-4FB0-A67B-DD746336A59E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AABA602B-4AD7-474C-8C4B-76C8D827C73D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04C1B01C-3920-4174-A89E-656C81366FEA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404A6B49-C7EB-4357-A7C5-653B4DDABC19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589C1130-0993-47CF-8D1C-D5EEAF988A3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CAAAB9E0-41A7-457C-A487-8DF7E444CE8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2F7F336E-0867-42C3-8D98-217FEC2A7CA5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13DD8C8A-B1B0-4490-9F7F-E2D924980300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D4DE38A4-E6DD-47B9-AD50-F1ED6BEDE229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5873B9E3-6C14-4B10-BD6F-83C277C6A8D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13ADC69-62D3-465E-AD2F-4E707BE92275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8869BD60-41EB-4D7C-B80F-6E8480400881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25EB553B-52FD-4D3C-8026-C3905A6F9E78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11960023-7D92-4EF3-B7A1-6A701FF77CA9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646A04D5-584E-48CB-97B5-1D7B9E3EF502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E421E19A-506F-46B5-B552-46F70F72D11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7405A9C9-E1E3-40D0-B28E-E7E3DD727509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60F7BF9D-9798-4439-B27B-71577F57A615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AEEED2EB-85DF-4FAC-9E30-5F5767749E8D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C59490C4-08EB-416A-B907-4B6851A49300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752082A5-F967-4AD5-8D86-1FF1D0CE69D4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FF91D0DC-801A-48CD-B71C-5F2DB605EA88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BF5B5EA8-5761-46ED-B36F-0DC46E57AC26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DF93174A-6A67-4B2A-B755-3E705016CCAC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55486602-8E72-46EE-9EC1-F25114732420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9D91FC4B-D687-4831-BC24-73C273C11B5F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91FFC34C-B3D2-4512-8231-68B43F3EE793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52E3B8E1-A435-4057-AE09-C10A4D1B7594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A6B466CD-6D55-4FFA-837B-F0EE0B83E81C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E5C449D7-0607-437B-A6B7-BEF28362E539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F9995352-DE9F-41D2-8D90-90973618866E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5CCEAEC0-CEDB-4189-BC90-B61BE592914C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E15069BA-3206-4E67-9DA9-5BEF6E39EB89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6365A665-FA08-4C2B-BF95-26E6409316FB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0208B3FF-1A05-4DF2-9862-134ADD721D7C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6CB42DC6-5C53-4423-B0E4-AB10F3D08FB7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3FB3160C-E9D5-4CE8-AFE8-281B7871618A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A1D51723-4EE4-47B7-BB87-73FB26DD2B4B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725DA28B-9F4E-4E04-A95C-99BD5B97DDB8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C978D525-A6D8-4C1C-A5ED-094D3F0155C3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B3CF1207-CB41-46F7-A6BB-D6CB80A31122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09A1AAA1-80C4-45B7-889C-760AE592F792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430D8F27-4197-4B4B-8756-9DE689109710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9B801FD1-15A3-4212-B690-F0671B433F9E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16464E9C-34FD-4FC7-89BC-78EAB83DFBFF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1283AF66-6659-4465-A0A6-F51273509791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BC8F6CC4-4E98-4D8C-AD5F-7A4BBA0CB792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721F78C4-99A9-4905-917F-E3F341F2B32A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DAD894B6-ACC7-426D-B5A5-301D27252844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6523CADA-F29A-4A0F-9583-EFD95DC54433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514F422B-209F-40E8-982C-9D70B7DB99C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94F55D8-7779-4277-A333-D5A641205531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1D196233-69FD-4901-8E7D-740D352A6349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199CEFF7-DF2B-4373-BC45-CBFB71409AC4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59563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0B514854-90F1-4B97-B5D7-2E967A06C379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92B7E535-3D19-4EFA-A2C9-1B07895FE52F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" y="337"/>
            <a:ext cx="12191980" cy="6857313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AB543BDE-F3FB-43AD-A875-2A050E6C3B0C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AC22082C-9C79-40E8-8EF4-5900FE18224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9B8AD766-C2DC-4A3D-B605-241735D1767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F9A0D8F1-278E-4906-AF9A-A56D675744AF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FCD8416A-2AF0-4607-96C4-97C131532311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ACFBC518-0C91-48D1-AE92-64F92CB804AF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556A0D69-9AE5-4265-BD1A-B7819FED5D25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C878707D-EE64-405E-B51A-121FBF38C9C8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30E58B66-D689-40CA-BF16-DA996C9FE760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45C35186-6470-4742-937B-E49E9FBE6D74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E0E2B9AC-FEFB-4486-860B-6185E8FBE0C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2F80A576-5795-4E02-8783-CC6E4F9CD36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67FBC63C-44AD-432E-83BE-7F40093F09CB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A074A03E-9C58-471E-A096-C42259342AD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F0AE4CFA-C0B4-4DF1-B4ED-1E5A30BE40E7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277E419B-6DAC-4B17-9706-85FCE5BF57E0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C993446E-4BD5-4412-97B5-C917898D2F09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1AB075AD-618F-4679-91D0-84588E191328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C7D04E0D-ADCE-474A-931B-89155DB7853A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7F3DFCD3-7383-43C6-AF72-E7FF8ED91C42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F913E477-0B47-4973-8F5E-AF03EE4FC60B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938D9453-460F-4E20-9364-A36C593C1CC4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57341D51-0C30-475B-A0DE-CE7E1744EE9E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D17210CF-7CAC-4F9A-B11F-24E6ADDF1717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B7273A15-1F65-43DE-961A-84678FC9D404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64C18E4-B728-4039-AFA4-D28CFBC224B9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903891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CE1643D5-A12C-4862-92EA-F32ACB6E8682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85517401-7B2D-4506-B1E1-90B73D6C40E5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337"/>
            <a:ext cx="12191996" cy="6857323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C70CA7C1-667E-4B11-90DE-B4BF9880A03D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CE601C48-AC52-45F7-9980-75D21F6435F5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60052120-45C9-4604-98DF-01189F0F5457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763A99BE-5602-4179-B885-FFA18DC8B3B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91E84DC3-E1FF-4974-A980-1873C89E6DE8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41081C0-8D60-4B21-8A9F-DDB5BC1DF26B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70363948-784B-4A12-8194-D94971B7D1C7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B57D38C2-7FBF-4279-944D-3A4413DA6378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091F5C8-4B5D-4F92-B5CB-8842BBD1659A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F8375AFE-DB17-4ABF-BE56-72AC846C784D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D5730F18-74EA-4DDD-B8B1-8E3996614C6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E724B7EF-C51B-4397-9950-43ED4933BAC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75113D3E-E1BA-4519-A986-A3A2DC37414A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C6F5EBB9-C4FC-4541-AEC0-E949359DFDC7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61D933D5-6C2B-405E-BDAE-C0253C350CAD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C6B84FA6-A9C1-48E6-A629-8781B58CFF6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ECFA04D5-9513-4428-9AC6-2A01FE9FD568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305ACCF1-C58E-4A2A-AB47-FCFCF59C0DAB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A47073D2-FB6F-44F0-A8EB-D073B9FD1C6C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222C358B-1718-49D3-935E-D9CC1AC19B6B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FD2AC099-93C4-4047-B6EF-B29049B64E5E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FEB27B0D-4AED-43C0-9C0E-226F5E984F3B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F1FCBCEC-8611-4281-AE9D-868BF8B7BDE5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742704A2-7B43-49AA-8A72-FC656DC9AF93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EFE551A4-230C-4AA8-9980-FEB5659DF6BB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AB6F9298-BFE3-48E6-9040-6F203E477877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D4479593-77E4-4770-8334-95D83A360E1C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EE36E38D-6865-4562-B05E-C20F3DDAD993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8D3F9B8E-E132-4705-B4F3-E06AC2333F3A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319C91C5-3154-4EFF-AC1B-71D72687E570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1D238FDA-002C-4B3E-BE57-F90DC75E2027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0C074BAC-942E-46AF-A250-C3D5E357FEEF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B20A9B0A-2C69-4363-8AB6-4A49A4CA33A6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AEB4A069-D709-4E36-B38B-456D277347C5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6B28EA34-1F4F-4130-9DA2-ABE3A95448F8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D1C4D688-7E68-4623-9293-837EE2C4A00D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2FAFCC38-D9B6-431F-869C-E53E4099176B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B3933212-6848-4C82-93A3-2B503691F88D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4D68CD04-BE3C-493D-AFD4-BAA1769341BE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06C10AF4-1658-4DF7-AAB2-BF7D9CADF983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6F55C448-E51B-43F2-BC06-D932E9E0FC1C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9B98ED75-4426-4E34-A7F4-1EBAAB7D51F8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40790EC8-E361-44D9-8CDE-1143248498CD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DD160891-0A73-402E-B545-37A5A39D1341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7BB177B7-6AE4-4842-B377-B4DBC446D6D0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C5A4E497-769C-4E21-A33C-C7594E94FE3B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50228E2B-F2C7-4BDA-B5E5-3CC1B8A8C45A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24257C0A-76B4-417F-B2D7-57AC65778F1D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CA01E78C-52B0-4F3D-9810-76F89B28CFBC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E948D116-7D91-4D36-8557-F2C695148D89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AA70F7E7-424B-45BA-9511-74A0B5B1671D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94958067-8044-4D8E-A6C3-3A00F823A1AC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75A11243-2534-45CB-A74D-BA6755C5BFAD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12AC8E2D-B127-4070-A6D8-1E4F5F6893B8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9CFF67E7-957A-4814-ABB3-948AA4468696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9C2F13D4-1492-4F59-8BE3-ABBCE1BBEFF8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230B9B3A-2517-4E93-951A-32885A50419D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DEFBC583-4750-4302-98F2-1A26E589008D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0DAD4C1A-ECBD-44E0-A2E5-82B484E1F1ED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3753F054-6143-45FC-A81A-5EB524F5D314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092681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577C393C-94EB-4A15-8E12-CBDB440D1E35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FC9923F0-D5D7-42BC-8D2D-349D34DE3E30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" y="337"/>
            <a:ext cx="12191978" cy="6857313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0BB52BFE-FF5F-4CE5-8930-DB6BA9FC90D6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DC5AB1CA-562E-4521-B439-18A0143B7D79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EA1E40E5-305B-4A5B-BBE1-3379454EB20B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3145FB5C-7626-4C2A-ABF5-E86BFB810446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EB2D6E4B-ACAE-4FA4-9B57-8030F5D5D236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3D21DB2-959A-404C-B4CC-6D2DC970B316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BF3E187D-78A6-44E8-8182-1107CA63A14D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529BF86A-CAE5-4DEE-90CB-970DB5033929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77CB853B-A406-41FA-B74C-C95FDFAA2C1F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97F52555-1D87-4BFA-9DBD-3BE2D1800F4A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1AE756E6-7D30-4E2A-8EF9-D3BA37A2246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839FC1D4-F711-4781-8EE9-25C879C2720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67D7244D-1FD9-4F82-8C0A-8B55F670C360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60BEE094-6F83-48E6-8CFE-5B404E374EE3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1E989450-D3D9-49D7-96C9-10E76EA5FD84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39DED37E-4E45-4CCD-83DA-DAE725C44B4F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6321F320-35C8-4D76-9286-0D31286C6DD7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21CA9FDA-7D16-4B68-B034-D1DC950D51A7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6432F7F1-3B0F-44CB-9ACE-2CE3681A41E0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C01FB8EC-C6A3-4440-8055-62F424077F96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C29CEAD8-06C8-43A5-9C34-DFC85D88A496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B661BDE1-41C2-4D98-9260-660C4B6035DD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9DF62F2C-AFFE-4296-B83C-94076FA32A4E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AB96CFBE-8BBB-499C-BC20-CB0B22E16AE4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423D640E-31D7-4C0E-84D4-CB66F3B3579B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4C052CE1-5DFC-4207-96CE-9434FC42727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016767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4CBA0FFC-ECBD-4E19-9978-0C466EEB8842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EB011652-E995-4E6C-BAD2-FC2575383A9F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" y="337"/>
            <a:ext cx="12191987" cy="6857317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27CB3BB2-4189-4FF0-8132-C6AE0005E7B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D553DA94-DB90-4EBA-93C1-F683E615CC1B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FF0A123F-EF0E-4D83-B3A6-5B3C65F0DBFA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CD0F214A-AD9C-4965-B80A-FB436D1C853D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819F0201-3984-483E-AA9B-B23F2DB869C9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17A4F8B1-D30B-4428-BA77-19E4A43EC2D6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A6FFA44C-8E4E-4A51-8CA0-98CF9FEAC274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1B814CE-3FD2-49C3-BBB2-45C92B6BB610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86E766E-FEA3-4639-BF71-5BB1F1B50E3F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4B56A6C0-0930-406B-BE94-82F5981A2690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07277162-2421-48DE-938F-500F105235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77B8F436-6A55-45E3-855E-F9DF5DA939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8B794F63-8BB9-41CB-907E-21910CB15541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8D8FC948-352C-4ED5-819F-7D96CA7B10B5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9E554508-814B-4C04-AD10-E5610F6CA7AD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8DE3767F-B52C-476E-9E79-A5CD0F295B23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3E9FA419-268B-4A80-83E0-DCA1B0AE9CA9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59FE081C-D4CC-46A8-885A-4DD40B59F70F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D85ADBFC-FCF3-4B52-9DA4-49C86EE813B3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00179EB0-43ED-4A8A-A443-DCD7FC61FEE8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4072E225-1005-4160-9F5F-687BDB405909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FA576DA2-F503-4656-A1C5-2FCEF589712E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7C3A2326-2B79-4C5B-BFBA-3F9D900C55A1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B6F6F0A8-A333-42BD-B03C-8633DCE903A0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4ADA160A-9575-4924-B68F-3CDB8FE9B9C0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69D5F028-DE4B-46B9-B90B-010A76DBB41A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344BA934-E76A-44AE-8597-33A3288223AC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3D6384CB-435A-4A28-8689-D72219322BB1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F767D5B5-A285-40C0-9996-36F459314356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51DF3209-4F8C-4B81-9E79-B69538B7277E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B8BC7E9C-E4EE-48BB-817B-FCB003521325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6FFD291D-3AF1-48FD-8468-26C9B0782E60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50E3268F-B788-47DC-8359-ABC59C0C8ADC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DF31EB3F-34BB-41BA-AFF5-A36EE2C774E8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8A4B9936-36F4-484E-8887-9ECEEF7A1C99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A0A45EAF-CB87-4719-B287-690ACBF57E03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54F0A4B4-A9B6-47AF-AD5E-917A823B22DD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1014B91A-B0DC-48A6-A23F-80F7EF427CAD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6A27C5B1-FCF5-4D80-BE20-1AB13834B870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AC866EC2-AD3E-4A82-A135-89D7D75BA9E4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27147943-05B7-4034-A413-68DE928D7CE2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0C3E5739-F25A-42AB-95BD-AA83473E1343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5D1BA399-ECF0-47F1-B977-E3CCFB228905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EEF249EB-0144-4D3C-852B-7D99ADC3C082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A5D93ED0-C1FC-459D-B0D4-B827B3750BC3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EF7BD220-F5C1-4562-BB01-872F1C5DC8F1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2EB161A6-F533-49B4-84AD-006724149CA2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7F5430F0-69D7-4315-85DF-F6AFD81E31E6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601CE40F-06BB-46C1-B571-E7B3C5B0DF77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1B92BBA9-578B-4A50-8F5F-A5CD231FF7FB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E0E3D765-A3E5-455A-AA40-82C3A283C527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6C5A70EC-EFC9-419C-96C1-CEA0D50EB07E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A5A21D14-6E27-4347-BD6B-24DB1D3D4BE2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B408BCE9-0CCE-4DD4-ABE8-0738A93C7059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C1056000-E1E3-4518-98D6-8521BCC88A82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58DC1E47-916B-4FAA-8D3C-0F6235C9D6C7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ED6A32BC-BFE7-4BDB-AA1D-B34A6F0EA98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CE8BE59A-1513-41EC-A73D-A17E170723D7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97E53063-D447-4EF3-B226-A8AB36ECAA31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9C38FA71-427B-4849-B4C0-1466E2D50588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74261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0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BB05ADB9-E7FA-4ED4-BA0B-8CCFEBC53D2C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BF56C11E-D3AB-4DC3-8ED1-8693ACDFC0DC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" y="337"/>
            <a:ext cx="12191978" cy="6857312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A48F84D4-A059-4A50-B567-0FBB901025E0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4CA6F594-23DB-47E6-8F48-300A4DEA25FA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D7D18D1D-36AB-4BED-B1A0-218AA535A05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8E0EBDBA-EA88-4523-B849-F51950FB16F8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AFDA5847-E09D-413E-A476-04C21AF4D0EF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D17DF9BA-8760-431D-B708-FB116F0EEBB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299CAB1F-2ADB-409A-AFA1-B00438B078ED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1713736E-7FC2-40ED-826C-5B871807EC99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C2B2E103-DECC-434E-9B3B-164FBED75463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E92FC0D8-6946-42C1-AA08-E5608CB97622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BD6E193A-D94C-4286-8B40-0019E8564A7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8EB512FA-C3E9-4F12-80AC-9258AE6AAB9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581FE376-3186-48D6-BBEB-410B5F33A992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B4A7FFD5-297C-4AF2-B6B5-3F340B46FC60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24EDC3C7-ABE8-43DE-BA3E-B667B7E2F07B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E22A639B-2D19-4433-973E-B6BC91739059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8DBFB87C-DDD0-4DAD-9822-A967AB9BC8DB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B03A6D9E-B67A-4406-B01A-441172F48F99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4668D93D-93E7-431B-9024-7F461061F721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D9FD94BE-61FD-4CD8-906A-8F1425D0CAD8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046B01D4-E163-4857-8FA1-701DFE05D778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B7C58673-C999-4652-B7B6-05DCD9FA4E22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5513ABB5-2651-43E0-B0E4-B079B4522857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FAE7E4E3-5DEE-4D1E-8F68-2FA22BE3829D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08A1CC7B-D00A-4E24-9A02-0A735D47B31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A9A020AA-59C2-4997-9B1D-BF2545368C7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318765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220DB937-BC75-4C74-A501-1678D6EDC937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AF0C0B55-D869-4CF0-9F9C-F89939850D90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337"/>
            <a:ext cx="12191994" cy="6857322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4BFB8E56-E9F8-40F6-A406-52DBF5523542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E0733DF2-3624-4B1B-B798-EA6E86C52D76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F23EBF71-3A3D-4FAE-8E69-39F29A1C7184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9EC99C5-F2C4-4FEF-898F-B6D9777610FE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4DA95965-4D65-4F0C-B681-A47E5C44A01E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6575390F-D989-4919-8CE9-80D425626DAC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1EF0B453-059A-4DA8-93DF-FECFCA0213A6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14FF2AE6-C661-4940-9373-20FA199AE0C1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D90356A5-6E48-431F-9A6B-A1AC5513C0C6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BA2CA9EC-76CD-48FA-B3A4-3E39C917D921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098DF669-749D-4213-ADF7-794B8A5B2FD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4F780FBD-D852-4055-9437-544A69A9ABD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108941D3-1628-4994-B04B-7270E39B052C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BBE8B305-CD96-49BA-A2F2-4B1EEFE2C0F7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51378846-3033-4058-A316-CABF9FC022D7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E5B07A73-0525-442E-9B97-04D4196F2DA0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24E03AF-A576-46A6-8189-E6B2A9F48E0C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0516A0E3-6CCD-4BD4-B944-E0A09C286703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6BFEE287-7075-4806-A8F8-69DF4120A30D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B469703D-AEE6-4959-9F20-4FB9E24169C2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905FB3C9-C93D-4A64-A251-ABD484FFC3DE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CBF998A7-519D-4BC7-A87F-847F9EB83900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59AE8EFD-790C-4AC1-9BF0-75DDB6CE0617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624F3A8D-071F-4B89-B07D-209602C71B1D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F9914543-E3FF-455F-93F2-9651E4BED71D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13FB9A9E-09D5-4213-B6BD-76CEE3DD868C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FF93B97D-5E56-4A8C-9887-738143091495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9EABA97F-BEB1-4FF4-8C3F-38281CDD50CD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992A701A-5C3F-4293-B4B4-91F21836A195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2C378F0A-57CE-4A75-B841-F60789A785F7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5FCE0614-B644-4582-86C7-7B3F605E0EA5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7A27F3CE-82AA-447D-B72B-D5B1D98535B6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56B21E47-2624-41C6-AEA5-DAD5C1BBDF77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5B2BFABD-CF3B-4A0A-9000-2DDD1ED53CAC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A0EF5787-D8CF-4B2F-BB73-16A6F21147C2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70CB816D-132E-480D-AFA6-9E6339BEA29F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E6149D6C-4828-497D-B74D-C3D3CABEEEB2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829E43FF-688B-45AA-A2DE-F9AD25EEC715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5B47B440-3F3A-48C4-B711-D49E2F0D3361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C01A34B1-7F24-461C-AAB5-ADFB39C96AB6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61E534F0-CB14-48C9-8E62-6E88643D6BAB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C330399F-9C74-429C-ABEA-32558972BEB1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7EF655E7-52E9-4466-8FF2-3484BBB01B25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9DD45595-FC06-47D3-83EB-71E77BC34A0B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522D3F2A-E034-469C-81CD-5E5F0910B833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96F83C6A-218D-4F40-91EB-6E0D0355CCF8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7CB1FC80-C320-4082-BD6D-59D49DE558CC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DACACE45-2808-4A92-B6AB-751883D00478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94BC4D0F-D356-4F4A-9394-CE861B947DAF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9B574EA7-1290-4732-86FC-2230E5CEB6FC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46E9BB8E-F95D-4E88-A724-6E1084AE795E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9C2E9B01-49CD-4969-A42A-6216EC8FB547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44F90D28-0918-448C-B20F-0863E53DBAF9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D5ABC8F3-E9E9-4D3B-B94B-9338A3876DF6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C9D3A63D-9AFA-4809-8BCF-78267A713494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8D157621-9147-4CB4-86DD-2D7A3A71C5EC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6409DE61-B1D4-43B7-B7E6-E67873F3E1F0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0AA3BC67-3A0F-4F26-8F18-3D70BA2B75B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7A5A764B-695B-484D-A9E8-C8ED22576997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2BC7A811-4FB2-4898-BD3E-925C934CF31C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570978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hlinkClick r:id="rId3" action="ppaction://hlinksldjump"/>
            <a:extLst>
              <a:ext uri="{FF2B5EF4-FFF2-40B4-BE49-F238E27FC236}">
                <a16:creationId xmlns:a16="http://schemas.microsoft.com/office/drawing/2014/main" id="{FCAF1A46-D993-4377-B9D7-48836C547CF2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51" name="TextBox 50">
            <a:hlinkClick r:id="rId4" action="ppaction://hlinksldjump"/>
            <a:extLst>
              <a:ext uri="{FF2B5EF4-FFF2-40B4-BE49-F238E27FC236}">
                <a16:creationId xmlns:a16="http://schemas.microsoft.com/office/drawing/2014/main" id="{C9BA5CF1-F0AC-4B76-A017-4F5A973D3337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" y="337"/>
            <a:ext cx="12191976" cy="6857312"/>
          </a:xfrm>
          <a:prstGeom prst="rect">
            <a:avLst/>
          </a:prstGeom>
        </p:spPr>
      </p:pic>
      <p:sp>
        <p:nvSpPr>
          <p:cNvPr id="23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79386E1-F24D-4F32-95B4-CCE0E74DC88C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4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5D88ABA5-CECE-4A72-95E8-70D9B9D09C99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25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0524F3E1-178E-4130-97A9-17B112A69FF8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26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97C11580-C768-4B2B-9511-0C246C18593E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27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0D26D316-5C26-49A3-8A0C-D107FA8F38D8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28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44535982-7729-42AE-97E1-5E752A195383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29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16095B7E-7537-423A-90E5-DA949B714F63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30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80E588D2-E07A-4694-B269-D3E0C5D6DD1E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31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1A2C7BBD-0AF1-4466-9418-AD24ABF6B23A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34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20B17CD-C175-4C55-8734-A89FC49D466B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BCD9B0A6-EE04-4A36-88AE-80A2D0F7353A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80969B4E-6D33-418A-9E82-C8A697E5BE7F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52" name="그림 51">
            <a:hlinkClick r:id="rId3" action="ppaction://hlinksldjump"/>
            <a:extLst>
              <a:ext uri="{FF2B5EF4-FFF2-40B4-BE49-F238E27FC236}">
                <a16:creationId xmlns:a16="http://schemas.microsoft.com/office/drawing/2014/main" id="{1B2C1B58-A6F6-4198-9A19-422E31D7EA9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53" name="그림 52">
            <a:hlinkClick r:id="rId4" action="ppaction://hlinksldjump"/>
            <a:extLst>
              <a:ext uri="{FF2B5EF4-FFF2-40B4-BE49-F238E27FC236}">
                <a16:creationId xmlns:a16="http://schemas.microsoft.com/office/drawing/2014/main" id="{9DCD42BA-D4C7-4909-B826-3062B53929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54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A96F93C1-5D75-4F8E-9121-1B6E58BE68CE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55" name="직사각형 54">
            <a:hlinkClick r:id="rId6" action="ppaction://hlinksldjump"/>
            <a:extLst>
              <a:ext uri="{FF2B5EF4-FFF2-40B4-BE49-F238E27FC236}">
                <a16:creationId xmlns:a16="http://schemas.microsoft.com/office/drawing/2014/main" id="{863AE72E-0301-4EFE-9645-1045A2452799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hlinkClick r:id="rId7" action="ppaction://hlinksldjump"/>
            <a:extLst>
              <a:ext uri="{FF2B5EF4-FFF2-40B4-BE49-F238E27FC236}">
                <a16:creationId xmlns:a16="http://schemas.microsoft.com/office/drawing/2014/main" id="{FBB8D9C6-EAB0-4264-A2C4-F8B14B31791B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hlinkClick r:id="rId8" action="ppaction://hlinksldjump"/>
            <a:extLst>
              <a:ext uri="{FF2B5EF4-FFF2-40B4-BE49-F238E27FC236}">
                <a16:creationId xmlns:a16="http://schemas.microsoft.com/office/drawing/2014/main" id="{C5578AC7-CB23-4517-AE43-569E729C3B12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직사각형 58">
            <a:hlinkClick r:id="rId9" action="ppaction://hlinksldjump"/>
            <a:extLst>
              <a:ext uri="{FF2B5EF4-FFF2-40B4-BE49-F238E27FC236}">
                <a16:creationId xmlns:a16="http://schemas.microsoft.com/office/drawing/2014/main" id="{563D0E0C-AF12-4FF7-BCBD-2FEB3F9398DC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hlinkClick r:id="rId10" action="ppaction://hlinksldjump"/>
            <a:extLst>
              <a:ext uri="{FF2B5EF4-FFF2-40B4-BE49-F238E27FC236}">
                <a16:creationId xmlns:a16="http://schemas.microsoft.com/office/drawing/2014/main" id="{477BA93F-A6D9-4D51-8D5C-7CF3027CCB13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hlinkClick r:id="rId15" action="ppaction://hlinksldjump"/>
            <a:extLst>
              <a:ext uri="{FF2B5EF4-FFF2-40B4-BE49-F238E27FC236}">
                <a16:creationId xmlns:a16="http://schemas.microsoft.com/office/drawing/2014/main" id="{02741287-12C5-4C5B-92DA-9494372C3A3C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hlinkClick r:id="rId11" action="ppaction://hlinksldjump"/>
            <a:extLst>
              <a:ext uri="{FF2B5EF4-FFF2-40B4-BE49-F238E27FC236}">
                <a16:creationId xmlns:a16="http://schemas.microsoft.com/office/drawing/2014/main" id="{808B8699-7F5F-4011-802F-FE02942A3658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hlinkClick r:id="rId12" action="ppaction://hlinksldjump"/>
            <a:extLst>
              <a:ext uri="{FF2B5EF4-FFF2-40B4-BE49-F238E27FC236}">
                <a16:creationId xmlns:a16="http://schemas.microsoft.com/office/drawing/2014/main" id="{766340A7-71A9-451C-97B4-3E1785FF272F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직사각형 63">
            <a:hlinkClick r:id="rId13" action="ppaction://hlinksldjump"/>
            <a:extLst>
              <a:ext uri="{FF2B5EF4-FFF2-40B4-BE49-F238E27FC236}">
                <a16:creationId xmlns:a16="http://schemas.microsoft.com/office/drawing/2014/main" id="{61DC8FF0-5CDF-457B-AE5E-10B49B4DA1D5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hlinkClick r:id="rId14" action="ppaction://hlinksldjump"/>
            <a:extLst>
              <a:ext uri="{FF2B5EF4-FFF2-40B4-BE49-F238E27FC236}">
                <a16:creationId xmlns:a16="http://schemas.microsoft.com/office/drawing/2014/main" id="{09615AE4-281D-4429-8A19-17357A04E688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hlinkClick r:id="rId3" action="ppaction://hlinksldjump"/>
            <a:extLst>
              <a:ext uri="{FF2B5EF4-FFF2-40B4-BE49-F238E27FC236}">
                <a16:creationId xmlns:a16="http://schemas.microsoft.com/office/drawing/2014/main" id="{025ED8EB-FE59-4BC8-AEAA-4D12A638E200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hlinkClick r:id="rId18" action="ppaction://hlinksldjump"/>
            <a:extLst>
              <a:ext uri="{FF2B5EF4-FFF2-40B4-BE49-F238E27FC236}">
                <a16:creationId xmlns:a16="http://schemas.microsoft.com/office/drawing/2014/main" id="{5B43C734-D26B-416A-BBD6-B648500F1508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C8E3D4D2-0078-4DC8-8A0C-F22286102410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630413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extBox 64">
            <a:hlinkClick r:id="rId3" action="ppaction://hlinksldjump"/>
            <a:extLst>
              <a:ext uri="{FF2B5EF4-FFF2-40B4-BE49-F238E27FC236}">
                <a16:creationId xmlns:a16="http://schemas.microsoft.com/office/drawing/2014/main" id="{69E077AC-D59E-4F2C-B30C-C62578A75D63}"/>
              </a:ext>
            </a:extLst>
          </p:cNvPr>
          <p:cNvSpPr txBox="1"/>
          <p:nvPr userDrawn="1"/>
        </p:nvSpPr>
        <p:spPr>
          <a:xfrm>
            <a:off x="23774" y="480854"/>
            <a:ext cx="640470" cy="491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소아</a:t>
            </a:r>
          </a:p>
        </p:txBody>
      </p:sp>
      <p:sp>
        <p:nvSpPr>
          <p:cNvPr id="66" name="TextBox 65">
            <a:hlinkClick r:id="rId4" action="ppaction://hlinksldjump"/>
            <a:extLst>
              <a:ext uri="{FF2B5EF4-FFF2-40B4-BE49-F238E27FC236}">
                <a16:creationId xmlns:a16="http://schemas.microsoft.com/office/drawing/2014/main" id="{B2295DA2-2BA1-49D0-A860-7615FAB11011}"/>
              </a:ext>
            </a:extLst>
          </p:cNvPr>
          <p:cNvSpPr txBox="1"/>
          <p:nvPr userDrawn="1"/>
        </p:nvSpPr>
        <p:spPr>
          <a:xfrm>
            <a:off x="23774" y="14791"/>
            <a:ext cx="640470" cy="446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dirty="0">
                <a:solidFill>
                  <a:schemeClr val="bg1"/>
                </a:solidFill>
              </a:rPr>
              <a:t>성인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8" cy="6857323"/>
          </a:xfrm>
          <a:prstGeom prst="rect">
            <a:avLst/>
          </a:prstGeom>
        </p:spPr>
      </p:pic>
      <p:sp>
        <p:nvSpPr>
          <p:cNvPr id="40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EABAA0FF-2C66-46A3-B510-DCB5F6C2E75D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1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F73F3251-A090-4115-AE3C-AFE37917EF33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bg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69825D75-7D30-4B6D-A9AA-6803A82E56DA}"/>
              </a:ext>
            </a:extLst>
          </p:cNvPr>
          <p:cNvSpPr txBox="1">
            <a:spLocks/>
          </p:cNvSpPr>
          <p:nvPr userDrawn="1"/>
        </p:nvSpPr>
        <p:spPr>
          <a:xfrm>
            <a:off x="-3354" y="262876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4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B1C39BE6-DA03-4E4B-912C-7D070E41A01D}"/>
              </a:ext>
            </a:extLst>
          </p:cNvPr>
          <p:cNvSpPr txBox="1">
            <a:spLocks/>
          </p:cNvSpPr>
          <p:nvPr userDrawn="1"/>
        </p:nvSpPr>
        <p:spPr>
          <a:xfrm>
            <a:off x="-3354" y="303011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4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AEF895CA-61BE-45F0-A8EA-E58141B046F8}"/>
              </a:ext>
            </a:extLst>
          </p:cNvPr>
          <p:cNvSpPr txBox="1">
            <a:spLocks/>
          </p:cNvSpPr>
          <p:nvPr userDrawn="1"/>
        </p:nvSpPr>
        <p:spPr>
          <a:xfrm>
            <a:off x="-3354" y="343147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4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1DDEE6E2-AA22-4A74-BA6F-73D4B6824E60}"/>
              </a:ext>
            </a:extLst>
          </p:cNvPr>
          <p:cNvSpPr txBox="1">
            <a:spLocks/>
          </p:cNvSpPr>
          <p:nvPr userDrawn="1"/>
        </p:nvSpPr>
        <p:spPr>
          <a:xfrm>
            <a:off x="-3354" y="383283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4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342B2F0C-E6A7-414D-BCC4-3F368472868D}"/>
              </a:ext>
            </a:extLst>
          </p:cNvPr>
          <p:cNvSpPr txBox="1">
            <a:spLocks/>
          </p:cNvSpPr>
          <p:nvPr userDrawn="1"/>
        </p:nvSpPr>
        <p:spPr>
          <a:xfrm>
            <a:off x="-3354" y="423418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4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6D8CF737-7A69-49E2-8FC4-BA9947947F41}"/>
              </a:ext>
            </a:extLst>
          </p:cNvPr>
          <p:cNvSpPr txBox="1">
            <a:spLocks/>
          </p:cNvSpPr>
          <p:nvPr userDrawn="1"/>
        </p:nvSpPr>
        <p:spPr>
          <a:xfrm>
            <a:off x="-3354" y="503690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5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F392E7FE-277E-4D1B-9269-3DB01F50FDB9}"/>
              </a:ext>
            </a:extLst>
          </p:cNvPr>
          <p:cNvSpPr txBox="1">
            <a:spLocks/>
          </p:cNvSpPr>
          <p:nvPr userDrawn="1"/>
        </p:nvSpPr>
        <p:spPr>
          <a:xfrm>
            <a:off x="-3354" y="544207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5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329D5F0D-810F-4FB1-9DC1-42FBF9816E6E}"/>
              </a:ext>
            </a:extLst>
          </p:cNvPr>
          <p:cNvSpPr txBox="1">
            <a:spLocks/>
          </p:cNvSpPr>
          <p:nvPr userDrawn="1"/>
        </p:nvSpPr>
        <p:spPr>
          <a:xfrm>
            <a:off x="-3354" y="583961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54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05984941-6C6E-4169-911F-4D19465DBECE}"/>
              </a:ext>
            </a:extLst>
          </p:cNvPr>
          <p:cNvSpPr txBox="1">
            <a:spLocks/>
          </p:cNvSpPr>
          <p:nvPr userDrawn="1"/>
        </p:nvSpPr>
        <p:spPr>
          <a:xfrm>
            <a:off x="-3354" y="624478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64" name="제목 개체 틀 11">
            <a:hlinkClick r:id="rId15" action="ppaction://hlinksldjump"/>
            <a:extLst>
              <a:ext uri="{FF2B5EF4-FFF2-40B4-BE49-F238E27FC236}">
                <a16:creationId xmlns:a16="http://schemas.microsoft.com/office/drawing/2014/main" id="{68F3D992-0AB8-44BA-B9A2-B207D121E3AB}"/>
              </a:ext>
            </a:extLst>
          </p:cNvPr>
          <p:cNvSpPr txBox="1">
            <a:spLocks/>
          </p:cNvSpPr>
          <p:nvPr userDrawn="1"/>
        </p:nvSpPr>
        <p:spPr>
          <a:xfrm>
            <a:off x="-3354" y="4635546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pic>
        <p:nvPicPr>
          <p:cNvPr id="67" name="그림 66">
            <a:hlinkClick r:id="rId3" action="ppaction://hlinksldjump"/>
            <a:extLst>
              <a:ext uri="{FF2B5EF4-FFF2-40B4-BE49-F238E27FC236}">
                <a16:creationId xmlns:a16="http://schemas.microsoft.com/office/drawing/2014/main" id="{896D53E3-52AA-4E30-B921-414C72F1F71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3082" y="506569"/>
            <a:ext cx="433588" cy="425003"/>
          </a:xfrm>
          <a:prstGeom prst="rect">
            <a:avLst/>
          </a:prstGeom>
        </p:spPr>
      </p:pic>
      <p:pic>
        <p:nvPicPr>
          <p:cNvPr id="68" name="그림 67">
            <a:hlinkClick r:id="rId4" action="ppaction://hlinksldjump"/>
            <a:extLst>
              <a:ext uri="{FF2B5EF4-FFF2-40B4-BE49-F238E27FC236}">
                <a16:creationId xmlns:a16="http://schemas.microsoft.com/office/drawing/2014/main" id="{21195B96-3811-4CC3-8F1E-DBBC0A4C177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2"/>
          <a:stretch/>
        </p:blipFill>
        <p:spPr>
          <a:xfrm>
            <a:off x="133082" y="0"/>
            <a:ext cx="433588" cy="476518"/>
          </a:xfrm>
          <a:prstGeom prst="rect">
            <a:avLst/>
          </a:prstGeom>
        </p:spPr>
      </p:pic>
      <p:sp>
        <p:nvSpPr>
          <p:cNvPr id="69" name="제목 개체 틀 11">
            <a:hlinkClick r:id="rId3" action="ppaction://hlinksldjump"/>
            <a:extLst>
              <a:ext uri="{FF2B5EF4-FFF2-40B4-BE49-F238E27FC236}">
                <a16:creationId xmlns:a16="http://schemas.microsoft.com/office/drawing/2014/main" id="{D739C39F-A60C-4765-B80F-63AAEC0431C4}"/>
              </a:ext>
            </a:extLst>
          </p:cNvPr>
          <p:cNvSpPr txBox="1">
            <a:spLocks/>
          </p:cNvSpPr>
          <p:nvPr userDrawn="1"/>
        </p:nvSpPr>
        <p:spPr>
          <a:xfrm>
            <a:off x="-3354" y="1001092"/>
            <a:ext cx="679116" cy="160891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응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급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환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자</a:t>
            </a:r>
            <a:endParaRPr kumimoji="1" lang="ko-Kore-KR" altLang="en-US" sz="1400" dirty="0"/>
          </a:p>
        </p:txBody>
      </p:sp>
      <p:sp>
        <p:nvSpPr>
          <p:cNvPr id="70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775490A1-7CB2-4E37-8241-48C59822193E}"/>
              </a:ext>
            </a:extLst>
          </p:cNvPr>
          <p:cNvSpPr txBox="1">
            <a:spLocks/>
          </p:cNvSpPr>
          <p:nvPr userDrawn="1"/>
        </p:nvSpPr>
        <p:spPr>
          <a:xfrm>
            <a:off x="67376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71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FA5FAC5E-9690-4798-9BE3-7D03F2C5F2E1}"/>
              </a:ext>
            </a:extLst>
          </p:cNvPr>
          <p:cNvSpPr txBox="1">
            <a:spLocks/>
          </p:cNvSpPr>
          <p:nvPr userDrawn="1"/>
        </p:nvSpPr>
        <p:spPr>
          <a:xfrm>
            <a:off x="135153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89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309CAD67-D3C5-4DA1-BFD5-29F3BAB783D7}"/>
              </a:ext>
            </a:extLst>
          </p:cNvPr>
          <p:cNvSpPr txBox="1">
            <a:spLocks/>
          </p:cNvSpPr>
          <p:nvPr userDrawn="1"/>
        </p:nvSpPr>
        <p:spPr>
          <a:xfrm>
            <a:off x="202930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90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5CECA4E1-C689-4ACD-9A03-F45970061480}"/>
              </a:ext>
            </a:extLst>
          </p:cNvPr>
          <p:cNvSpPr txBox="1">
            <a:spLocks/>
          </p:cNvSpPr>
          <p:nvPr userDrawn="1"/>
        </p:nvSpPr>
        <p:spPr>
          <a:xfrm>
            <a:off x="270707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91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ACA55A26-D7EF-4F9A-9638-666B61944EE6}"/>
              </a:ext>
            </a:extLst>
          </p:cNvPr>
          <p:cNvSpPr txBox="1">
            <a:spLocks/>
          </p:cNvSpPr>
          <p:nvPr userDrawn="1"/>
        </p:nvSpPr>
        <p:spPr>
          <a:xfrm>
            <a:off x="338484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9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059C3BC8-2612-4208-BE5F-2267C12F8897}"/>
              </a:ext>
            </a:extLst>
          </p:cNvPr>
          <p:cNvSpPr txBox="1">
            <a:spLocks/>
          </p:cNvSpPr>
          <p:nvPr userDrawn="1"/>
        </p:nvSpPr>
        <p:spPr>
          <a:xfrm>
            <a:off x="406260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94" name="제목 개체 틀 11">
            <a:hlinkClick r:id="rId24" action="ppaction://hlinksldjump"/>
            <a:extLst>
              <a:ext uri="{FF2B5EF4-FFF2-40B4-BE49-F238E27FC236}">
                <a16:creationId xmlns:a16="http://schemas.microsoft.com/office/drawing/2014/main" id="{9129BE33-B498-48BA-BC90-87395B275A3D}"/>
              </a:ext>
            </a:extLst>
          </p:cNvPr>
          <p:cNvSpPr txBox="1">
            <a:spLocks/>
          </p:cNvSpPr>
          <p:nvPr userDrawn="1"/>
        </p:nvSpPr>
        <p:spPr>
          <a:xfrm>
            <a:off x="541814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9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5E1E615A-0B20-4824-85A1-15FE00C847A1}"/>
              </a:ext>
            </a:extLst>
          </p:cNvPr>
          <p:cNvSpPr txBox="1">
            <a:spLocks/>
          </p:cNvSpPr>
          <p:nvPr userDrawn="1"/>
        </p:nvSpPr>
        <p:spPr>
          <a:xfrm>
            <a:off x="610188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9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8AD0CF40-1125-4560-B34F-3DB205BC71BC}"/>
              </a:ext>
            </a:extLst>
          </p:cNvPr>
          <p:cNvSpPr txBox="1">
            <a:spLocks/>
          </p:cNvSpPr>
          <p:nvPr userDrawn="1"/>
        </p:nvSpPr>
        <p:spPr>
          <a:xfrm>
            <a:off x="677368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9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99AB5420-333F-4FF2-8BCE-B879D23C7056}"/>
              </a:ext>
            </a:extLst>
          </p:cNvPr>
          <p:cNvSpPr txBox="1">
            <a:spLocks/>
          </p:cNvSpPr>
          <p:nvPr userDrawn="1"/>
        </p:nvSpPr>
        <p:spPr>
          <a:xfrm>
            <a:off x="745144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9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A530D327-8AB4-4D24-872D-0A14AD21AD08}"/>
              </a:ext>
            </a:extLst>
          </p:cNvPr>
          <p:cNvSpPr txBox="1">
            <a:spLocks/>
          </p:cNvSpPr>
          <p:nvPr userDrawn="1"/>
        </p:nvSpPr>
        <p:spPr>
          <a:xfrm>
            <a:off x="812921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9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80EFCDBE-BD55-48DD-9BFB-2AB5C01975FD}"/>
              </a:ext>
            </a:extLst>
          </p:cNvPr>
          <p:cNvSpPr txBox="1">
            <a:spLocks/>
          </p:cNvSpPr>
          <p:nvPr userDrawn="1"/>
        </p:nvSpPr>
        <p:spPr>
          <a:xfrm>
            <a:off x="8806985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0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4C915838-D955-40FE-A1D1-B5693F4C30EA}"/>
              </a:ext>
            </a:extLst>
          </p:cNvPr>
          <p:cNvSpPr txBox="1">
            <a:spLocks/>
          </p:cNvSpPr>
          <p:nvPr userDrawn="1"/>
        </p:nvSpPr>
        <p:spPr>
          <a:xfrm>
            <a:off x="9484753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0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A8525B72-32B0-440A-BFA0-A84E29213557}"/>
              </a:ext>
            </a:extLst>
          </p:cNvPr>
          <p:cNvSpPr txBox="1">
            <a:spLocks/>
          </p:cNvSpPr>
          <p:nvPr userDrawn="1"/>
        </p:nvSpPr>
        <p:spPr>
          <a:xfrm>
            <a:off x="10162521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0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D4B812AE-E074-4C56-8B32-995C479F4B33}"/>
              </a:ext>
            </a:extLst>
          </p:cNvPr>
          <p:cNvSpPr txBox="1">
            <a:spLocks/>
          </p:cNvSpPr>
          <p:nvPr userDrawn="1"/>
        </p:nvSpPr>
        <p:spPr>
          <a:xfrm>
            <a:off x="10840289" y="483857"/>
            <a:ext cx="679116" cy="5110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0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A711EEBE-9672-4C8C-9E34-77406A2F9C9E}"/>
              </a:ext>
            </a:extLst>
          </p:cNvPr>
          <p:cNvSpPr txBox="1">
            <a:spLocks/>
          </p:cNvSpPr>
          <p:nvPr userDrawn="1"/>
        </p:nvSpPr>
        <p:spPr>
          <a:xfrm>
            <a:off x="11518059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04" name="직사각형 103">
            <a:hlinkClick r:id="rId18" action="ppaction://hlinksldjump"/>
            <a:extLst>
              <a:ext uri="{FF2B5EF4-FFF2-40B4-BE49-F238E27FC236}">
                <a16:creationId xmlns:a16="http://schemas.microsoft.com/office/drawing/2014/main" id="{C188672F-2F67-419F-8EB6-7AF226B3F571}"/>
              </a:ext>
            </a:extLst>
          </p:cNvPr>
          <p:cNvSpPr/>
          <p:nvPr userDrawn="1"/>
        </p:nvSpPr>
        <p:spPr>
          <a:xfrm>
            <a:off x="67376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hlinkClick r:id="rId19" action="ppaction://hlinksldjump"/>
            <a:extLst>
              <a:ext uri="{FF2B5EF4-FFF2-40B4-BE49-F238E27FC236}">
                <a16:creationId xmlns:a16="http://schemas.microsoft.com/office/drawing/2014/main" id="{58FD9622-D88F-4584-9AA2-59D11B851DF6}"/>
              </a:ext>
            </a:extLst>
          </p:cNvPr>
          <p:cNvSpPr/>
          <p:nvPr userDrawn="1"/>
        </p:nvSpPr>
        <p:spPr>
          <a:xfrm>
            <a:off x="135162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hlinkClick r:id="rId20" action="ppaction://hlinksldjump"/>
            <a:extLst>
              <a:ext uri="{FF2B5EF4-FFF2-40B4-BE49-F238E27FC236}">
                <a16:creationId xmlns:a16="http://schemas.microsoft.com/office/drawing/2014/main" id="{BDE8A8D2-26BB-41BD-ADA6-A009C051BAD1}"/>
              </a:ext>
            </a:extLst>
          </p:cNvPr>
          <p:cNvSpPr/>
          <p:nvPr userDrawn="1"/>
        </p:nvSpPr>
        <p:spPr>
          <a:xfrm>
            <a:off x="202947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hlinkClick r:id="rId21" action="ppaction://hlinksldjump"/>
            <a:extLst>
              <a:ext uri="{FF2B5EF4-FFF2-40B4-BE49-F238E27FC236}">
                <a16:creationId xmlns:a16="http://schemas.microsoft.com/office/drawing/2014/main" id="{31284320-CFDB-4F08-93EA-20AAC6347A2A}"/>
              </a:ext>
            </a:extLst>
          </p:cNvPr>
          <p:cNvSpPr/>
          <p:nvPr userDrawn="1"/>
        </p:nvSpPr>
        <p:spPr>
          <a:xfrm>
            <a:off x="270732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hlinkClick r:id="rId22" action="ppaction://hlinksldjump"/>
            <a:extLst>
              <a:ext uri="{FF2B5EF4-FFF2-40B4-BE49-F238E27FC236}">
                <a16:creationId xmlns:a16="http://schemas.microsoft.com/office/drawing/2014/main" id="{42A8BAEF-4681-483E-9858-B48DE3D3FD4A}"/>
              </a:ext>
            </a:extLst>
          </p:cNvPr>
          <p:cNvSpPr/>
          <p:nvPr userDrawn="1"/>
        </p:nvSpPr>
        <p:spPr>
          <a:xfrm>
            <a:off x="338517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hlinkClick r:id="rId23" action="ppaction://hlinksldjump"/>
            <a:extLst>
              <a:ext uri="{FF2B5EF4-FFF2-40B4-BE49-F238E27FC236}">
                <a16:creationId xmlns:a16="http://schemas.microsoft.com/office/drawing/2014/main" id="{226A678F-EFE1-4868-BF8D-B73119E4F7F8}"/>
              </a:ext>
            </a:extLst>
          </p:cNvPr>
          <p:cNvSpPr/>
          <p:nvPr userDrawn="1"/>
        </p:nvSpPr>
        <p:spPr>
          <a:xfrm>
            <a:off x="406302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hlinkClick r:id="rId24" action="ppaction://hlinksldjump"/>
            <a:extLst>
              <a:ext uri="{FF2B5EF4-FFF2-40B4-BE49-F238E27FC236}">
                <a16:creationId xmlns:a16="http://schemas.microsoft.com/office/drawing/2014/main" id="{0DC5A4F2-52E8-45EC-8E7C-15E0CCA5387B}"/>
              </a:ext>
            </a:extLst>
          </p:cNvPr>
          <p:cNvSpPr/>
          <p:nvPr userDrawn="1"/>
        </p:nvSpPr>
        <p:spPr>
          <a:xfrm>
            <a:off x="541873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hlinkClick r:id="rId25" action="ppaction://hlinksldjump"/>
            <a:extLst>
              <a:ext uri="{FF2B5EF4-FFF2-40B4-BE49-F238E27FC236}">
                <a16:creationId xmlns:a16="http://schemas.microsoft.com/office/drawing/2014/main" id="{EEB3A53D-5C71-426E-8D7F-F41C3A701635}"/>
              </a:ext>
            </a:extLst>
          </p:cNvPr>
          <p:cNvSpPr/>
          <p:nvPr userDrawn="1"/>
        </p:nvSpPr>
        <p:spPr>
          <a:xfrm>
            <a:off x="609658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hlinkClick r:id="rId26" action="ppaction://hlinksldjump"/>
            <a:extLst>
              <a:ext uri="{FF2B5EF4-FFF2-40B4-BE49-F238E27FC236}">
                <a16:creationId xmlns:a16="http://schemas.microsoft.com/office/drawing/2014/main" id="{86A01EA4-EE94-4950-BC2D-B52A0708F19A}"/>
              </a:ext>
            </a:extLst>
          </p:cNvPr>
          <p:cNvSpPr/>
          <p:nvPr userDrawn="1"/>
        </p:nvSpPr>
        <p:spPr>
          <a:xfrm>
            <a:off x="677443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hlinkClick r:id="rId27" action="ppaction://hlinksldjump"/>
            <a:extLst>
              <a:ext uri="{FF2B5EF4-FFF2-40B4-BE49-F238E27FC236}">
                <a16:creationId xmlns:a16="http://schemas.microsoft.com/office/drawing/2014/main" id="{06F7DB68-2A8F-4193-847B-A10FD4D93F16}"/>
              </a:ext>
            </a:extLst>
          </p:cNvPr>
          <p:cNvSpPr/>
          <p:nvPr userDrawn="1"/>
        </p:nvSpPr>
        <p:spPr>
          <a:xfrm>
            <a:off x="745228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hlinkClick r:id="rId28" action="ppaction://hlinksldjump"/>
            <a:extLst>
              <a:ext uri="{FF2B5EF4-FFF2-40B4-BE49-F238E27FC236}">
                <a16:creationId xmlns:a16="http://schemas.microsoft.com/office/drawing/2014/main" id="{9A4DC2F9-E733-4CDF-A3F7-C86AEDA2B27C}"/>
              </a:ext>
            </a:extLst>
          </p:cNvPr>
          <p:cNvSpPr/>
          <p:nvPr userDrawn="1"/>
        </p:nvSpPr>
        <p:spPr>
          <a:xfrm>
            <a:off x="8130141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hlinkClick r:id="rId29" action="ppaction://hlinksldjump"/>
            <a:extLst>
              <a:ext uri="{FF2B5EF4-FFF2-40B4-BE49-F238E27FC236}">
                <a16:creationId xmlns:a16="http://schemas.microsoft.com/office/drawing/2014/main" id="{4E5C1C6F-3A78-4F84-80B9-B4D0E95ADDF9}"/>
              </a:ext>
            </a:extLst>
          </p:cNvPr>
          <p:cNvSpPr/>
          <p:nvPr userDrawn="1"/>
        </p:nvSpPr>
        <p:spPr>
          <a:xfrm>
            <a:off x="8807993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hlinkClick r:id="rId30" action="ppaction://hlinksldjump"/>
            <a:extLst>
              <a:ext uri="{FF2B5EF4-FFF2-40B4-BE49-F238E27FC236}">
                <a16:creationId xmlns:a16="http://schemas.microsoft.com/office/drawing/2014/main" id="{4E92850D-AFEB-42A7-ABF8-6AEEE0141DD2}"/>
              </a:ext>
            </a:extLst>
          </p:cNvPr>
          <p:cNvSpPr/>
          <p:nvPr userDrawn="1"/>
        </p:nvSpPr>
        <p:spPr>
          <a:xfrm>
            <a:off x="948584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hlinkClick r:id="rId31" action="ppaction://hlinksldjump"/>
            <a:extLst>
              <a:ext uri="{FF2B5EF4-FFF2-40B4-BE49-F238E27FC236}">
                <a16:creationId xmlns:a16="http://schemas.microsoft.com/office/drawing/2014/main" id="{E812329D-C10D-43FE-B726-600C9BC08290}"/>
              </a:ext>
            </a:extLst>
          </p:cNvPr>
          <p:cNvSpPr/>
          <p:nvPr userDrawn="1"/>
        </p:nvSpPr>
        <p:spPr>
          <a:xfrm>
            <a:off x="10163697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hlinkClick r:id="rId32" action="ppaction://hlinksldjump"/>
            <a:extLst>
              <a:ext uri="{FF2B5EF4-FFF2-40B4-BE49-F238E27FC236}">
                <a16:creationId xmlns:a16="http://schemas.microsoft.com/office/drawing/2014/main" id="{B3EDC5C0-9533-46FD-A374-68EDCA5FCA38}"/>
              </a:ext>
            </a:extLst>
          </p:cNvPr>
          <p:cNvSpPr/>
          <p:nvPr userDrawn="1"/>
        </p:nvSpPr>
        <p:spPr>
          <a:xfrm>
            <a:off x="10841549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hlinkClick r:id="rId33" action="ppaction://hlinksldjump"/>
            <a:extLst>
              <a:ext uri="{FF2B5EF4-FFF2-40B4-BE49-F238E27FC236}">
                <a16:creationId xmlns:a16="http://schemas.microsoft.com/office/drawing/2014/main" id="{A342BDD0-7CD8-41B7-82FE-19DE1A7B718A}"/>
              </a:ext>
            </a:extLst>
          </p:cNvPr>
          <p:cNvSpPr/>
          <p:nvPr userDrawn="1"/>
        </p:nvSpPr>
        <p:spPr>
          <a:xfrm>
            <a:off x="11519405" y="493473"/>
            <a:ext cx="670444" cy="458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hlinkClick r:id="rId6" action="ppaction://hlinksldjump"/>
            <a:extLst>
              <a:ext uri="{FF2B5EF4-FFF2-40B4-BE49-F238E27FC236}">
                <a16:creationId xmlns:a16="http://schemas.microsoft.com/office/drawing/2014/main" id="{6483BBBE-8B1B-4443-B0F7-067A2073125B}"/>
              </a:ext>
            </a:extLst>
          </p:cNvPr>
          <p:cNvSpPr/>
          <p:nvPr userDrawn="1"/>
        </p:nvSpPr>
        <p:spPr>
          <a:xfrm>
            <a:off x="15326" y="2610006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812E750C-632F-4B4D-9507-121DD1DC3D7D}"/>
              </a:ext>
            </a:extLst>
          </p:cNvPr>
          <p:cNvSpPr/>
          <p:nvPr userDrawn="1"/>
        </p:nvSpPr>
        <p:spPr>
          <a:xfrm>
            <a:off x="15326" y="30189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hlinkClick r:id="rId8" action="ppaction://hlinksldjump"/>
            <a:extLst>
              <a:ext uri="{FF2B5EF4-FFF2-40B4-BE49-F238E27FC236}">
                <a16:creationId xmlns:a16="http://schemas.microsoft.com/office/drawing/2014/main" id="{2AC6E437-0A78-4B7D-8036-D8A304B6D6D1}"/>
              </a:ext>
            </a:extLst>
          </p:cNvPr>
          <p:cNvSpPr/>
          <p:nvPr userDrawn="1"/>
        </p:nvSpPr>
        <p:spPr>
          <a:xfrm>
            <a:off x="15326" y="340930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hlinkClick r:id="rId9" action="ppaction://hlinksldjump"/>
            <a:extLst>
              <a:ext uri="{FF2B5EF4-FFF2-40B4-BE49-F238E27FC236}">
                <a16:creationId xmlns:a16="http://schemas.microsoft.com/office/drawing/2014/main" id="{70C11BDA-6ECA-46C1-962D-ECC88A4E9F6D}"/>
              </a:ext>
            </a:extLst>
          </p:cNvPr>
          <p:cNvSpPr/>
          <p:nvPr userDrawn="1"/>
        </p:nvSpPr>
        <p:spPr>
          <a:xfrm>
            <a:off x="15326" y="381925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hlinkClick r:id="rId10" action="ppaction://hlinksldjump"/>
            <a:extLst>
              <a:ext uri="{FF2B5EF4-FFF2-40B4-BE49-F238E27FC236}">
                <a16:creationId xmlns:a16="http://schemas.microsoft.com/office/drawing/2014/main" id="{0FBBC620-A968-4264-84DA-D75BBC4749E4}"/>
              </a:ext>
            </a:extLst>
          </p:cNvPr>
          <p:cNvSpPr/>
          <p:nvPr userDrawn="1"/>
        </p:nvSpPr>
        <p:spPr>
          <a:xfrm>
            <a:off x="15326" y="4209134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hlinkClick r:id="rId15" action="ppaction://hlinksldjump"/>
            <a:extLst>
              <a:ext uri="{FF2B5EF4-FFF2-40B4-BE49-F238E27FC236}">
                <a16:creationId xmlns:a16="http://schemas.microsoft.com/office/drawing/2014/main" id="{691ADE21-06B3-419D-BAAE-2A2C93F1578D}"/>
              </a:ext>
            </a:extLst>
          </p:cNvPr>
          <p:cNvSpPr/>
          <p:nvPr userDrawn="1"/>
        </p:nvSpPr>
        <p:spPr>
          <a:xfrm>
            <a:off x="15326" y="4618157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hlinkClick r:id="rId11" action="ppaction://hlinksldjump"/>
            <a:extLst>
              <a:ext uri="{FF2B5EF4-FFF2-40B4-BE49-F238E27FC236}">
                <a16:creationId xmlns:a16="http://schemas.microsoft.com/office/drawing/2014/main" id="{083DF143-48CF-4D19-A390-3FB886BB48AB}"/>
              </a:ext>
            </a:extLst>
          </p:cNvPr>
          <p:cNvSpPr/>
          <p:nvPr userDrawn="1"/>
        </p:nvSpPr>
        <p:spPr>
          <a:xfrm>
            <a:off x="15326" y="502754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hlinkClick r:id="rId12" action="ppaction://hlinksldjump"/>
            <a:extLst>
              <a:ext uri="{FF2B5EF4-FFF2-40B4-BE49-F238E27FC236}">
                <a16:creationId xmlns:a16="http://schemas.microsoft.com/office/drawing/2014/main" id="{6B5DCD97-A323-423C-8E8B-5F7CE4DF0203}"/>
              </a:ext>
            </a:extLst>
          </p:cNvPr>
          <p:cNvSpPr/>
          <p:nvPr userDrawn="1"/>
        </p:nvSpPr>
        <p:spPr>
          <a:xfrm>
            <a:off x="15326" y="5427783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hlinkClick r:id="rId13" action="ppaction://hlinksldjump"/>
            <a:extLst>
              <a:ext uri="{FF2B5EF4-FFF2-40B4-BE49-F238E27FC236}">
                <a16:creationId xmlns:a16="http://schemas.microsoft.com/office/drawing/2014/main" id="{26D8BCAE-E54E-46C1-981E-A293FDCDE09E}"/>
              </a:ext>
            </a:extLst>
          </p:cNvPr>
          <p:cNvSpPr/>
          <p:nvPr userDrawn="1"/>
        </p:nvSpPr>
        <p:spPr>
          <a:xfrm>
            <a:off x="15326" y="5827391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hlinkClick r:id="rId14" action="ppaction://hlinksldjump"/>
            <a:extLst>
              <a:ext uri="{FF2B5EF4-FFF2-40B4-BE49-F238E27FC236}">
                <a16:creationId xmlns:a16="http://schemas.microsoft.com/office/drawing/2014/main" id="{8F13F619-81C6-44BC-B913-F9BFDCBE4512}"/>
              </a:ext>
            </a:extLst>
          </p:cNvPr>
          <p:cNvSpPr/>
          <p:nvPr userDrawn="1"/>
        </p:nvSpPr>
        <p:spPr>
          <a:xfrm>
            <a:off x="15326" y="6222245"/>
            <a:ext cx="633879" cy="3989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hlinkClick r:id="rId3" action="ppaction://hlinksldjump"/>
            <a:extLst>
              <a:ext uri="{FF2B5EF4-FFF2-40B4-BE49-F238E27FC236}">
                <a16:creationId xmlns:a16="http://schemas.microsoft.com/office/drawing/2014/main" id="{99475E68-DC73-4695-894D-4E1C0B05AF36}"/>
              </a:ext>
            </a:extLst>
          </p:cNvPr>
          <p:cNvSpPr/>
          <p:nvPr userDrawn="1"/>
        </p:nvSpPr>
        <p:spPr>
          <a:xfrm>
            <a:off x="-3354" y="952096"/>
            <a:ext cx="667606" cy="16443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hlinkClick r:id="rId34" action="ppaction://hlinksldjump"/>
            <a:extLst>
              <a:ext uri="{FF2B5EF4-FFF2-40B4-BE49-F238E27FC236}">
                <a16:creationId xmlns:a16="http://schemas.microsoft.com/office/drawing/2014/main" id="{CD980A6D-868D-49FC-9AD6-1F7C8B18EC47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35ED1190-2973-4D14-9790-46B83E9B0D08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A7EC98DB-39C5-40F9-A871-1023CCBAAAAF}"/>
              </a:ext>
            </a:extLst>
          </p:cNvPr>
          <p:cNvSpPr txBox="1">
            <a:spLocks/>
          </p:cNvSpPr>
          <p:nvPr userDrawn="1"/>
        </p:nvSpPr>
        <p:spPr>
          <a:xfrm>
            <a:off x="4740377" y="507087"/>
            <a:ext cx="679116" cy="46460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76" name="직사각형 75">
            <a:hlinkClick r:id="rId35" action="ppaction://hlinksldjump"/>
            <a:extLst>
              <a:ext uri="{FF2B5EF4-FFF2-40B4-BE49-F238E27FC236}">
                <a16:creationId xmlns:a16="http://schemas.microsoft.com/office/drawing/2014/main" id="{043E5CF8-04C9-4F42-8AFA-C1D104AE438B}"/>
              </a:ext>
            </a:extLst>
          </p:cNvPr>
          <p:cNvSpPr/>
          <p:nvPr userDrawn="1"/>
        </p:nvSpPr>
        <p:spPr>
          <a:xfrm>
            <a:off x="4753662" y="490250"/>
            <a:ext cx="654219" cy="4629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002283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337"/>
            <a:ext cx="12191982" cy="6857314"/>
          </a:xfrm>
          <a:prstGeom prst="rect">
            <a:avLst/>
          </a:prstGeom>
        </p:spPr>
      </p:pic>
      <p:sp>
        <p:nvSpPr>
          <p:cNvPr id="48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8F970AA-69E0-41C4-965E-758D30758FE5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49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73F5F688-C209-440F-968E-872F8C52FED2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7AFF7CB3-D99F-4D21-B9FD-86E0B99B4D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845490" y="175364"/>
            <a:ext cx="4396636" cy="347785"/>
          </a:xfrm>
          <a:prstGeom prst="rect">
            <a:avLst/>
          </a:prstGeom>
        </p:spPr>
      </p:pic>
      <p:sp>
        <p:nvSpPr>
          <p:cNvPr id="54" name="제목 개체 틀 11">
            <a:hlinkClick r:id="rId5" action="ppaction://hlinksldjump"/>
            <a:extLst>
              <a:ext uri="{FF2B5EF4-FFF2-40B4-BE49-F238E27FC236}">
                <a16:creationId xmlns:a16="http://schemas.microsoft.com/office/drawing/2014/main" id="{EBD5F25B-ABF6-42A4-816A-1E57B115A11A}"/>
              </a:ext>
            </a:extLst>
          </p:cNvPr>
          <p:cNvSpPr txBox="1">
            <a:spLocks/>
          </p:cNvSpPr>
          <p:nvPr userDrawn="1"/>
        </p:nvSpPr>
        <p:spPr>
          <a:xfrm>
            <a:off x="-37310" y="523150"/>
            <a:ext cx="747028" cy="1589684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소아</a:t>
            </a: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ore-KR" sz="500" dirty="0"/>
          </a:p>
          <a:p>
            <a:pPr algn="ctr">
              <a:lnSpc>
                <a:spcPct val="100000"/>
              </a:lnSpc>
            </a:pPr>
            <a:r>
              <a:rPr kumimoji="1" lang="ko-KR" altLang="en-US" sz="1000" dirty="0"/>
              <a:t>응급환자</a:t>
            </a:r>
            <a:endParaRPr kumimoji="1" lang="en-US" altLang="ko-KR" sz="1000" dirty="0"/>
          </a:p>
          <a:p>
            <a:pPr algn="ctr">
              <a:lnSpc>
                <a:spcPct val="100000"/>
              </a:lnSpc>
              <a:spcBef>
                <a:spcPts val="300"/>
              </a:spcBef>
            </a:pPr>
            <a:r>
              <a:rPr kumimoji="1" lang="ko-KR" altLang="en-US" sz="1400" dirty="0"/>
              <a:t>분류</a:t>
            </a:r>
            <a:endParaRPr kumimoji="1" lang="ko-Kore-KR" altLang="en-US" sz="1400" dirty="0"/>
          </a:p>
        </p:txBody>
      </p:sp>
      <p:sp>
        <p:nvSpPr>
          <p:cNvPr id="64" name="제목 개체 틀 11">
            <a:hlinkClick r:id="rId6" action="ppaction://hlinksldjump"/>
            <a:extLst>
              <a:ext uri="{FF2B5EF4-FFF2-40B4-BE49-F238E27FC236}">
                <a16:creationId xmlns:a16="http://schemas.microsoft.com/office/drawing/2014/main" id="{556C024F-C9B6-41EE-ADEA-CD442C6ADFA9}"/>
              </a:ext>
            </a:extLst>
          </p:cNvPr>
          <p:cNvSpPr txBox="1">
            <a:spLocks/>
          </p:cNvSpPr>
          <p:nvPr userDrawn="1"/>
        </p:nvSpPr>
        <p:spPr>
          <a:xfrm>
            <a:off x="11480266" y="976884"/>
            <a:ext cx="747028" cy="1628549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endParaRPr kumimoji="1" lang="en-US" altLang="ko-KR" sz="1400" dirty="0"/>
          </a:p>
          <a:p>
            <a:pPr algn="ctr">
              <a:lnSpc>
                <a:spcPct val="100000"/>
              </a:lnSpc>
            </a:pPr>
            <a:r>
              <a:rPr kumimoji="1" lang="ko-KR" altLang="en-US" sz="1400" dirty="0"/>
              <a:t>성인</a:t>
            </a:r>
            <a:endParaRPr kumimoji="1" lang="en-US" altLang="ko-Kore-KR" sz="400" dirty="0"/>
          </a:p>
          <a:p>
            <a:pPr algn="ctr">
              <a:lnSpc>
                <a:spcPct val="100000"/>
              </a:lnSpc>
            </a:pPr>
            <a:endParaRPr kumimoji="1" lang="en-US" altLang="ko-KR" sz="500" dirty="0"/>
          </a:p>
          <a:p>
            <a:pPr algn="ctr">
              <a:lnSpc>
                <a:spcPct val="100000"/>
              </a:lnSpc>
            </a:pPr>
            <a:r>
              <a:rPr kumimoji="1" lang="ko-KR" altLang="en-US" sz="1000" dirty="0"/>
              <a:t>응급환자</a:t>
            </a:r>
            <a:endParaRPr kumimoji="1" lang="en-US" altLang="ko-KR" sz="1000" dirty="0"/>
          </a:p>
          <a:p>
            <a:pPr algn="ctr">
              <a:lnSpc>
                <a:spcPct val="100000"/>
              </a:lnSpc>
              <a:spcBef>
                <a:spcPts val="300"/>
              </a:spcBef>
            </a:pPr>
            <a:r>
              <a:rPr kumimoji="1" lang="ko-KR" altLang="en-US" sz="1400" dirty="0"/>
              <a:t>분류</a:t>
            </a:r>
            <a:endParaRPr kumimoji="1" lang="ko-Kore-KR" altLang="en-US" sz="1400" dirty="0"/>
          </a:p>
        </p:txBody>
      </p:sp>
      <p:sp>
        <p:nvSpPr>
          <p:cNvPr id="65" name="제목 개체 틀 11">
            <a:hlinkClick r:id="rId7" action="ppaction://hlinksldjump"/>
            <a:extLst>
              <a:ext uri="{FF2B5EF4-FFF2-40B4-BE49-F238E27FC236}">
                <a16:creationId xmlns:a16="http://schemas.microsoft.com/office/drawing/2014/main" id="{DB43EC4A-401C-4C66-B109-BFF70CB06B34}"/>
              </a:ext>
            </a:extLst>
          </p:cNvPr>
          <p:cNvSpPr txBox="1">
            <a:spLocks/>
          </p:cNvSpPr>
          <p:nvPr userDrawn="1"/>
        </p:nvSpPr>
        <p:spPr>
          <a:xfrm>
            <a:off x="-3354" y="212413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66" name="제목 개체 틀 11">
            <a:hlinkClick r:id="rId8" action="ppaction://hlinksldjump"/>
            <a:extLst>
              <a:ext uri="{FF2B5EF4-FFF2-40B4-BE49-F238E27FC236}">
                <a16:creationId xmlns:a16="http://schemas.microsoft.com/office/drawing/2014/main" id="{157B8C18-DC9D-487C-AAE8-30291CE648D0}"/>
              </a:ext>
            </a:extLst>
          </p:cNvPr>
          <p:cNvSpPr txBox="1">
            <a:spLocks/>
          </p:cNvSpPr>
          <p:nvPr userDrawn="1"/>
        </p:nvSpPr>
        <p:spPr>
          <a:xfrm>
            <a:off x="-3354" y="2525496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67" name="제목 개체 틀 11">
            <a:hlinkClick r:id="rId9" action="ppaction://hlinksldjump"/>
            <a:extLst>
              <a:ext uri="{FF2B5EF4-FFF2-40B4-BE49-F238E27FC236}">
                <a16:creationId xmlns:a16="http://schemas.microsoft.com/office/drawing/2014/main" id="{9AD4D818-2030-4CC8-8166-B123BBA707D4}"/>
              </a:ext>
            </a:extLst>
          </p:cNvPr>
          <p:cNvSpPr txBox="1">
            <a:spLocks/>
          </p:cNvSpPr>
          <p:nvPr userDrawn="1"/>
        </p:nvSpPr>
        <p:spPr>
          <a:xfrm>
            <a:off x="-3354" y="332821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68" name="제목 개체 틀 11">
            <a:hlinkClick r:id="rId10" action="ppaction://hlinksldjump"/>
            <a:extLst>
              <a:ext uri="{FF2B5EF4-FFF2-40B4-BE49-F238E27FC236}">
                <a16:creationId xmlns:a16="http://schemas.microsoft.com/office/drawing/2014/main" id="{C72F230B-BF70-49E1-AE80-E81CA2C14450}"/>
              </a:ext>
            </a:extLst>
          </p:cNvPr>
          <p:cNvSpPr txBox="1">
            <a:spLocks/>
          </p:cNvSpPr>
          <p:nvPr userDrawn="1"/>
        </p:nvSpPr>
        <p:spPr>
          <a:xfrm>
            <a:off x="-3354" y="372956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69" name="제목 개체 틀 11">
            <a:hlinkClick r:id="rId11" action="ppaction://hlinksldjump"/>
            <a:extLst>
              <a:ext uri="{FF2B5EF4-FFF2-40B4-BE49-F238E27FC236}">
                <a16:creationId xmlns:a16="http://schemas.microsoft.com/office/drawing/2014/main" id="{5C447B33-D38A-4EA3-9206-9163D992D012}"/>
              </a:ext>
            </a:extLst>
          </p:cNvPr>
          <p:cNvSpPr txBox="1">
            <a:spLocks/>
          </p:cNvSpPr>
          <p:nvPr userDrawn="1"/>
        </p:nvSpPr>
        <p:spPr>
          <a:xfrm>
            <a:off x="-3354" y="453228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70" name="제목 개체 틀 11">
            <a:hlinkClick r:id="rId12" action="ppaction://hlinksldjump"/>
            <a:extLst>
              <a:ext uri="{FF2B5EF4-FFF2-40B4-BE49-F238E27FC236}">
                <a16:creationId xmlns:a16="http://schemas.microsoft.com/office/drawing/2014/main" id="{AE642687-3236-4738-B333-0F19AC3833EE}"/>
              </a:ext>
            </a:extLst>
          </p:cNvPr>
          <p:cNvSpPr txBox="1">
            <a:spLocks/>
          </p:cNvSpPr>
          <p:nvPr userDrawn="1"/>
        </p:nvSpPr>
        <p:spPr>
          <a:xfrm>
            <a:off x="-3354" y="493744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71" name="제목 개체 틀 11">
            <a:hlinkClick r:id="rId13" action="ppaction://hlinksldjump"/>
            <a:extLst>
              <a:ext uri="{FF2B5EF4-FFF2-40B4-BE49-F238E27FC236}">
                <a16:creationId xmlns:a16="http://schemas.microsoft.com/office/drawing/2014/main" id="{75DBEF70-FBCD-44D4-8922-4F60323E600D}"/>
              </a:ext>
            </a:extLst>
          </p:cNvPr>
          <p:cNvSpPr txBox="1">
            <a:spLocks/>
          </p:cNvSpPr>
          <p:nvPr userDrawn="1"/>
        </p:nvSpPr>
        <p:spPr>
          <a:xfrm>
            <a:off x="-3354" y="5334995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89" name="제목 개체 틀 11">
            <a:extLst>
              <a:ext uri="{FF2B5EF4-FFF2-40B4-BE49-F238E27FC236}">
                <a16:creationId xmlns:a16="http://schemas.microsoft.com/office/drawing/2014/main" id="{1E8F2125-38D1-4EFF-BD42-C855E379A9FE}"/>
              </a:ext>
            </a:extLst>
          </p:cNvPr>
          <p:cNvSpPr txBox="1">
            <a:spLocks/>
          </p:cNvSpPr>
          <p:nvPr userDrawn="1"/>
        </p:nvSpPr>
        <p:spPr>
          <a:xfrm>
            <a:off x="-3354" y="5676615"/>
            <a:ext cx="679116" cy="511062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90" name="제목 개체 틀 11">
            <a:hlinkClick r:id="rId14" action="ppaction://hlinksldjump"/>
            <a:extLst>
              <a:ext uri="{FF2B5EF4-FFF2-40B4-BE49-F238E27FC236}">
                <a16:creationId xmlns:a16="http://schemas.microsoft.com/office/drawing/2014/main" id="{24F74A00-3E1E-45AC-84B1-503BF0A39F91}"/>
              </a:ext>
            </a:extLst>
          </p:cNvPr>
          <p:cNvSpPr txBox="1">
            <a:spLocks/>
          </p:cNvSpPr>
          <p:nvPr userDrawn="1"/>
        </p:nvSpPr>
        <p:spPr>
          <a:xfrm>
            <a:off x="-3354" y="4130924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92" name="직사각형 91">
            <a:hlinkClick r:id="rId15" action="ppaction://hlinksldjump"/>
            <a:extLst>
              <a:ext uri="{FF2B5EF4-FFF2-40B4-BE49-F238E27FC236}">
                <a16:creationId xmlns:a16="http://schemas.microsoft.com/office/drawing/2014/main" id="{9F69013B-AAFF-475C-AA96-A4D1AE9E6BD3}"/>
              </a:ext>
            </a:extLst>
          </p:cNvPr>
          <p:cNvSpPr/>
          <p:nvPr userDrawn="1"/>
        </p:nvSpPr>
        <p:spPr>
          <a:xfrm>
            <a:off x="-3354" y="5721392"/>
            <a:ext cx="677123" cy="4138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제목 개체 틀 11">
            <a:hlinkClick r:id="rId16" action="ppaction://hlinksldjump"/>
            <a:extLst>
              <a:ext uri="{FF2B5EF4-FFF2-40B4-BE49-F238E27FC236}">
                <a16:creationId xmlns:a16="http://schemas.microsoft.com/office/drawing/2014/main" id="{23AF2147-D03B-4884-A567-2B99BD984EEE}"/>
              </a:ext>
            </a:extLst>
          </p:cNvPr>
          <p:cNvSpPr txBox="1">
            <a:spLocks/>
          </p:cNvSpPr>
          <p:nvPr userDrawn="1"/>
        </p:nvSpPr>
        <p:spPr>
          <a:xfrm>
            <a:off x="-3354" y="2926853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94" name="제목 개체 틀 11">
            <a:hlinkClick r:id="rId17" action="ppaction://hlinksldjump"/>
            <a:extLst>
              <a:ext uri="{FF2B5EF4-FFF2-40B4-BE49-F238E27FC236}">
                <a16:creationId xmlns:a16="http://schemas.microsoft.com/office/drawing/2014/main" id="{4BA93617-6DAB-4AAC-98F6-21A169883E89}"/>
              </a:ext>
            </a:extLst>
          </p:cNvPr>
          <p:cNvSpPr txBox="1">
            <a:spLocks/>
          </p:cNvSpPr>
          <p:nvPr userDrawn="1"/>
        </p:nvSpPr>
        <p:spPr>
          <a:xfrm>
            <a:off x="11511070" y="2620250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고려사항</a:t>
            </a:r>
            <a:endParaRPr kumimoji="1" lang="ko-Kore-KR" altLang="en-US" sz="900" b="1" dirty="0"/>
          </a:p>
        </p:txBody>
      </p:sp>
      <p:sp>
        <p:nvSpPr>
          <p:cNvPr id="95" name="제목 개체 틀 11">
            <a:extLst>
              <a:ext uri="{FF2B5EF4-FFF2-40B4-BE49-F238E27FC236}">
                <a16:creationId xmlns:a16="http://schemas.microsoft.com/office/drawing/2014/main" id="{CEF6A3BD-B4EF-4521-9B12-9C1ED6EE73DD}"/>
              </a:ext>
            </a:extLst>
          </p:cNvPr>
          <p:cNvSpPr txBox="1">
            <a:spLocks/>
          </p:cNvSpPr>
          <p:nvPr userDrawn="1"/>
        </p:nvSpPr>
        <p:spPr>
          <a:xfrm>
            <a:off x="11511070" y="3021607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첫인상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평가</a:t>
            </a:r>
            <a:endParaRPr kumimoji="1" lang="ko-Kore-KR" altLang="en-US" sz="900" b="1" dirty="0"/>
          </a:p>
        </p:txBody>
      </p:sp>
      <p:sp>
        <p:nvSpPr>
          <p:cNvPr id="96" name="제목 개체 틀 11">
            <a:hlinkClick r:id="rId18" action="ppaction://hlinksldjump"/>
            <a:extLst>
              <a:ext uri="{FF2B5EF4-FFF2-40B4-BE49-F238E27FC236}">
                <a16:creationId xmlns:a16="http://schemas.microsoft.com/office/drawing/2014/main" id="{C330F5A2-36B3-43B4-A7AD-B6DAA84111F6}"/>
              </a:ext>
            </a:extLst>
          </p:cNvPr>
          <p:cNvSpPr txBox="1">
            <a:spLocks/>
          </p:cNvSpPr>
          <p:nvPr userDrawn="1"/>
        </p:nvSpPr>
        <p:spPr>
          <a:xfrm>
            <a:off x="11511070" y="3824321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혈역학</a:t>
            </a:r>
            <a:endParaRPr kumimoji="1" lang="ko-Kore-KR" altLang="en-US" sz="900" b="1" dirty="0"/>
          </a:p>
        </p:txBody>
      </p:sp>
      <p:sp>
        <p:nvSpPr>
          <p:cNvPr id="97" name="제목 개체 틀 11">
            <a:hlinkClick r:id="rId19" action="ppaction://hlinksldjump"/>
            <a:extLst>
              <a:ext uri="{FF2B5EF4-FFF2-40B4-BE49-F238E27FC236}">
                <a16:creationId xmlns:a16="http://schemas.microsoft.com/office/drawing/2014/main" id="{F8A48374-4BE3-4305-B68F-DB6BB6971313}"/>
              </a:ext>
            </a:extLst>
          </p:cNvPr>
          <p:cNvSpPr txBox="1">
            <a:spLocks/>
          </p:cNvSpPr>
          <p:nvPr userDrawn="1"/>
        </p:nvSpPr>
        <p:spPr>
          <a:xfrm>
            <a:off x="11511070" y="4225678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호흡</a:t>
            </a:r>
            <a:endParaRPr kumimoji="1" lang="ko-Kore-KR" altLang="en-US" sz="900" b="1" dirty="0"/>
          </a:p>
        </p:txBody>
      </p:sp>
      <p:sp>
        <p:nvSpPr>
          <p:cNvPr id="98" name="제목 개체 틀 11">
            <a:hlinkClick r:id="rId20" action="ppaction://hlinksldjump"/>
            <a:extLst>
              <a:ext uri="{FF2B5EF4-FFF2-40B4-BE49-F238E27FC236}">
                <a16:creationId xmlns:a16="http://schemas.microsoft.com/office/drawing/2014/main" id="{028D0958-144B-4AFE-87FA-89F23ECA7746}"/>
              </a:ext>
            </a:extLst>
          </p:cNvPr>
          <p:cNvSpPr txBox="1">
            <a:spLocks/>
          </p:cNvSpPr>
          <p:nvPr userDrawn="1"/>
        </p:nvSpPr>
        <p:spPr>
          <a:xfrm>
            <a:off x="11511070" y="5028392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통증</a:t>
            </a:r>
            <a:endParaRPr kumimoji="1" lang="ko-Kore-KR" altLang="en-US" sz="900" b="1" dirty="0"/>
          </a:p>
        </p:txBody>
      </p:sp>
      <p:sp>
        <p:nvSpPr>
          <p:cNvPr id="99" name="제목 개체 틀 11">
            <a:hlinkClick r:id="rId21" action="ppaction://hlinksldjump"/>
            <a:extLst>
              <a:ext uri="{FF2B5EF4-FFF2-40B4-BE49-F238E27FC236}">
                <a16:creationId xmlns:a16="http://schemas.microsoft.com/office/drawing/2014/main" id="{08C21BE9-F11D-4BFB-B363-F9C3C33AD371}"/>
              </a:ext>
            </a:extLst>
          </p:cNvPr>
          <p:cNvSpPr txBox="1">
            <a:spLocks/>
          </p:cNvSpPr>
          <p:nvPr userDrawn="1"/>
        </p:nvSpPr>
        <p:spPr>
          <a:xfrm>
            <a:off x="11511070" y="5433559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출혈성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질환</a:t>
            </a:r>
            <a:endParaRPr kumimoji="1" lang="ko-Kore-KR" altLang="en-US" sz="900" b="1" dirty="0"/>
          </a:p>
        </p:txBody>
      </p:sp>
      <p:sp>
        <p:nvSpPr>
          <p:cNvPr id="100" name="제목 개체 틀 11">
            <a:hlinkClick r:id="rId22" action="ppaction://hlinksldjump"/>
            <a:extLst>
              <a:ext uri="{FF2B5EF4-FFF2-40B4-BE49-F238E27FC236}">
                <a16:creationId xmlns:a16="http://schemas.microsoft.com/office/drawing/2014/main" id="{B2A038C0-A86B-4143-A9EC-BF1EB724A224}"/>
              </a:ext>
            </a:extLst>
          </p:cNvPr>
          <p:cNvSpPr txBox="1">
            <a:spLocks/>
          </p:cNvSpPr>
          <p:nvPr userDrawn="1"/>
        </p:nvSpPr>
        <p:spPr>
          <a:xfrm>
            <a:off x="11511070" y="5831106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 err="1"/>
              <a:t>사고기전</a:t>
            </a:r>
            <a:endParaRPr kumimoji="1" lang="ko-Kore-KR" altLang="en-US" sz="900" b="1" dirty="0"/>
          </a:p>
        </p:txBody>
      </p:sp>
      <p:sp>
        <p:nvSpPr>
          <p:cNvPr id="101" name="제목 개체 틀 11">
            <a:extLst>
              <a:ext uri="{FF2B5EF4-FFF2-40B4-BE49-F238E27FC236}">
                <a16:creationId xmlns:a16="http://schemas.microsoft.com/office/drawing/2014/main" id="{16A4D176-ADAB-4CAB-B952-C24E06E0B1BC}"/>
              </a:ext>
            </a:extLst>
          </p:cNvPr>
          <p:cNvSpPr txBox="1">
            <a:spLocks/>
          </p:cNvSpPr>
          <p:nvPr userDrawn="1"/>
        </p:nvSpPr>
        <p:spPr>
          <a:xfrm>
            <a:off x="11511070" y="6147173"/>
            <a:ext cx="679116" cy="5621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정신과적</a:t>
            </a:r>
            <a:endParaRPr kumimoji="1" lang="en-US" altLang="ko-KR" sz="900" b="1" dirty="0"/>
          </a:p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응급</a:t>
            </a:r>
            <a:endParaRPr kumimoji="1" lang="ko-Kore-KR" altLang="en-US" sz="900" b="1" dirty="0"/>
          </a:p>
        </p:txBody>
      </p:sp>
      <p:sp>
        <p:nvSpPr>
          <p:cNvPr id="102" name="제목 개체 틀 11">
            <a:hlinkClick r:id="rId23" action="ppaction://hlinksldjump"/>
            <a:extLst>
              <a:ext uri="{FF2B5EF4-FFF2-40B4-BE49-F238E27FC236}">
                <a16:creationId xmlns:a16="http://schemas.microsoft.com/office/drawing/2014/main" id="{47DC8E2D-CF8A-4BA3-82B1-78783C7BD6B8}"/>
              </a:ext>
            </a:extLst>
          </p:cNvPr>
          <p:cNvSpPr txBox="1">
            <a:spLocks/>
          </p:cNvSpPr>
          <p:nvPr userDrawn="1"/>
        </p:nvSpPr>
        <p:spPr>
          <a:xfrm>
            <a:off x="11511070" y="4627035"/>
            <a:ext cx="679116" cy="383968"/>
          </a:xfrm>
          <a:prstGeom prst="rect">
            <a:avLst/>
          </a:prstGeom>
          <a:noFill/>
          <a:ln>
            <a:noFill/>
          </a:ln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체온</a:t>
            </a:r>
            <a:endParaRPr kumimoji="1" lang="ko-Kore-KR" altLang="en-US" sz="900" b="1" dirty="0"/>
          </a:p>
        </p:txBody>
      </p:sp>
      <p:sp>
        <p:nvSpPr>
          <p:cNvPr id="104" name="직사각형 103">
            <a:hlinkClick r:id="rId24" action="ppaction://hlinksldjump"/>
            <a:extLst>
              <a:ext uri="{FF2B5EF4-FFF2-40B4-BE49-F238E27FC236}">
                <a16:creationId xmlns:a16="http://schemas.microsoft.com/office/drawing/2014/main" id="{9F8509BA-A158-47F2-A1E2-B49FDAAC8DE8}"/>
              </a:ext>
            </a:extLst>
          </p:cNvPr>
          <p:cNvSpPr/>
          <p:nvPr userDrawn="1"/>
        </p:nvSpPr>
        <p:spPr>
          <a:xfrm>
            <a:off x="11511070" y="6236316"/>
            <a:ext cx="677123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제목 개체 틀 11">
            <a:hlinkClick r:id="rId25" action="ppaction://hlinksldjump"/>
            <a:extLst>
              <a:ext uri="{FF2B5EF4-FFF2-40B4-BE49-F238E27FC236}">
                <a16:creationId xmlns:a16="http://schemas.microsoft.com/office/drawing/2014/main" id="{2210B2D1-A359-4594-A853-6B153C406334}"/>
              </a:ext>
            </a:extLst>
          </p:cNvPr>
          <p:cNvSpPr txBox="1">
            <a:spLocks/>
          </p:cNvSpPr>
          <p:nvPr userDrawn="1"/>
        </p:nvSpPr>
        <p:spPr>
          <a:xfrm>
            <a:off x="11511070" y="3422964"/>
            <a:ext cx="679116" cy="383968"/>
          </a:xfrm>
          <a:prstGeom prst="rect">
            <a:avLst/>
          </a:prstGeom>
        </p:spPr>
        <p:txBody>
          <a:bodyPr vert="horz" lIns="9000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dirty="0"/>
              <a:t>의식수준</a:t>
            </a:r>
            <a:endParaRPr kumimoji="1" lang="ko-Kore-KR" altLang="en-US" sz="900" b="1" dirty="0"/>
          </a:p>
        </p:txBody>
      </p:sp>
      <p:sp>
        <p:nvSpPr>
          <p:cNvPr id="106" name="제목 개체 틀 11">
            <a:hlinkClick r:id="rId26" action="ppaction://hlinksldjump"/>
            <a:extLst>
              <a:ext uri="{FF2B5EF4-FFF2-40B4-BE49-F238E27FC236}">
                <a16:creationId xmlns:a16="http://schemas.microsoft.com/office/drawing/2014/main" id="{5E0D6783-0314-443E-8C7F-4249B48A9AB9}"/>
              </a:ext>
            </a:extLst>
          </p:cNvPr>
          <p:cNvSpPr txBox="1">
            <a:spLocks/>
          </p:cNvSpPr>
          <p:nvPr userDrawn="1"/>
        </p:nvSpPr>
        <p:spPr>
          <a:xfrm>
            <a:off x="677315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07" name="제목 개체 틀 11">
            <a:hlinkClick r:id="rId27" action="ppaction://hlinksldjump"/>
            <a:extLst>
              <a:ext uri="{FF2B5EF4-FFF2-40B4-BE49-F238E27FC236}">
                <a16:creationId xmlns:a16="http://schemas.microsoft.com/office/drawing/2014/main" id="{2F98C77C-31E8-49D4-9917-8B89198BD12F}"/>
              </a:ext>
            </a:extLst>
          </p:cNvPr>
          <p:cNvSpPr txBox="1">
            <a:spLocks/>
          </p:cNvSpPr>
          <p:nvPr userDrawn="1"/>
        </p:nvSpPr>
        <p:spPr>
          <a:xfrm>
            <a:off x="1290324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08" name="제목 개체 틀 11">
            <a:hlinkClick r:id="rId28" action="ppaction://hlinksldjump"/>
            <a:extLst>
              <a:ext uri="{FF2B5EF4-FFF2-40B4-BE49-F238E27FC236}">
                <a16:creationId xmlns:a16="http://schemas.microsoft.com/office/drawing/2014/main" id="{19FFA57E-E5FC-48C5-8757-5EA17EB07D31}"/>
              </a:ext>
            </a:extLst>
          </p:cNvPr>
          <p:cNvSpPr txBox="1">
            <a:spLocks/>
          </p:cNvSpPr>
          <p:nvPr userDrawn="1"/>
        </p:nvSpPr>
        <p:spPr>
          <a:xfrm>
            <a:off x="1936605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09" name="제목 개체 틀 11">
            <a:hlinkClick r:id="rId29" action="ppaction://hlinksldjump"/>
            <a:extLst>
              <a:ext uri="{FF2B5EF4-FFF2-40B4-BE49-F238E27FC236}">
                <a16:creationId xmlns:a16="http://schemas.microsoft.com/office/drawing/2014/main" id="{1B0D8FB0-E8D2-4539-99D6-A4998F586D4F}"/>
              </a:ext>
            </a:extLst>
          </p:cNvPr>
          <p:cNvSpPr txBox="1">
            <a:spLocks/>
          </p:cNvSpPr>
          <p:nvPr userDrawn="1"/>
        </p:nvSpPr>
        <p:spPr>
          <a:xfrm>
            <a:off x="2554809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10" name="제목 개체 틀 11">
            <a:hlinkClick r:id="rId30" action="ppaction://hlinksldjump"/>
            <a:extLst>
              <a:ext uri="{FF2B5EF4-FFF2-40B4-BE49-F238E27FC236}">
                <a16:creationId xmlns:a16="http://schemas.microsoft.com/office/drawing/2014/main" id="{5AD1C065-3515-479D-B7EA-63A854F46EBD}"/>
              </a:ext>
            </a:extLst>
          </p:cNvPr>
          <p:cNvSpPr txBox="1">
            <a:spLocks/>
          </p:cNvSpPr>
          <p:nvPr userDrawn="1"/>
        </p:nvSpPr>
        <p:spPr>
          <a:xfrm>
            <a:off x="3181627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11" name="제목 개체 틀 11">
            <a:hlinkClick r:id="rId31" action="ppaction://hlinksldjump"/>
            <a:extLst>
              <a:ext uri="{FF2B5EF4-FFF2-40B4-BE49-F238E27FC236}">
                <a16:creationId xmlns:a16="http://schemas.microsoft.com/office/drawing/2014/main" id="{9D3D351E-8202-42B1-861C-CC81CD9FA4FC}"/>
              </a:ext>
            </a:extLst>
          </p:cNvPr>
          <p:cNvSpPr txBox="1">
            <a:spLocks/>
          </p:cNvSpPr>
          <p:nvPr userDrawn="1"/>
        </p:nvSpPr>
        <p:spPr>
          <a:xfrm>
            <a:off x="3807450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12" name="제목 개체 틀 11">
            <a:hlinkClick r:id="rId32" action="ppaction://hlinksldjump"/>
            <a:extLst>
              <a:ext uri="{FF2B5EF4-FFF2-40B4-BE49-F238E27FC236}">
                <a16:creationId xmlns:a16="http://schemas.microsoft.com/office/drawing/2014/main" id="{58DD30D7-44E4-488B-981E-931239D9640F}"/>
              </a:ext>
            </a:extLst>
          </p:cNvPr>
          <p:cNvSpPr txBox="1">
            <a:spLocks/>
          </p:cNvSpPr>
          <p:nvPr userDrawn="1"/>
        </p:nvSpPr>
        <p:spPr>
          <a:xfrm>
            <a:off x="4432053" y="517824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 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113" name="제목 개체 틀 11">
            <a:hlinkClick r:id="rId33" action="ppaction://hlinksldjump"/>
            <a:extLst>
              <a:ext uri="{FF2B5EF4-FFF2-40B4-BE49-F238E27FC236}">
                <a16:creationId xmlns:a16="http://schemas.microsoft.com/office/drawing/2014/main" id="{B6D275B5-617D-46F6-883C-26B1DD4DBEA2}"/>
              </a:ext>
            </a:extLst>
          </p:cNvPr>
          <p:cNvSpPr txBox="1">
            <a:spLocks/>
          </p:cNvSpPr>
          <p:nvPr userDrawn="1"/>
        </p:nvSpPr>
        <p:spPr>
          <a:xfrm>
            <a:off x="5057874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14" name="제목 개체 틀 11">
            <a:hlinkClick r:id="rId34" action="ppaction://hlinksldjump"/>
            <a:extLst>
              <a:ext uri="{FF2B5EF4-FFF2-40B4-BE49-F238E27FC236}">
                <a16:creationId xmlns:a16="http://schemas.microsoft.com/office/drawing/2014/main" id="{E4A51331-F5A9-4E21-9AC5-70BA262851A8}"/>
              </a:ext>
            </a:extLst>
          </p:cNvPr>
          <p:cNvSpPr txBox="1">
            <a:spLocks/>
          </p:cNvSpPr>
          <p:nvPr userDrawn="1"/>
        </p:nvSpPr>
        <p:spPr>
          <a:xfrm>
            <a:off x="5677282" y="512282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15" name="제목 개체 틀 11">
            <a:hlinkClick r:id="rId35" action="ppaction://hlinksldjump"/>
            <a:extLst>
              <a:ext uri="{FF2B5EF4-FFF2-40B4-BE49-F238E27FC236}">
                <a16:creationId xmlns:a16="http://schemas.microsoft.com/office/drawing/2014/main" id="{C48263EB-91B1-4A24-A8AA-FBFF36C7834B}"/>
              </a:ext>
            </a:extLst>
          </p:cNvPr>
          <p:cNvSpPr txBox="1">
            <a:spLocks/>
          </p:cNvSpPr>
          <p:nvPr userDrawn="1"/>
        </p:nvSpPr>
        <p:spPr>
          <a:xfrm>
            <a:off x="677315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16" name="제목 개체 틀 11">
            <a:hlinkClick r:id="rId36" action="ppaction://hlinksldjump"/>
            <a:extLst>
              <a:ext uri="{FF2B5EF4-FFF2-40B4-BE49-F238E27FC236}">
                <a16:creationId xmlns:a16="http://schemas.microsoft.com/office/drawing/2014/main" id="{92B836EB-B096-4698-8E95-FC890232BB51}"/>
              </a:ext>
            </a:extLst>
          </p:cNvPr>
          <p:cNvSpPr txBox="1">
            <a:spLocks/>
          </p:cNvSpPr>
          <p:nvPr userDrawn="1"/>
        </p:nvSpPr>
        <p:spPr>
          <a:xfrm>
            <a:off x="1288976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17" name="제목 개체 틀 11">
            <a:hlinkClick r:id="rId37" action="ppaction://hlinksldjump"/>
            <a:extLst>
              <a:ext uri="{FF2B5EF4-FFF2-40B4-BE49-F238E27FC236}">
                <a16:creationId xmlns:a16="http://schemas.microsoft.com/office/drawing/2014/main" id="{2ACC2AFC-FC06-448A-91BF-C60062D8D560}"/>
              </a:ext>
            </a:extLst>
          </p:cNvPr>
          <p:cNvSpPr txBox="1">
            <a:spLocks/>
          </p:cNvSpPr>
          <p:nvPr userDrawn="1"/>
        </p:nvSpPr>
        <p:spPr>
          <a:xfrm>
            <a:off x="1935257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18" name="제목 개체 틀 11">
            <a:hlinkClick r:id="rId38" action="ppaction://hlinksldjump"/>
            <a:extLst>
              <a:ext uri="{FF2B5EF4-FFF2-40B4-BE49-F238E27FC236}">
                <a16:creationId xmlns:a16="http://schemas.microsoft.com/office/drawing/2014/main" id="{B7E7125E-63B2-439B-8F43-9FF5810201CE}"/>
              </a:ext>
            </a:extLst>
          </p:cNvPr>
          <p:cNvSpPr txBox="1">
            <a:spLocks/>
          </p:cNvSpPr>
          <p:nvPr userDrawn="1"/>
        </p:nvSpPr>
        <p:spPr>
          <a:xfrm>
            <a:off x="2553461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19" name="제목 개체 틀 11">
            <a:hlinkClick r:id="rId39" action="ppaction://hlinksldjump"/>
            <a:extLst>
              <a:ext uri="{FF2B5EF4-FFF2-40B4-BE49-F238E27FC236}">
                <a16:creationId xmlns:a16="http://schemas.microsoft.com/office/drawing/2014/main" id="{14DE4272-EBC3-4B72-A7AA-87A81866E652}"/>
              </a:ext>
            </a:extLst>
          </p:cNvPr>
          <p:cNvSpPr txBox="1">
            <a:spLocks/>
          </p:cNvSpPr>
          <p:nvPr userDrawn="1"/>
        </p:nvSpPr>
        <p:spPr>
          <a:xfrm>
            <a:off x="3180279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20" name="제목 개체 틀 11">
            <a:hlinkClick r:id="rId40" action="ppaction://hlinksldjump"/>
            <a:extLst>
              <a:ext uri="{FF2B5EF4-FFF2-40B4-BE49-F238E27FC236}">
                <a16:creationId xmlns:a16="http://schemas.microsoft.com/office/drawing/2014/main" id="{A1ED94F1-800B-47AC-B17B-0029A69681CF}"/>
              </a:ext>
            </a:extLst>
          </p:cNvPr>
          <p:cNvSpPr txBox="1">
            <a:spLocks/>
          </p:cNvSpPr>
          <p:nvPr userDrawn="1"/>
        </p:nvSpPr>
        <p:spPr>
          <a:xfrm>
            <a:off x="3806102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21" name="제목 개체 틀 11">
            <a:hlinkClick r:id="rId41" action="ppaction://hlinksldjump"/>
            <a:extLst>
              <a:ext uri="{FF2B5EF4-FFF2-40B4-BE49-F238E27FC236}">
                <a16:creationId xmlns:a16="http://schemas.microsoft.com/office/drawing/2014/main" id="{E95B1516-6231-4D49-873D-76632BEC25C6}"/>
              </a:ext>
            </a:extLst>
          </p:cNvPr>
          <p:cNvSpPr txBox="1">
            <a:spLocks/>
          </p:cNvSpPr>
          <p:nvPr userDrawn="1"/>
        </p:nvSpPr>
        <p:spPr>
          <a:xfrm>
            <a:off x="4430705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22" name="제목 개체 틀 11">
            <a:hlinkClick r:id="rId42" action="ppaction://hlinksldjump"/>
            <a:extLst>
              <a:ext uri="{FF2B5EF4-FFF2-40B4-BE49-F238E27FC236}">
                <a16:creationId xmlns:a16="http://schemas.microsoft.com/office/drawing/2014/main" id="{B59A35E7-DD72-4FBC-8D31-3A363208AB21}"/>
              </a:ext>
            </a:extLst>
          </p:cNvPr>
          <p:cNvSpPr txBox="1">
            <a:spLocks/>
          </p:cNvSpPr>
          <p:nvPr userDrawn="1"/>
        </p:nvSpPr>
        <p:spPr>
          <a:xfrm>
            <a:off x="5056528" y="102989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123" name="제목 개체 틀 11">
            <a:hlinkClick r:id="rId43" action="ppaction://hlinksldjump"/>
            <a:extLst>
              <a:ext uri="{FF2B5EF4-FFF2-40B4-BE49-F238E27FC236}">
                <a16:creationId xmlns:a16="http://schemas.microsoft.com/office/drawing/2014/main" id="{3B9C196E-6AC5-4B69-9D81-B64F3B00E8EB}"/>
              </a:ext>
            </a:extLst>
          </p:cNvPr>
          <p:cNvSpPr txBox="1">
            <a:spLocks/>
          </p:cNvSpPr>
          <p:nvPr userDrawn="1"/>
        </p:nvSpPr>
        <p:spPr>
          <a:xfrm>
            <a:off x="6518714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물질오용</a:t>
            </a:r>
            <a:endParaRPr kumimoji="1" lang="ko-Kore-KR" altLang="en-US" sz="900" dirty="0"/>
          </a:p>
        </p:txBody>
      </p:sp>
      <p:sp>
        <p:nvSpPr>
          <p:cNvPr id="124" name="제목 개체 틀 11">
            <a:hlinkClick r:id="rId44" action="ppaction://hlinksldjump"/>
            <a:extLst>
              <a:ext uri="{FF2B5EF4-FFF2-40B4-BE49-F238E27FC236}">
                <a16:creationId xmlns:a16="http://schemas.microsoft.com/office/drawing/2014/main" id="{BA01231D-972C-43BC-B486-3FD58CA0F1EE}"/>
              </a:ext>
            </a:extLst>
          </p:cNvPr>
          <p:cNvSpPr txBox="1">
            <a:spLocks/>
          </p:cNvSpPr>
          <p:nvPr userDrawn="1"/>
        </p:nvSpPr>
        <p:spPr>
          <a:xfrm>
            <a:off x="7131723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정신건강</a:t>
            </a:r>
            <a:endParaRPr kumimoji="1" lang="ko-Kore-KR" altLang="en-US" sz="900" dirty="0"/>
          </a:p>
        </p:txBody>
      </p:sp>
      <p:sp>
        <p:nvSpPr>
          <p:cNvPr id="125" name="제목 개체 틀 11">
            <a:hlinkClick r:id="rId45" action="ppaction://hlinksldjump"/>
            <a:extLst>
              <a:ext uri="{FF2B5EF4-FFF2-40B4-BE49-F238E27FC236}">
                <a16:creationId xmlns:a16="http://schemas.microsoft.com/office/drawing/2014/main" id="{8F1D3A58-233D-4029-809A-B62ECC8096C4}"/>
              </a:ext>
            </a:extLst>
          </p:cNvPr>
          <p:cNvSpPr txBox="1">
            <a:spLocks/>
          </p:cNvSpPr>
          <p:nvPr userDrawn="1"/>
        </p:nvSpPr>
        <p:spPr>
          <a:xfrm>
            <a:off x="7778004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신경계</a:t>
            </a:r>
            <a:endParaRPr kumimoji="1" lang="ko-Kore-KR" altLang="en-US" sz="900" dirty="0"/>
          </a:p>
        </p:txBody>
      </p:sp>
      <p:sp>
        <p:nvSpPr>
          <p:cNvPr id="126" name="제목 개체 틀 11">
            <a:hlinkClick r:id="rId46" action="ppaction://hlinksldjump"/>
            <a:extLst>
              <a:ext uri="{FF2B5EF4-FFF2-40B4-BE49-F238E27FC236}">
                <a16:creationId xmlns:a16="http://schemas.microsoft.com/office/drawing/2014/main" id="{6F32186A-91C6-4003-A581-1A560246E75C}"/>
              </a:ext>
            </a:extLst>
          </p:cNvPr>
          <p:cNvSpPr txBox="1">
            <a:spLocks/>
          </p:cNvSpPr>
          <p:nvPr userDrawn="1"/>
        </p:nvSpPr>
        <p:spPr>
          <a:xfrm>
            <a:off x="8396208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눈</a:t>
            </a:r>
            <a:endParaRPr kumimoji="1" lang="ko-Kore-KR" altLang="en-US" sz="900" dirty="0"/>
          </a:p>
        </p:txBody>
      </p:sp>
      <p:sp>
        <p:nvSpPr>
          <p:cNvPr id="127" name="제목 개체 틀 11">
            <a:hlinkClick r:id="rId47" action="ppaction://hlinksldjump"/>
            <a:extLst>
              <a:ext uri="{FF2B5EF4-FFF2-40B4-BE49-F238E27FC236}">
                <a16:creationId xmlns:a16="http://schemas.microsoft.com/office/drawing/2014/main" id="{54B14CE1-855F-4758-99BD-DEB3A91C2712}"/>
              </a:ext>
            </a:extLst>
          </p:cNvPr>
          <p:cNvSpPr txBox="1">
            <a:spLocks/>
          </p:cNvSpPr>
          <p:nvPr userDrawn="1"/>
        </p:nvSpPr>
        <p:spPr>
          <a:xfrm>
            <a:off x="9023026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코</a:t>
            </a:r>
            <a:endParaRPr kumimoji="1" lang="ko-Kore-KR" altLang="en-US" sz="900" dirty="0"/>
          </a:p>
        </p:txBody>
      </p:sp>
      <p:sp>
        <p:nvSpPr>
          <p:cNvPr id="128" name="제목 개체 틀 11">
            <a:hlinkClick r:id="rId48" action="ppaction://hlinksldjump"/>
            <a:extLst>
              <a:ext uri="{FF2B5EF4-FFF2-40B4-BE49-F238E27FC236}">
                <a16:creationId xmlns:a16="http://schemas.microsoft.com/office/drawing/2014/main" id="{89DD529D-A112-4D60-B17E-A2E579F46ECD}"/>
              </a:ext>
            </a:extLst>
          </p:cNvPr>
          <p:cNvSpPr txBox="1">
            <a:spLocks/>
          </p:cNvSpPr>
          <p:nvPr userDrawn="1"/>
        </p:nvSpPr>
        <p:spPr>
          <a:xfrm>
            <a:off x="9648849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귀</a:t>
            </a:r>
            <a:endParaRPr kumimoji="1" lang="ko-Kore-KR" altLang="en-US" sz="900" dirty="0"/>
          </a:p>
        </p:txBody>
      </p:sp>
      <p:sp>
        <p:nvSpPr>
          <p:cNvPr id="129" name="제목 개체 틀 11">
            <a:hlinkClick r:id="rId49" action="ppaction://hlinksldjump"/>
            <a:extLst>
              <a:ext uri="{FF2B5EF4-FFF2-40B4-BE49-F238E27FC236}">
                <a16:creationId xmlns:a16="http://schemas.microsoft.com/office/drawing/2014/main" id="{DB75B5D7-57BA-4378-B100-F8D5565DBC8F}"/>
              </a:ext>
            </a:extLst>
          </p:cNvPr>
          <p:cNvSpPr txBox="1">
            <a:spLocks/>
          </p:cNvSpPr>
          <p:nvPr userDrawn="1"/>
        </p:nvSpPr>
        <p:spPr>
          <a:xfrm>
            <a:off x="10273452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입</a:t>
            </a:r>
            <a:r>
              <a:rPr kumimoji="1" lang="en-US" altLang="ko-KR" sz="900" spc="-50" baseline="0" dirty="0"/>
              <a:t>, </a:t>
            </a:r>
            <a:r>
              <a:rPr kumimoji="1" lang="ko-KR" altLang="en-US" sz="900" spc="-50" baseline="0" dirty="0"/>
              <a:t>목</a:t>
            </a:r>
            <a:r>
              <a:rPr kumimoji="1" lang="en-US" altLang="ko-KR" sz="900" spc="-50" baseline="0" dirty="0"/>
              <a:t> 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50" baseline="0" dirty="0"/>
              <a:t>얼굴</a:t>
            </a:r>
            <a:endParaRPr kumimoji="1" lang="ko-Kore-KR" altLang="en-US" sz="900" dirty="0"/>
          </a:p>
        </p:txBody>
      </p:sp>
      <p:sp>
        <p:nvSpPr>
          <p:cNvPr id="130" name="제목 개체 틀 11">
            <a:hlinkClick r:id="rId50" action="ppaction://hlinksldjump"/>
            <a:extLst>
              <a:ext uri="{FF2B5EF4-FFF2-40B4-BE49-F238E27FC236}">
                <a16:creationId xmlns:a16="http://schemas.microsoft.com/office/drawing/2014/main" id="{198E488B-6F19-4402-894D-D4C2F2C11D66}"/>
              </a:ext>
            </a:extLst>
          </p:cNvPr>
          <p:cNvSpPr txBox="1">
            <a:spLocks/>
          </p:cNvSpPr>
          <p:nvPr userDrawn="1"/>
        </p:nvSpPr>
        <p:spPr>
          <a:xfrm>
            <a:off x="10899273" y="998419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호흡기계</a:t>
            </a:r>
            <a:endParaRPr kumimoji="1" lang="ko-Kore-KR" altLang="en-US" sz="900" dirty="0"/>
          </a:p>
        </p:txBody>
      </p:sp>
      <p:sp>
        <p:nvSpPr>
          <p:cNvPr id="131" name="제목 개체 틀 11">
            <a:hlinkClick r:id="rId51" action="ppaction://hlinksldjump"/>
            <a:extLst>
              <a:ext uri="{FF2B5EF4-FFF2-40B4-BE49-F238E27FC236}">
                <a16:creationId xmlns:a16="http://schemas.microsoft.com/office/drawing/2014/main" id="{6334C537-599D-46C3-865F-497E46DB8BF7}"/>
              </a:ext>
            </a:extLst>
          </p:cNvPr>
          <p:cNvSpPr txBox="1">
            <a:spLocks/>
          </p:cNvSpPr>
          <p:nvPr userDrawn="1"/>
        </p:nvSpPr>
        <p:spPr>
          <a:xfrm>
            <a:off x="5898675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심혈관계</a:t>
            </a:r>
            <a:endParaRPr kumimoji="1" lang="ko-Kore-KR" altLang="en-US" sz="900" dirty="0"/>
          </a:p>
        </p:txBody>
      </p:sp>
      <p:sp>
        <p:nvSpPr>
          <p:cNvPr id="132" name="제목 개체 틀 11">
            <a:hlinkClick r:id="rId52" action="ppaction://hlinksldjump"/>
            <a:extLst>
              <a:ext uri="{FF2B5EF4-FFF2-40B4-BE49-F238E27FC236}">
                <a16:creationId xmlns:a16="http://schemas.microsoft.com/office/drawing/2014/main" id="{278214DF-7F11-4312-AFFE-FDD02443AFD6}"/>
              </a:ext>
            </a:extLst>
          </p:cNvPr>
          <p:cNvSpPr txBox="1">
            <a:spLocks/>
          </p:cNvSpPr>
          <p:nvPr userDrawn="1"/>
        </p:nvSpPr>
        <p:spPr>
          <a:xfrm>
            <a:off x="6512275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소화기계</a:t>
            </a:r>
            <a:endParaRPr kumimoji="1" lang="ko-Kore-KR" altLang="en-US" sz="900" dirty="0"/>
          </a:p>
        </p:txBody>
      </p:sp>
      <p:sp>
        <p:nvSpPr>
          <p:cNvPr id="133" name="제목 개체 틀 11">
            <a:hlinkClick r:id="rId53" action="ppaction://hlinksldjump"/>
            <a:extLst>
              <a:ext uri="{FF2B5EF4-FFF2-40B4-BE49-F238E27FC236}">
                <a16:creationId xmlns:a16="http://schemas.microsoft.com/office/drawing/2014/main" id="{B69FECAA-C81D-4051-A246-5211C600B2DA}"/>
              </a:ext>
            </a:extLst>
          </p:cNvPr>
          <p:cNvSpPr txBox="1">
            <a:spLocks/>
          </p:cNvSpPr>
          <p:nvPr userDrawn="1"/>
        </p:nvSpPr>
        <p:spPr>
          <a:xfrm>
            <a:off x="7123936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spc="-150" dirty="0"/>
              <a:t>임신  </a:t>
            </a:r>
            <a:r>
              <a:rPr kumimoji="1" lang="en-US" altLang="ko-KR" sz="900" spc="-150" dirty="0"/>
              <a:t>/</a:t>
            </a:r>
          </a:p>
          <a:p>
            <a:pPr algn="ctr">
              <a:lnSpc>
                <a:spcPct val="100000"/>
              </a:lnSpc>
            </a:pPr>
            <a:r>
              <a:rPr kumimoji="1" lang="ko-KR" altLang="en-US" sz="900" spc="-120" baseline="0" dirty="0"/>
              <a:t>여성생식계</a:t>
            </a:r>
            <a:endParaRPr kumimoji="1" lang="ko-Kore-KR" altLang="en-US" sz="900" spc="-120" baseline="0" dirty="0"/>
          </a:p>
        </p:txBody>
      </p:sp>
      <p:sp>
        <p:nvSpPr>
          <p:cNvPr id="134" name="제목 개체 틀 11">
            <a:hlinkClick r:id="rId54" action="ppaction://hlinksldjump"/>
            <a:extLst>
              <a:ext uri="{FF2B5EF4-FFF2-40B4-BE49-F238E27FC236}">
                <a16:creationId xmlns:a16="http://schemas.microsoft.com/office/drawing/2014/main" id="{228F1C36-1F3A-44D6-94E6-2956FFDC02BD}"/>
              </a:ext>
            </a:extLst>
          </p:cNvPr>
          <p:cNvSpPr txBox="1">
            <a:spLocks/>
          </p:cNvSpPr>
          <p:nvPr userDrawn="1"/>
        </p:nvSpPr>
        <p:spPr>
          <a:xfrm>
            <a:off x="7770217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비뇨기계  </a:t>
            </a:r>
            <a:r>
              <a:rPr kumimoji="1" lang="en-US" altLang="ko-KR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/</a:t>
            </a:r>
            <a:r>
              <a:rPr kumimoji="1" lang="ko-KR" altLang="en-US" sz="900" b="1" kern="1200" spc="-120" baseline="0" dirty="0">
                <a:solidFill>
                  <a:schemeClr val="bg1"/>
                </a:solidFill>
                <a:latin typeface="+mn-ea"/>
                <a:ea typeface="+mn-ea"/>
                <a:cs typeface="+mj-cs"/>
              </a:rPr>
              <a:t> 남성생식계</a:t>
            </a:r>
            <a:endParaRPr kumimoji="1" lang="ko-Kore-KR" altLang="en-US" sz="900" b="1" kern="1200" spc="-120" baseline="0" dirty="0">
              <a:solidFill>
                <a:schemeClr val="bg1"/>
              </a:solidFill>
              <a:latin typeface="+mn-ea"/>
              <a:ea typeface="+mn-ea"/>
              <a:cs typeface="+mj-cs"/>
            </a:endParaRPr>
          </a:p>
        </p:txBody>
      </p:sp>
      <p:sp>
        <p:nvSpPr>
          <p:cNvPr id="135" name="제목 개체 틀 11">
            <a:hlinkClick r:id="rId55" action="ppaction://hlinksldjump"/>
            <a:extLst>
              <a:ext uri="{FF2B5EF4-FFF2-40B4-BE49-F238E27FC236}">
                <a16:creationId xmlns:a16="http://schemas.microsoft.com/office/drawing/2014/main" id="{0A74802E-F624-4653-B3C3-3C88D748ECBF}"/>
              </a:ext>
            </a:extLst>
          </p:cNvPr>
          <p:cNvSpPr txBox="1">
            <a:spLocks/>
          </p:cNvSpPr>
          <p:nvPr userDrawn="1"/>
        </p:nvSpPr>
        <p:spPr>
          <a:xfrm>
            <a:off x="8388421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근골격계</a:t>
            </a:r>
            <a:endParaRPr kumimoji="1" lang="ko-Kore-KR" altLang="en-US" sz="900" dirty="0"/>
          </a:p>
        </p:txBody>
      </p:sp>
      <p:sp>
        <p:nvSpPr>
          <p:cNvPr id="136" name="제목 개체 틀 11">
            <a:hlinkClick r:id="rId56" action="ppaction://hlinksldjump"/>
            <a:extLst>
              <a:ext uri="{FF2B5EF4-FFF2-40B4-BE49-F238E27FC236}">
                <a16:creationId xmlns:a16="http://schemas.microsoft.com/office/drawing/2014/main" id="{47A0BA96-7E94-47D9-87C8-23B06DE252E6}"/>
              </a:ext>
            </a:extLst>
          </p:cNvPr>
          <p:cNvSpPr txBox="1">
            <a:spLocks/>
          </p:cNvSpPr>
          <p:nvPr userDrawn="1"/>
        </p:nvSpPr>
        <p:spPr>
          <a:xfrm>
            <a:off x="9015239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몸통외상</a:t>
            </a:r>
            <a:endParaRPr kumimoji="1" lang="ko-Kore-KR" altLang="en-US" sz="900" dirty="0"/>
          </a:p>
        </p:txBody>
      </p:sp>
      <p:sp>
        <p:nvSpPr>
          <p:cNvPr id="137" name="제목 개체 틀 11">
            <a:hlinkClick r:id="rId57" action="ppaction://hlinksldjump"/>
            <a:extLst>
              <a:ext uri="{FF2B5EF4-FFF2-40B4-BE49-F238E27FC236}">
                <a16:creationId xmlns:a16="http://schemas.microsoft.com/office/drawing/2014/main" id="{45716A87-7778-438A-8743-EEC7E94FCB3E}"/>
              </a:ext>
            </a:extLst>
          </p:cNvPr>
          <p:cNvSpPr txBox="1">
            <a:spLocks/>
          </p:cNvSpPr>
          <p:nvPr userDrawn="1"/>
        </p:nvSpPr>
        <p:spPr>
          <a:xfrm>
            <a:off x="9641062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 err="1"/>
              <a:t>환경손상</a:t>
            </a:r>
            <a:endParaRPr kumimoji="1" lang="ko-Kore-KR" altLang="en-US" sz="900" dirty="0"/>
          </a:p>
        </p:txBody>
      </p:sp>
      <p:sp>
        <p:nvSpPr>
          <p:cNvPr id="138" name="제목 개체 틀 11">
            <a:hlinkClick r:id="rId58" action="ppaction://hlinksldjump"/>
            <a:extLst>
              <a:ext uri="{FF2B5EF4-FFF2-40B4-BE49-F238E27FC236}">
                <a16:creationId xmlns:a16="http://schemas.microsoft.com/office/drawing/2014/main" id="{81128326-7177-49E7-9E9D-7BDB8B6AFE0C}"/>
              </a:ext>
            </a:extLst>
          </p:cNvPr>
          <p:cNvSpPr txBox="1">
            <a:spLocks/>
          </p:cNvSpPr>
          <p:nvPr userDrawn="1"/>
        </p:nvSpPr>
        <p:spPr>
          <a:xfrm>
            <a:off x="10265665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피부</a:t>
            </a:r>
            <a:endParaRPr kumimoji="1" lang="ko-Kore-KR" altLang="en-US" sz="900" dirty="0"/>
          </a:p>
        </p:txBody>
      </p:sp>
      <p:sp>
        <p:nvSpPr>
          <p:cNvPr id="139" name="제목 개체 틀 11">
            <a:hlinkClick r:id="rId59" action="ppaction://hlinksldjump"/>
            <a:extLst>
              <a:ext uri="{FF2B5EF4-FFF2-40B4-BE49-F238E27FC236}">
                <a16:creationId xmlns:a16="http://schemas.microsoft.com/office/drawing/2014/main" id="{42A367B0-DE71-4A58-929F-B6BA4E9FAE56}"/>
              </a:ext>
            </a:extLst>
          </p:cNvPr>
          <p:cNvSpPr txBox="1">
            <a:spLocks/>
          </p:cNvSpPr>
          <p:nvPr userDrawn="1"/>
        </p:nvSpPr>
        <p:spPr>
          <a:xfrm>
            <a:off x="10891488" y="1506650"/>
            <a:ext cx="617378" cy="4646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kumimoji="1" lang="ko-KR" altLang="en-US" sz="900" dirty="0"/>
              <a:t>일반</a:t>
            </a:r>
            <a:endParaRPr kumimoji="1" lang="ko-Kore-KR" altLang="en-US" sz="900" dirty="0"/>
          </a:p>
        </p:txBody>
      </p:sp>
      <p:sp>
        <p:nvSpPr>
          <p:cNvPr id="2" name="직사각형 1">
            <a:hlinkClick r:id="rId7" action="ppaction://hlinksldjump"/>
            <a:extLst>
              <a:ext uri="{FF2B5EF4-FFF2-40B4-BE49-F238E27FC236}">
                <a16:creationId xmlns:a16="http://schemas.microsoft.com/office/drawing/2014/main" id="{8C61B9FA-EF54-4ACA-9DF5-B90C44A48EBB}"/>
              </a:ext>
            </a:extLst>
          </p:cNvPr>
          <p:cNvSpPr/>
          <p:nvPr userDrawn="1"/>
        </p:nvSpPr>
        <p:spPr>
          <a:xfrm>
            <a:off x="20193" y="2112834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직사각형 149">
            <a:hlinkClick r:id="rId8" action="ppaction://hlinksldjump"/>
            <a:extLst>
              <a:ext uri="{FF2B5EF4-FFF2-40B4-BE49-F238E27FC236}">
                <a16:creationId xmlns:a16="http://schemas.microsoft.com/office/drawing/2014/main" id="{7F066F35-6914-4CF0-9130-61B6F83ED10A}"/>
              </a:ext>
            </a:extLst>
          </p:cNvPr>
          <p:cNvSpPr/>
          <p:nvPr userDrawn="1"/>
        </p:nvSpPr>
        <p:spPr>
          <a:xfrm>
            <a:off x="20193" y="2514366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직사각형 150">
            <a:hlinkClick r:id="rId16" action="ppaction://hlinksldjump"/>
            <a:extLst>
              <a:ext uri="{FF2B5EF4-FFF2-40B4-BE49-F238E27FC236}">
                <a16:creationId xmlns:a16="http://schemas.microsoft.com/office/drawing/2014/main" id="{C41E4471-E685-4674-9FA1-78940667B627}"/>
              </a:ext>
            </a:extLst>
          </p:cNvPr>
          <p:cNvSpPr/>
          <p:nvPr userDrawn="1"/>
        </p:nvSpPr>
        <p:spPr>
          <a:xfrm>
            <a:off x="20193" y="2915898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직사각형 151">
            <a:hlinkClick r:id="rId9" action="ppaction://hlinksldjump"/>
            <a:extLst>
              <a:ext uri="{FF2B5EF4-FFF2-40B4-BE49-F238E27FC236}">
                <a16:creationId xmlns:a16="http://schemas.microsoft.com/office/drawing/2014/main" id="{EC751FA4-D4F9-4E36-98CB-046DF6A16D83}"/>
              </a:ext>
            </a:extLst>
          </p:cNvPr>
          <p:cNvSpPr/>
          <p:nvPr userDrawn="1"/>
        </p:nvSpPr>
        <p:spPr>
          <a:xfrm>
            <a:off x="20193" y="3317430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직사각형 152">
            <a:hlinkClick r:id="rId10" action="ppaction://hlinksldjump"/>
            <a:extLst>
              <a:ext uri="{FF2B5EF4-FFF2-40B4-BE49-F238E27FC236}">
                <a16:creationId xmlns:a16="http://schemas.microsoft.com/office/drawing/2014/main" id="{A9057CB1-1BBC-4BD0-9666-FEC3670F9135}"/>
              </a:ext>
            </a:extLst>
          </p:cNvPr>
          <p:cNvSpPr/>
          <p:nvPr userDrawn="1"/>
        </p:nvSpPr>
        <p:spPr>
          <a:xfrm>
            <a:off x="20193" y="3718962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직사각형 153">
            <a:hlinkClick r:id="rId14" action="ppaction://hlinksldjump"/>
            <a:extLst>
              <a:ext uri="{FF2B5EF4-FFF2-40B4-BE49-F238E27FC236}">
                <a16:creationId xmlns:a16="http://schemas.microsoft.com/office/drawing/2014/main" id="{12389336-BB92-456E-BC66-B0029BE2DAD5}"/>
              </a:ext>
            </a:extLst>
          </p:cNvPr>
          <p:cNvSpPr/>
          <p:nvPr userDrawn="1"/>
        </p:nvSpPr>
        <p:spPr>
          <a:xfrm>
            <a:off x="20193" y="4120494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직사각형 154">
            <a:hlinkClick r:id="rId11" action="ppaction://hlinksldjump"/>
            <a:extLst>
              <a:ext uri="{FF2B5EF4-FFF2-40B4-BE49-F238E27FC236}">
                <a16:creationId xmlns:a16="http://schemas.microsoft.com/office/drawing/2014/main" id="{E1415FCF-8C04-499A-9D56-1055B5C5E08C}"/>
              </a:ext>
            </a:extLst>
          </p:cNvPr>
          <p:cNvSpPr/>
          <p:nvPr userDrawn="1"/>
        </p:nvSpPr>
        <p:spPr>
          <a:xfrm>
            <a:off x="20193" y="4522026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직사각형 155">
            <a:hlinkClick r:id="rId12" action="ppaction://hlinksldjump"/>
            <a:extLst>
              <a:ext uri="{FF2B5EF4-FFF2-40B4-BE49-F238E27FC236}">
                <a16:creationId xmlns:a16="http://schemas.microsoft.com/office/drawing/2014/main" id="{67324FC8-E9BC-47FB-AA47-1092E70407C3}"/>
              </a:ext>
            </a:extLst>
          </p:cNvPr>
          <p:cNvSpPr/>
          <p:nvPr userDrawn="1"/>
        </p:nvSpPr>
        <p:spPr>
          <a:xfrm>
            <a:off x="20193" y="4923558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>
            <a:hlinkClick r:id="rId13" action="ppaction://hlinksldjump"/>
            <a:extLst>
              <a:ext uri="{FF2B5EF4-FFF2-40B4-BE49-F238E27FC236}">
                <a16:creationId xmlns:a16="http://schemas.microsoft.com/office/drawing/2014/main" id="{DC743D3D-7E4A-4618-8064-A6A6EDA8B415}"/>
              </a:ext>
            </a:extLst>
          </p:cNvPr>
          <p:cNvSpPr/>
          <p:nvPr userDrawn="1"/>
        </p:nvSpPr>
        <p:spPr>
          <a:xfrm>
            <a:off x="20193" y="5325090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>
            <a:hlinkClick r:id="rId15" action="ppaction://hlinksldjump"/>
            <a:extLst>
              <a:ext uri="{FF2B5EF4-FFF2-40B4-BE49-F238E27FC236}">
                <a16:creationId xmlns:a16="http://schemas.microsoft.com/office/drawing/2014/main" id="{B889B7A9-B72D-46FA-97B4-E7D9C6C52249}"/>
              </a:ext>
            </a:extLst>
          </p:cNvPr>
          <p:cNvSpPr/>
          <p:nvPr userDrawn="1"/>
        </p:nvSpPr>
        <p:spPr>
          <a:xfrm>
            <a:off x="20193" y="5726619"/>
            <a:ext cx="645414" cy="395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hlinkClick r:id="rId26" action="ppaction://hlinksldjump"/>
            <a:extLst>
              <a:ext uri="{FF2B5EF4-FFF2-40B4-BE49-F238E27FC236}">
                <a16:creationId xmlns:a16="http://schemas.microsoft.com/office/drawing/2014/main" id="{C983361E-9EFA-45B3-8207-AED4D4ECDD98}"/>
              </a:ext>
            </a:extLst>
          </p:cNvPr>
          <p:cNvSpPr/>
          <p:nvPr userDrawn="1"/>
        </p:nvSpPr>
        <p:spPr>
          <a:xfrm>
            <a:off x="675762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>
            <a:hlinkClick r:id="rId27" action="ppaction://hlinksldjump"/>
            <a:extLst>
              <a:ext uri="{FF2B5EF4-FFF2-40B4-BE49-F238E27FC236}">
                <a16:creationId xmlns:a16="http://schemas.microsoft.com/office/drawing/2014/main" id="{84AB8FEE-8EBF-4615-A0B2-4CE74DE26313}"/>
              </a:ext>
            </a:extLst>
          </p:cNvPr>
          <p:cNvSpPr/>
          <p:nvPr userDrawn="1"/>
        </p:nvSpPr>
        <p:spPr>
          <a:xfrm>
            <a:off x="1301558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직사각형 159">
            <a:hlinkClick r:id="rId28" action="ppaction://hlinksldjump"/>
            <a:extLst>
              <a:ext uri="{FF2B5EF4-FFF2-40B4-BE49-F238E27FC236}">
                <a16:creationId xmlns:a16="http://schemas.microsoft.com/office/drawing/2014/main" id="{1B27D59B-D3BE-46C2-B473-7DCAB1B14173}"/>
              </a:ext>
            </a:extLst>
          </p:cNvPr>
          <p:cNvSpPr/>
          <p:nvPr userDrawn="1"/>
        </p:nvSpPr>
        <p:spPr>
          <a:xfrm>
            <a:off x="1927354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1" name="직사각형 160">
            <a:hlinkClick r:id="rId29" action="ppaction://hlinksldjump"/>
            <a:extLst>
              <a:ext uri="{FF2B5EF4-FFF2-40B4-BE49-F238E27FC236}">
                <a16:creationId xmlns:a16="http://schemas.microsoft.com/office/drawing/2014/main" id="{C1D11BB1-E498-4FCB-A024-08F6F060978E}"/>
              </a:ext>
            </a:extLst>
          </p:cNvPr>
          <p:cNvSpPr/>
          <p:nvPr userDrawn="1"/>
        </p:nvSpPr>
        <p:spPr>
          <a:xfrm>
            <a:off x="2553150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hlinkClick r:id="rId30" action="ppaction://hlinksldjump"/>
            <a:extLst>
              <a:ext uri="{FF2B5EF4-FFF2-40B4-BE49-F238E27FC236}">
                <a16:creationId xmlns:a16="http://schemas.microsoft.com/office/drawing/2014/main" id="{1B6BAE7D-99B0-409E-98D1-A980925C51CE}"/>
              </a:ext>
            </a:extLst>
          </p:cNvPr>
          <p:cNvSpPr/>
          <p:nvPr userDrawn="1"/>
        </p:nvSpPr>
        <p:spPr>
          <a:xfrm>
            <a:off x="3178946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직사각형 162">
            <a:hlinkClick r:id="rId31" action="ppaction://hlinksldjump"/>
            <a:extLst>
              <a:ext uri="{FF2B5EF4-FFF2-40B4-BE49-F238E27FC236}">
                <a16:creationId xmlns:a16="http://schemas.microsoft.com/office/drawing/2014/main" id="{1B16A3B5-3325-4BAD-BB96-2A4FDC780885}"/>
              </a:ext>
            </a:extLst>
          </p:cNvPr>
          <p:cNvSpPr/>
          <p:nvPr userDrawn="1"/>
        </p:nvSpPr>
        <p:spPr>
          <a:xfrm>
            <a:off x="3804742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직사각형 163">
            <a:hlinkClick r:id="rId32" action="ppaction://hlinksldjump"/>
            <a:extLst>
              <a:ext uri="{FF2B5EF4-FFF2-40B4-BE49-F238E27FC236}">
                <a16:creationId xmlns:a16="http://schemas.microsoft.com/office/drawing/2014/main" id="{3F3D68D0-B428-4E5D-B8CA-ABB01C1AD83D}"/>
              </a:ext>
            </a:extLst>
          </p:cNvPr>
          <p:cNvSpPr/>
          <p:nvPr userDrawn="1"/>
        </p:nvSpPr>
        <p:spPr>
          <a:xfrm>
            <a:off x="4430538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A0F77A22-BCFD-4930-9A79-2CFF749BE741}"/>
              </a:ext>
            </a:extLst>
          </p:cNvPr>
          <p:cNvSpPr/>
          <p:nvPr userDrawn="1"/>
        </p:nvSpPr>
        <p:spPr>
          <a:xfrm>
            <a:off x="5056334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직사각형 165">
            <a:hlinkClick r:id="rId34" action="ppaction://hlinksldjump"/>
            <a:extLst>
              <a:ext uri="{FF2B5EF4-FFF2-40B4-BE49-F238E27FC236}">
                <a16:creationId xmlns:a16="http://schemas.microsoft.com/office/drawing/2014/main" id="{CD6A5F76-36C6-4BD8-B6EE-3647075182A8}"/>
              </a:ext>
            </a:extLst>
          </p:cNvPr>
          <p:cNvSpPr/>
          <p:nvPr userDrawn="1"/>
        </p:nvSpPr>
        <p:spPr>
          <a:xfrm>
            <a:off x="5682128" y="533329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직사각형 166">
            <a:hlinkClick r:id="rId35" action="ppaction://hlinksldjump"/>
            <a:extLst>
              <a:ext uri="{FF2B5EF4-FFF2-40B4-BE49-F238E27FC236}">
                <a16:creationId xmlns:a16="http://schemas.microsoft.com/office/drawing/2014/main" id="{704448EC-52A5-4181-BECC-A7E1692EC399}"/>
              </a:ext>
            </a:extLst>
          </p:cNvPr>
          <p:cNvSpPr/>
          <p:nvPr userDrawn="1"/>
        </p:nvSpPr>
        <p:spPr>
          <a:xfrm>
            <a:off x="675762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직사각형 167">
            <a:hlinkClick r:id="rId36" action="ppaction://hlinksldjump"/>
            <a:extLst>
              <a:ext uri="{FF2B5EF4-FFF2-40B4-BE49-F238E27FC236}">
                <a16:creationId xmlns:a16="http://schemas.microsoft.com/office/drawing/2014/main" id="{44D141ED-13A7-45D2-B872-F8A55BDFFA13}"/>
              </a:ext>
            </a:extLst>
          </p:cNvPr>
          <p:cNvSpPr/>
          <p:nvPr userDrawn="1"/>
        </p:nvSpPr>
        <p:spPr>
          <a:xfrm>
            <a:off x="1301558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직사각형 168">
            <a:hlinkClick r:id="rId37" action="ppaction://hlinksldjump"/>
            <a:extLst>
              <a:ext uri="{FF2B5EF4-FFF2-40B4-BE49-F238E27FC236}">
                <a16:creationId xmlns:a16="http://schemas.microsoft.com/office/drawing/2014/main" id="{165BE42E-7ABF-4715-8E30-5A679F575098}"/>
              </a:ext>
            </a:extLst>
          </p:cNvPr>
          <p:cNvSpPr/>
          <p:nvPr userDrawn="1"/>
        </p:nvSpPr>
        <p:spPr>
          <a:xfrm>
            <a:off x="1927354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직사각형 169">
            <a:hlinkClick r:id="rId38" action="ppaction://hlinksldjump"/>
            <a:extLst>
              <a:ext uri="{FF2B5EF4-FFF2-40B4-BE49-F238E27FC236}">
                <a16:creationId xmlns:a16="http://schemas.microsoft.com/office/drawing/2014/main" id="{352B3413-13C4-4422-A98C-097FE829E092}"/>
              </a:ext>
            </a:extLst>
          </p:cNvPr>
          <p:cNvSpPr/>
          <p:nvPr userDrawn="1"/>
        </p:nvSpPr>
        <p:spPr>
          <a:xfrm>
            <a:off x="2553150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직사각형 170">
            <a:hlinkClick r:id="rId39" action="ppaction://hlinksldjump"/>
            <a:extLst>
              <a:ext uri="{FF2B5EF4-FFF2-40B4-BE49-F238E27FC236}">
                <a16:creationId xmlns:a16="http://schemas.microsoft.com/office/drawing/2014/main" id="{3430E084-D3E6-4575-B375-776D0385A7F4}"/>
              </a:ext>
            </a:extLst>
          </p:cNvPr>
          <p:cNvSpPr/>
          <p:nvPr userDrawn="1"/>
        </p:nvSpPr>
        <p:spPr>
          <a:xfrm>
            <a:off x="3178946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직사각형 171">
            <a:hlinkClick r:id="rId40" action="ppaction://hlinksldjump"/>
            <a:extLst>
              <a:ext uri="{FF2B5EF4-FFF2-40B4-BE49-F238E27FC236}">
                <a16:creationId xmlns:a16="http://schemas.microsoft.com/office/drawing/2014/main" id="{AED9446F-239B-4654-8364-91C4CD7D3A65}"/>
              </a:ext>
            </a:extLst>
          </p:cNvPr>
          <p:cNvSpPr/>
          <p:nvPr userDrawn="1"/>
        </p:nvSpPr>
        <p:spPr>
          <a:xfrm>
            <a:off x="3804742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직사각형 172">
            <a:hlinkClick r:id="rId41" action="ppaction://hlinksldjump"/>
            <a:extLst>
              <a:ext uri="{FF2B5EF4-FFF2-40B4-BE49-F238E27FC236}">
                <a16:creationId xmlns:a16="http://schemas.microsoft.com/office/drawing/2014/main" id="{18549128-BB02-460B-ACCF-9D6E68A76732}"/>
              </a:ext>
            </a:extLst>
          </p:cNvPr>
          <p:cNvSpPr/>
          <p:nvPr userDrawn="1"/>
        </p:nvSpPr>
        <p:spPr>
          <a:xfrm>
            <a:off x="4430538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직사각형 173">
            <a:hlinkClick r:id="rId42" action="ppaction://hlinksldjump"/>
            <a:extLst>
              <a:ext uri="{FF2B5EF4-FFF2-40B4-BE49-F238E27FC236}">
                <a16:creationId xmlns:a16="http://schemas.microsoft.com/office/drawing/2014/main" id="{916BEA65-F983-42B0-869A-3B0FEED0D991}"/>
              </a:ext>
            </a:extLst>
          </p:cNvPr>
          <p:cNvSpPr/>
          <p:nvPr userDrawn="1"/>
        </p:nvSpPr>
        <p:spPr>
          <a:xfrm>
            <a:off x="5056334" y="1046614"/>
            <a:ext cx="612532" cy="4333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hlinkClick r:id="rId17" action="ppaction://hlinksldjump"/>
            <a:extLst>
              <a:ext uri="{FF2B5EF4-FFF2-40B4-BE49-F238E27FC236}">
                <a16:creationId xmlns:a16="http://schemas.microsoft.com/office/drawing/2014/main" id="{97D24392-F1FA-4230-B82C-ABD69E7C559B}"/>
              </a:ext>
            </a:extLst>
          </p:cNvPr>
          <p:cNvSpPr/>
          <p:nvPr userDrawn="1"/>
        </p:nvSpPr>
        <p:spPr>
          <a:xfrm>
            <a:off x="11536918" y="2605433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직사각형 176">
            <a:hlinkClick r:id="rId25" action="ppaction://hlinksldjump"/>
            <a:extLst>
              <a:ext uri="{FF2B5EF4-FFF2-40B4-BE49-F238E27FC236}">
                <a16:creationId xmlns:a16="http://schemas.microsoft.com/office/drawing/2014/main" id="{6C6FB0B1-9FC0-4981-8964-C75741460BEB}"/>
              </a:ext>
            </a:extLst>
          </p:cNvPr>
          <p:cNvSpPr/>
          <p:nvPr userDrawn="1"/>
        </p:nvSpPr>
        <p:spPr>
          <a:xfrm>
            <a:off x="11536918" y="3412709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직사각형 177">
            <a:hlinkClick r:id="rId18" action="ppaction://hlinksldjump"/>
            <a:extLst>
              <a:ext uri="{FF2B5EF4-FFF2-40B4-BE49-F238E27FC236}">
                <a16:creationId xmlns:a16="http://schemas.microsoft.com/office/drawing/2014/main" id="{43BDBF28-3AD9-4BDB-A0F1-02634EE4156E}"/>
              </a:ext>
            </a:extLst>
          </p:cNvPr>
          <p:cNvSpPr/>
          <p:nvPr userDrawn="1"/>
        </p:nvSpPr>
        <p:spPr>
          <a:xfrm>
            <a:off x="11536918" y="3816347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9" name="직사각형 178">
            <a:hlinkClick r:id="rId19" action="ppaction://hlinksldjump"/>
            <a:extLst>
              <a:ext uri="{FF2B5EF4-FFF2-40B4-BE49-F238E27FC236}">
                <a16:creationId xmlns:a16="http://schemas.microsoft.com/office/drawing/2014/main" id="{EE644CBB-A1F7-42FD-8A71-F5EB133705DC}"/>
              </a:ext>
            </a:extLst>
          </p:cNvPr>
          <p:cNvSpPr/>
          <p:nvPr userDrawn="1"/>
        </p:nvSpPr>
        <p:spPr>
          <a:xfrm>
            <a:off x="11536918" y="4219985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직사각형 179">
            <a:hlinkClick r:id="rId23" action="ppaction://hlinksldjump"/>
            <a:extLst>
              <a:ext uri="{FF2B5EF4-FFF2-40B4-BE49-F238E27FC236}">
                <a16:creationId xmlns:a16="http://schemas.microsoft.com/office/drawing/2014/main" id="{0E992F77-C48D-40BA-A795-7777A22592FD}"/>
              </a:ext>
            </a:extLst>
          </p:cNvPr>
          <p:cNvSpPr/>
          <p:nvPr userDrawn="1"/>
        </p:nvSpPr>
        <p:spPr>
          <a:xfrm>
            <a:off x="11536918" y="4623623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1" name="직사각형 180">
            <a:hlinkClick r:id="rId20" action="ppaction://hlinksldjump"/>
            <a:extLst>
              <a:ext uri="{FF2B5EF4-FFF2-40B4-BE49-F238E27FC236}">
                <a16:creationId xmlns:a16="http://schemas.microsoft.com/office/drawing/2014/main" id="{80DB8943-8C9F-453C-9EBA-086BDB2EE867}"/>
              </a:ext>
            </a:extLst>
          </p:cNvPr>
          <p:cNvSpPr/>
          <p:nvPr userDrawn="1"/>
        </p:nvSpPr>
        <p:spPr>
          <a:xfrm>
            <a:off x="11536918" y="5027261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>
            <a:hlinkClick r:id="rId21" action="ppaction://hlinksldjump"/>
            <a:extLst>
              <a:ext uri="{FF2B5EF4-FFF2-40B4-BE49-F238E27FC236}">
                <a16:creationId xmlns:a16="http://schemas.microsoft.com/office/drawing/2014/main" id="{4201BEF4-C1D7-4C0A-BE8F-A2E710D0002D}"/>
              </a:ext>
            </a:extLst>
          </p:cNvPr>
          <p:cNvSpPr/>
          <p:nvPr userDrawn="1"/>
        </p:nvSpPr>
        <p:spPr>
          <a:xfrm>
            <a:off x="11536918" y="5430899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직사각형 182">
            <a:hlinkClick r:id="rId22" action="ppaction://hlinksldjump"/>
            <a:extLst>
              <a:ext uri="{FF2B5EF4-FFF2-40B4-BE49-F238E27FC236}">
                <a16:creationId xmlns:a16="http://schemas.microsoft.com/office/drawing/2014/main" id="{D8FA21EF-54E6-4D18-96B6-7EEC77917729}"/>
              </a:ext>
            </a:extLst>
          </p:cNvPr>
          <p:cNvSpPr/>
          <p:nvPr userDrawn="1"/>
        </p:nvSpPr>
        <p:spPr>
          <a:xfrm>
            <a:off x="11536918" y="5834537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직사각형 183">
            <a:hlinkClick r:id="rId24" action="ppaction://hlinksldjump"/>
            <a:extLst>
              <a:ext uri="{FF2B5EF4-FFF2-40B4-BE49-F238E27FC236}">
                <a16:creationId xmlns:a16="http://schemas.microsoft.com/office/drawing/2014/main" id="{1BD5D983-E25E-4D04-9B72-495670C05D1A}"/>
              </a:ext>
            </a:extLst>
          </p:cNvPr>
          <p:cNvSpPr/>
          <p:nvPr userDrawn="1"/>
        </p:nvSpPr>
        <p:spPr>
          <a:xfrm>
            <a:off x="11536918" y="6238178"/>
            <a:ext cx="633889" cy="3762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hlinkClick r:id="rId43" action="ppaction://hlinksldjump"/>
            <a:extLst>
              <a:ext uri="{FF2B5EF4-FFF2-40B4-BE49-F238E27FC236}">
                <a16:creationId xmlns:a16="http://schemas.microsoft.com/office/drawing/2014/main" id="{A88B1CBB-B892-41DC-AFA9-EF43334B06A2}"/>
              </a:ext>
            </a:extLst>
          </p:cNvPr>
          <p:cNvSpPr/>
          <p:nvPr userDrawn="1"/>
        </p:nvSpPr>
        <p:spPr>
          <a:xfrm>
            <a:off x="6518714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직사각형 184">
            <a:hlinkClick r:id="rId44" action="ppaction://hlinksldjump"/>
            <a:extLst>
              <a:ext uri="{FF2B5EF4-FFF2-40B4-BE49-F238E27FC236}">
                <a16:creationId xmlns:a16="http://schemas.microsoft.com/office/drawing/2014/main" id="{2E88F3BB-C3E1-4DB3-A514-052D05E22F5F}"/>
              </a:ext>
            </a:extLst>
          </p:cNvPr>
          <p:cNvSpPr/>
          <p:nvPr userDrawn="1"/>
        </p:nvSpPr>
        <p:spPr>
          <a:xfrm>
            <a:off x="7143492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직사각형 185">
            <a:hlinkClick r:id="rId45" action="ppaction://hlinksldjump"/>
            <a:extLst>
              <a:ext uri="{FF2B5EF4-FFF2-40B4-BE49-F238E27FC236}">
                <a16:creationId xmlns:a16="http://schemas.microsoft.com/office/drawing/2014/main" id="{124D6685-3E5B-4C9A-84EE-67AD2FA173E4}"/>
              </a:ext>
            </a:extLst>
          </p:cNvPr>
          <p:cNvSpPr/>
          <p:nvPr userDrawn="1"/>
        </p:nvSpPr>
        <p:spPr>
          <a:xfrm>
            <a:off x="7768270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직사각형 186">
            <a:hlinkClick r:id="rId46" action="ppaction://hlinksldjump"/>
            <a:extLst>
              <a:ext uri="{FF2B5EF4-FFF2-40B4-BE49-F238E27FC236}">
                <a16:creationId xmlns:a16="http://schemas.microsoft.com/office/drawing/2014/main" id="{6EDCC184-2408-4B0E-82EB-C0697F91E4ED}"/>
              </a:ext>
            </a:extLst>
          </p:cNvPr>
          <p:cNvSpPr/>
          <p:nvPr userDrawn="1"/>
        </p:nvSpPr>
        <p:spPr>
          <a:xfrm>
            <a:off x="8393048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직사각형 187">
            <a:hlinkClick r:id="rId47" action="ppaction://hlinksldjump"/>
            <a:extLst>
              <a:ext uri="{FF2B5EF4-FFF2-40B4-BE49-F238E27FC236}">
                <a16:creationId xmlns:a16="http://schemas.microsoft.com/office/drawing/2014/main" id="{BCD08621-7EF9-4122-A8DD-9DC841442D75}"/>
              </a:ext>
            </a:extLst>
          </p:cNvPr>
          <p:cNvSpPr/>
          <p:nvPr userDrawn="1"/>
        </p:nvSpPr>
        <p:spPr>
          <a:xfrm>
            <a:off x="9017826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9" name="직사각형 188">
            <a:hlinkClick r:id="rId48" action="ppaction://hlinksldjump"/>
            <a:extLst>
              <a:ext uri="{FF2B5EF4-FFF2-40B4-BE49-F238E27FC236}">
                <a16:creationId xmlns:a16="http://schemas.microsoft.com/office/drawing/2014/main" id="{960BDC64-51BE-4C60-90BB-5CCFA8F5DE5A}"/>
              </a:ext>
            </a:extLst>
          </p:cNvPr>
          <p:cNvSpPr/>
          <p:nvPr userDrawn="1"/>
        </p:nvSpPr>
        <p:spPr>
          <a:xfrm>
            <a:off x="9642604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직사각형 189">
            <a:hlinkClick r:id="rId49" action="ppaction://hlinksldjump"/>
            <a:extLst>
              <a:ext uri="{FF2B5EF4-FFF2-40B4-BE49-F238E27FC236}">
                <a16:creationId xmlns:a16="http://schemas.microsoft.com/office/drawing/2014/main" id="{A35CC864-D008-4E92-819C-7B61A931DF12}"/>
              </a:ext>
            </a:extLst>
          </p:cNvPr>
          <p:cNvSpPr/>
          <p:nvPr userDrawn="1"/>
        </p:nvSpPr>
        <p:spPr>
          <a:xfrm>
            <a:off x="10267382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직사각형 190">
            <a:hlinkClick r:id="rId50" action="ppaction://hlinksldjump"/>
            <a:extLst>
              <a:ext uri="{FF2B5EF4-FFF2-40B4-BE49-F238E27FC236}">
                <a16:creationId xmlns:a16="http://schemas.microsoft.com/office/drawing/2014/main" id="{77DE98CA-682A-46AD-8475-8A472E3862F9}"/>
              </a:ext>
            </a:extLst>
          </p:cNvPr>
          <p:cNvSpPr/>
          <p:nvPr userDrawn="1"/>
        </p:nvSpPr>
        <p:spPr>
          <a:xfrm>
            <a:off x="10892161" y="1009717"/>
            <a:ext cx="617378" cy="4530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2" name="직사각형 191">
            <a:hlinkClick r:id="rId52" action="ppaction://hlinksldjump"/>
            <a:extLst>
              <a:ext uri="{FF2B5EF4-FFF2-40B4-BE49-F238E27FC236}">
                <a16:creationId xmlns:a16="http://schemas.microsoft.com/office/drawing/2014/main" id="{B65B878F-03EE-4B5A-B2A5-9B4A419349D1}"/>
              </a:ext>
            </a:extLst>
          </p:cNvPr>
          <p:cNvSpPr/>
          <p:nvPr userDrawn="1"/>
        </p:nvSpPr>
        <p:spPr>
          <a:xfrm>
            <a:off x="6516029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3" name="직사각형 192">
            <a:hlinkClick r:id="rId53" action="ppaction://hlinksldjump"/>
            <a:extLst>
              <a:ext uri="{FF2B5EF4-FFF2-40B4-BE49-F238E27FC236}">
                <a16:creationId xmlns:a16="http://schemas.microsoft.com/office/drawing/2014/main" id="{5DD35DEA-1B1C-4806-A301-C96BD6621AD2}"/>
              </a:ext>
            </a:extLst>
          </p:cNvPr>
          <p:cNvSpPr/>
          <p:nvPr userDrawn="1"/>
        </p:nvSpPr>
        <p:spPr>
          <a:xfrm>
            <a:off x="7141191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4" name="직사각형 193">
            <a:hlinkClick r:id="rId54" action="ppaction://hlinksldjump"/>
            <a:extLst>
              <a:ext uri="{FF2B5EF4-FFF2-40B4-BE49-F238E27FC236}">
                <a16:creationId xmlns:a16="http://schemas.microsoft.com/office/drawing/2014/main" id="{F5527B32-0516-4765-A405-70206A542A97}"/>
              </a:ext>
            </a:extLst>
          </p:cNvPr>
          <p:cNvSpPr/>
          <p:nvPr userDrawn="1"/>
        </p:nvSpPr>
        <p:spPr>
          <a:xfrm>
            <a:off x="7766353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5" name="직사각형 194">
            <a:hlinkClick r:id="rId55" action="ppaction://hlinksldjump"/>
            <a:extLst>
              <a:ext uri="{FF2B5EF4-FFF2-40B4-BE49-F238E27FC236}">
                <a16:creationId xmlns:a16="http://schemas.microsoft.com/office/drawing/2014/main" id="{43A1E8B2-5877-4933-A1C3-EDBB2A6034AF}"/>
              </a:ext>
            </a:extLst>
          </p:cNvPr>
          <p:cNvSpPr/>
          <p:nvPr userDrawn="1"/>
        </p:nvSpPr>
        <p:spPr>
          <a:xfrm>
            <a:off x="8391515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6" name="직사각형 195">
            <a:hlinkClick r:id="rId56" action="ppaction://hlinksldjump"/>
            <a:extLst>
              <a:ext uri="{FF2B5EF4-FFF2-40B4-BE49-F238E27FC236}">
                <a16:creationId xmlns:a16="http://schemas.microsoft.com/office/drawing/2014/main" id="{9CF4A961-EEA2-4FAE-A0DE-D588D96E01E4}"/>
              </a:ext>
            </a:extLst>
          </p:cNvPr>
          <p:cNvSpPr/>
          <p:nvPr userDrawn="1"/>
        </p:nvSpPr>
        <p:spPr>
          <a:xfrm>
            <a:off x="9016677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7" name="직사각형 196">
            <a:hlinkClick r:id="rId57" action="ppaction://hlinksldjump"/>
            <a:extLst>
              <a:ext uri="{FF2B5EF4-FFF2-40B4-BE49-F238E27FC236}">
                <a16:creationId xmlns:a16="http://schemas.microsoft.com/office/drawing/2014/main" id="{F756D09D-82BB-4790-AA7A-E41591CAB508}"/>
              </a:ext>
            </a:extLst>
          </p:cNvPr>
          <p:cNvSpPr/>
          <p:nvPr userDrawn="1"/>
        </p:nvSpPr>
        <p:spPr>
          <a:xfrm>
            <a:off x="9641839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직사각형 197">
            <a:hlinkClick r:id="rId58" action="ppaction://hlinksldjump"/>
            <a:extLst>
              <a:ext uri="{FF2B5EF4-FFF2-40B4-BE49-F238E27FC236}">
                <a16:creationId xmlns:a16="http://schemas.microsoft.com/office/drawing/2014/main" id="{CFEB768C-7232-4BF3-9B50-938779FC871F}"/>
              </a:ext>
            </a:extLst>
          </p:cNvPr>
          <p:cNvSpPr/>
          <p:nvPr userDrawn="1"/>
        </p:nvSpPr>
        <p:spPr>
          <a:xfrm>
            <a:off x="10267001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9" name="직사각형 198">
            <a:hlinkClick r:id="rId59" action="ppaction://hlinksldjump"/>
            <a:extLst>
              <a:ext uri="{FF2B5EF4-FFF2-40B4-BE49-F238E27FC236}">
                <a16:creationId xmlns:a16="http://schemas.microsoft.com/office/drawing/2014/main" id="{04DED855-7B8D-43F5-B72E-C2A30DB7A797}"/>
              </a:ext>
            </a:extLst>
          </p:cNvPr>
          <p:cNvSpPr/>
          <p:nvPr userDrawn="1"/>
        </p:nvSpPr>
        <p:spPr>
          <a:xfrm>
            <a:off x="10892161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" name="직사각형 199">
            <a:hlinkClick r:id="rId51" action="ppaction://hlinksldjump"/>
            <a:extLst>
              <a:ext uri="{FF2B5EF4-FFF2-40B4-BE49-F238E27FC236}">
                <a16:creationId xmlns:a16="http://schemas.microsoft.com/office/drawing/2014/main" id="{E8A4C0D3-9CB7-47C0-AD47-4BCAC212149D}"/>
              </a:ext>
            </a:extLst>
          </p:cNvPr>
          <p:cNvSpPr/>
          <p:nvPr userDrawn="1"/>
        </p:nvSpPr>
        <p:spPr>
          <a:xfrm>
            <a:off x="5890867" y="1535422"/>
            <a:ext cx="617378" cy="4118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6">
            <a:hlinkClick r:id="rId5" action="ppaction://hlinksldjump"/>
            <a:extLst>
              <a:ext uri="{FF2B5EF4-FFF2-40B4-BE49-F238E27FC236}">
                <a16:creationId xmlns:a16="http://schemas.microsoft.com/office/drawing/2014/main" id="{2719D0C1-951F-478A-89DA-62F2C444929C}"/>
              </a:ext>
            </a:extLst>
          </p:cNvPr>
          <p:cNvSpPr/>
          <p:nvPr userDrawn="1"/>
        </p:nvSpPr>
        <p:spPr>
          <a:xfrm>
            <a:off x="-3354" y="512282"/>
            <a:ext cx="668961" cy="1544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직사각형 8">
            <a:hlinkClick r:id="rId6" action="ppaction://hlinksldjump"/>
            <a:extLst>
              <a:ext uri="{FF2B5EF4-FFF2-40B4-BE49-F238E27FC236}">
                <a16:creationId xmlns:a16="http://schemas.microsoft.com/office/drawing/2014/main" id="{758CEF0C-5D9E-4E7C-94CC-6E236A5CC141}"/>
              </a:ext>
            </a:extLst>
          </p:cNvPr>
          <p:cNvSpPr/>
          <p:nvPr userDrawn="1"/>
        </p:nvSpPr>
        <p:spPr>
          <a:xfrm>
            <a:off x="11536918" y="1009717"/>
            <a:ext cx="651275" cy="157319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>
            <a:hlinkClick r:id="rId60" action="ppaction://hlinksldjump"/>
            <a:extLst>
              <a:ext uri="{FF2B5EF4-FFF2-40B4-BE49-F238E27FC236}">
                <a16:creationId xmlns:a16="http://schemas.microsoft.com/office/drawing/2014/main" id="{C7DC4F2D-1EF3-4B53-B276-71F965B3F38F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직사각형 140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A0DE8569-369B-44CF-B19E-5485BB58A5E7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214054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1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C5A8FA87-27E4-4440-91D6-0D2DA6C4CD7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" y="337"/>
            <a:ext cx="12191980" cy="6857314"/>
          </a:xfrm>
          <a:prstGeom prst="rect">
            <a:avLst/>
          </a:prstGeom>
        </p:spPr>
      </p:pic>
      <p:sp>
        <p:nvSpPr>
          <p:cNvPr id="48" name="제목 개체 틀 11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A8F970AA-69E0-41C4-965E-758D30758FE5}"/>
              </a:ext>
            </a:extLst>
          </p:cNvPr>
          <p:cNvSpPr txBox="1">
            <a:spLocks/>
          </p:cNvSpPr>
          <p:nvPr userDrawn="1"/>
        </p:nvSpPr>
        <p:spPr>
          <a:xfrm>
            <a:off x="9124055" y="-1"/>
            <a:ext cx="1004276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제목으로 이동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sp>
        <p:nvSpPr>
          <p:cNvPr id="49" name="제목 개체 틀 11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73F5F688-C209-440F-968E-872F8C52FED2}"/>
              </a:ext>
            </a:extLst>
          </p:cNvPr>
          <p:cNvSpPr txBox="1">
            <a:spLocks/>
          </p:cNvSpPr>
          <p:nvPr userDrawn="1"/>
        </p:nvSpPr>
        <p:spPr>
          <a:xfrm>
            <a:off x="10276822" y="-1"/>
            <a:ext cx="1238739" cy="3477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00" b="1" kern="1200">
                <a:solidFill>
                  <a:schemeClr val="bg1"/>
                </a:solidFill>
                <a:latin typeface="+mn-ea"/>
                <a:ea typeface="+mn-ea"/>
                <a:cs typeface="+mj-cs"/>
              </a:defRPr>
            </a:lvl1pPr>
          </a:lstStyle>
          <a:p>
            <a:pPr algn="ctr">
              <a:lnSpc>
                <a:spcPct val="170000"/>
              </a:lnSpc>
            </a:pPr>
            <a:r>
              <a:rPr kumimoji="1" lang="ko-KR" altLang="en-US" sz="700" b="1" dirty="0">
                <a:solidFill>
                  <a:schemeClr val="tx1"/>
                </a:solidFill>
              </a:rPr>
              <a:t>         마지막 본 슬라이드</a:t>
            </a:r>
            <a:endParaRPr kumimoji="1" lang="ko-Kore-KR" altLang="en-US" sz="700" b="1" dirty="0">
              <a:solidFill>
                <a:schemeClr val="tx1"/>
              </a:solidFill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B9DF464-36A0-44EA-B61A-A92A8AD6EBC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808" t="11504" r="8871" b="8120"/>
          <a:stretch/>
        </p:blipFill>
        <p:spPr>
          <a:xfrm>
            <a:off x="951978" y="789140"/>
            <a:ext cx="10158608" cy="5511452"/>
          </a:xfrm>
          <a:prstGeom prst="rect">
            <a:avLst/>
          </a:prstGeom>
        </p:spPr>
      </p:pic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2D3258B1-AA9F-4C81-A649-51DEC8C98D6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845490" y="175364"/>
            <a:ext cx="4396636" cy="347785"/>
          </a:xfrm>
          <a:prstGeom prst="rect">
            <a:avLst/>
          </a:prstGeom>
        </p:spPr>
      </p:pic>
      <p:sp>
        <p:nvSpPr>
          <p:cNvPr id="9" name="직사각형 8">
            <a:hlinkClick r:id="rId6" action="ppaction://hlinksldjump"/>
            <a:extLst>
              <a:ext uri="{FF2B5EF4-FFF2-40B4-BE49-F238E27FC236}">
                <a16:creationId xmlns:a16="http://schemas.microsoft.com/office/drawing/2014/main" id="{94CD6817-F174-4860-A4F7-6F9828F46897}"/>
              </a:ext>
            </a:extLst>
          </p:cNvPr>
          <p:cNvSpPr/>
          <p:nvPr userDrawn="1"/>
        </p:nvSpPr>
        <p:spPr>
          <a:xfrm>
            <a:off x="9124055" y="-1"/>
            <a:ext cx="1004276" cy="3543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>
            <a:hlinkClick r:id="" action="ppaction://hlinkshowjump?jump=lastslideviewed"/>
            <a:extLst>
              <a:ext uri="{FF2B5EF4-FFF2-40B4-BE49-F238E27FC236}">
                <a16:creationId xmlns:a16="http://schemas.microsoft.com/office/drawing/2014/main" id="{90BDBCFB-8EE4-449C-96B7-ECD8E454257F}"/>
              </a:ext>
            </a:extLst>
          </p:cNvPr>
          <p:cNvSpPr/>
          <p:nvPr userDrawn="1"/>
        </p:nvSpPr>
        <p:spPr>
          <a:xfrm>
            <a:off x="10276822" y="-1"/>
            <a:ext cx="1238729" cy="3539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655167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3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100" b="1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ore-K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7" Type="http://schemas.openxmlformats.org/officeDocument/2006/relationships/image" Target="../media/image92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5" Type="http://schemas.openxmlformats.org/officeDocument/2006/relationships/image" Target="../media/image91.png"/><Relationship Id="rId4" Type="http://schemas.openxmlformats.org/officeDocument/2006/relationships/slide" Target="slide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.xml"/><Relationship Id="rId4" Type="http://schemas.openxmlformats.org/officeDocument/2006/relationships/slide" Target="slide39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" Target="slide107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.xml"/><Relationship Id="rId6" Type="http://schemas.openxmlformats.org/officeDocument/2006/relationships/slide" Target="slide191.xml"/><Relationship Id="rId5" Type="http://schemas.openxmlformats.org/officeDocument/2006/relationships/slide" Target="slide41.xml"/><Relationship Id="rId4" Type="http://schemas.openxmlformats.org/officeDocument/2006/relationships/slide" Target="slide4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96.png"/><Relationship Id="rId4" Type="http://schemas.openxmlformats.org/officeDocument/2006/relationships/slide" Target="slide1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" Target="slide169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6.xml"/><Relationship Id="rId6" Type="http://schemas.openxmlformats.org/officeDocument/2006/relationships/slide" Target="slide168.xml"/><Relationship Id="rId5" Type="http://schemas.openxmlformats.org/officeDocument/2006/relationships/slide" Target="slide167.xml"/><Relationship Id="rId4" Type="http://schemas.openxmlformats.org/officeDocument/2006/relationships/image" Target="../media/image97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104.xml"/><Relationship Id="rId3" Type="http://schemas.openxmlformats.org/officeDocument/2006/relationships/image" Target="../media/image97.png"/><Relationship Id="rId7" Type="http://schemas.openxmlformats.org/officeDocument/2006/relationships/slide" Target="slide101.xml"/><Relationship Id="rId2" Type="http://schemas.openxmlformats.org/officeDocument/2006/relationships/slide" Target="slide100.xml"/><Relationship Id="rId1" Type="http://schemas.openxmlformats.org/officeDocument/2006/relationships/slideLayout" Target="../slideLayouts/slideLayout18.xml"/><Relationship Id="rId6" Type="http://schemas.openxmlformats.org/officeDocument/2006/relationships/slide" Target="slide97.xml"/><Relationship Id="rId11" Type="http://schemas.openxmlformats.org/officeDocument/2006/relationships/image" Target="../media/image98.png"/><Relationship Id="rId5" Type="http://schemas.openxmlformats.org/officeDocument/2006/relationships/slide" Target="slide99.xml"/><Relationship Id="rId10" Type="http://schemas.openxmlformats.org/officeDocument/2006/relationships/slide" Target="slide103.xml"/><Relationship Id="rId4" Type="http://schemas.openxmlformats.org/officeDocument/2006/relationships/slide" Target="slide98.xml"/><Relationship Id="rId9" Type="http://schemas.openxmlformats.org/officeDocument/2006/relationships/slide" Target="slide102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109.xml"/><Relationship Id="rId13" Type="http://schemas.openxmlformats.org/officeDocument/2006/relationships/slide" Target="slide115.xml"/><Relationship Id="rId3" Type="http://schemas.openxmlformats.org/officeDocument/2006/relationships/image" Target="../media/image97.png"/><Relationship Id="rId7" Type="http://schemas.openxmlformats.org/officeDocument/2006/relationships/slide" Target="slide108.xml"/><Relationship Id="rId12" Type="http://schemas.openxmlformats.org/officeDocument/2006/relationships/slide" Target="slide114.xml"/><Relationship Id="rId2" Type="http://schemas.openxmlformats.org/officeDocument/2006/relationships/slide" Target="slide107.xml"/><Relationship Id="rId1" Type="http://schemas.openxmlformats.org/officeDocument/2006/relationships/slideLayout" Target="../slideLayouts/slideLayout20.xml"/><Relationship Id="rId6" Type="http://schemas.openxmlformats.org/officeDocument/2006/relationships/slide" Target="slide110.xml"/><Relationship Id="rId11" Type="http://schemas.openxmlformats.org/officeDocument/2006/relationships/slide" Target="slide111.xml"/><Relationship Id="rId5" Type="http://schemas.openxmlformats.org/officeDocument/2006/relationships/slide" Target="slide106.xml"/><Relationship Id="rId10" Type="http://schemas.openxmlformats.org/officeDocument/2006/relationships/slide" Target="slide113.xml"/><Relationship Id="rId4" Type="http://schemas.openxmlformats.org/officeDocument/2006/relationships/slide" Target="slide105.xml"/><Relationship Id="rId9" Type="http://schemas.openxmlformats.org/officeDocument/2006/relationships/slide" Target="slide112.xml"/><Relationship Id="rId14" Type="http://schemas.openxmlformats.org/officeDocument/2006/relationships/image" Target="../media/image98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133.xml"/><Relationship Id="rId3" Type="http://schemas.openxmlformats.org/officeDocument/2006/relationships/image" Target="../media/image97.png"/><Relationship Id="rId7" Type="http://schemas.openxmlformats.org/officeDocument/2006/relationships/slide" Target="slide129.xml"/><Relationship Id="rId2" Type="http://schemas.openxmlformats.org/officeDocument/2006/relationships/slide" Target="slide128.xml"/><Relationship Id="rId1" Type="http://schemas.openxmlformats.org/officeDocument/2006/relationships/slideLayout" Target="../slideLayouts/slideLayout22.xml"/><Relationship Id="rId6" Type="http://schemas.openxmlformats.org/officeDocument/2006/relationships/slide" Target="slide130.xml"/><Relationship Id="rId11" Type="http://schemas.openxmlformats.org/officeDocument/2006/relationships/slide" Target="slide134.xml"/><Relationship Id="rId5" Type="http://schemas.openxmlformats.org/officeDocument/2006/relationships/slide" Target="slide127.xml"/><Relationship Id="rId10" Type="http://schemas.openxmlformats.org/officeDocument/2006/relationships/slide" Target="slide132.xml"/><Relationship Id="rId4" Type="http://schemas.openxmlformats.org/officeDocument/2006/relationships/slide" Target="slide126.xml"/><Relationship Id="rId9" Type="http://schemas.openxmlformats.org/officeDocument/2006/relationships/slide" Target="slide13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7" Type="http://schemas.openxmlformats.org/officeDocument/2006/relationships/slide" Target="slide63.xml"/><Relationship Id="rId2" Type="http://schemas.openxmlformats.org/officeDocument/2006/relationships/slide" Target="slide62.xml"/><Relationship Id="rId1" Type="http://schemas.openxmlformats.org/officeDocument/2006/relationships/slideLayout" Target="../slideLayouts/slideLayout24.xml"/><Relationship Id="rId6" Type="http://schemas.openxmlformats.org/officeDocument/2006/relationships/slide" Target="slide64.xml"/><Relationship Id="rId5" Type="http://schemas.openxmlformats.org/officeDocument/2006/relationships/slide" Target="slide61.xml"/><Relationship Id="rId4" Type="http://schemas.openxmlformats.org/officeDocument/2006/relationships/slide" Target="slide60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51.xml"/><Relationship Id="rId3" Type="http://schemas.openxmlformats.org/officeDocument/2006/relationships/image" Target="../media/image97.png"/><Relationship Id="rId7" Type="http://schemas.openxmlformats.org/officeDocument/2006/relationships/slide" Target="slide50.xml"/><Relationship Id="rId2" Type="http://schemas.openxmlformats.org/officeDocument/2006/relationships/slide" Target="slide49.xml"/><Relationship Id="rId1" Type="http://schemas.openxmlformats.org/officeDocument/2006/relationships/slideLayout" Target="../slideLayouts/slideLayout26.xml"/><Relationship Id="rId6" Type="http://schemas.openxmlformats.org/officeDocument/2006/relationships/slide" Target="slide52.xml"/><Relationship Id="rId5" Type="http://schemas.openxmlformats.org/officeDocument/2006/relationships/slide" Target="slide48.xml"/><Relationship Id="rId4" Type="http://schemas.openxmlformats.org/officeDocument/2006/relationships/slide" Target="slide47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97.png"/><Relationship Id="rId7" Type="http://schemas.openxmlformats.org/officeDocument/2006/relationships/slide" Target="slide59.xml"/><Relationship Id="rId2" Type="http://schemas.openxmlformats.org/officeDocument/2006/relationships/slide" Target="slide55.xml"/><Relationship Id="rId1" Type="http://schemas.openxmlformats.org/officeDocument/2006/relationships/slideLayout" Target="../slideLayouts/slideLayout28.xml"/><Relationship Id="rId6" Type="http://schemas.openxmlformats.org/officeDocument/2006/relationships/slide" Target="slide56.xml"/><Relationship Id="rId5" Type="http://schemas.openxmlformats.org/officeDocument/2006/relationships/slide" Target="slide54.xml"/><Relationship Id="rId4" Type="http://schemas.openxmlformats.org/officeDocument/2006/relationships/slide" Target="slide53.xml"/><Relationship Id="rId9" Type="http://schemas.openxmlformats.org/officeDocument/2006/relationships/slide" Target="slide58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148.xml"/><Relationship Id="rId3" Type="http://schemas.openxmlformats.org/officeDocument/2006/relationships/image" Target="../media/image97.png"/><Relationship Id="rId7" Type="http://schemas.openxmlformats.org/officeDocument/2006/relationships/slide" Target="slide147.xml"/><Relationship Id="rId2" Type="http://schemas.openxmlformats.org/officeDocument/2006/relationships/slide" Target="slide146.xml"/><Relationship Id="rId1" Type="http://schemas.openxmlformats.org/officeDocument/2006/relationships/slideLayout" Target="../slideLayouts/slideLayout30.xml"/><Relationship Id="rId6" Type="http://schemas.openxmlformats.org/officeDocument/2006/relationships/slide" Target="slide145.xml"/><Relationship Id="rId5" Type="http://schemas.openxmlformats.org/officeDocument/2006/relationships/slide" Target="slide144.xml"/><Relationship Id="rId10" Type="http://schemas.openxmlformats.org/officeDocument/2006/relationships/image" Target="../media/image98.png"/><Relationship Id="rId4" Type="http://schemas.openxmlformats.org/officeDocument/2006/relationships/slide" Target="slide143.xml"/><Relationship Id="rId9" Type="http://schemas.openxmlformats.org/officeDocument/2006/relationships/slide" Target="slide149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39.xml"/><Relationship Id="rId13" Type="http://schemas.openxmlformats.org/officeDocument/2006/relationships/slide" Target="slide46.xml"/><Relationship Id="rId3" Type="http://schemas.openxmlformats.org/officeDocument/2006/relationships/image" Target="../media/image97.png"/><Relationship Id="rId7" Type="http://schemas.openxmlformats.org/officeDocument/2006/relationships/slide" Target="slide38.xml"/><Relationship Id="rId12" Type="http://schemas.openxmlformats.org/officeDocument/2006/relationships/slide" Target="slide44.xml"/><Relationship Id="rId2" Type="http://schemas.openxmlformats.org/officeDocument/2006/relationships/slide" Target="slide37.xml"/><Relationship Id="rId1" Type="http://schemas.openxmlformats.org/officeDocument/2006/relationships/slideLayout" Target="../slideLayouts/slideLayout32.xml"/><Relationship Id="rId6" Type="http://schemas.openxmlformats.org/officeDocument/2006/relationships/slide" Target="slide40.xml"/><Relationship Id="rId11" Type="http://schemas.openxmlformats.org/officeDocument/2006/relationships/slide" Target="slide42.xml"/><Relationship Id="rId5" Type="http://schemas.openxmlformats.org/officeDocument/2006/relationships/slide" Target="slide36.xml"/><Relationship Id="rId10" Type="http://schemas.openxmlformats.org/officeDocument/2006/relationships/slide" Target="slide41.xml"/><Relationship Id="rId4" Type="http://schemas.openxmlformats.org/officeDocument/2006/relationships/slide" Target="slide35.xml"/><Relationship Id="rId9" Type="http://schemas.openxmlformats.org/officeDocument/2006/relationships/slide" Target="slide43.xml"/><Relationship Id="rId14" Type="http://schemas.openxmlformats.org/officeDocument/2006/relationships/slide" Target="slide45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85.xml"/><Relationship Id="rId13" Type="http://schemas.openxmlformats.org/officeDocument/2006/relationships/slide" Target="slide74.xml"/><Relationship Id="rId18" Type="http://schemas.openxmlformats.org/officeDocument/2006/relationships/image" Target="../media/image98.png"/><Relationship Id="rId3" Type="http://schemas.openxmlformats.org/officeDocument/2006/relationships/image" Target="../media/image99.png"/><Relationship Id="rId7" Type="http://schemas.openxmlformats.org/officeDocument/2006/relationships/slide" Target="slide81.xml"/><Relationship Id="rId12" Type="http://schemas.openxmlformats.org/officeDocument/2006/relationships/slide" Target="slide78.xml"/><Relationship Id="rId17" Type="http://schemas.openxmlformats.org/officeDocument/2006/relationships/slide" Target="slide84.xml"/><Relationship Id="rId2" Type="http://schemas.openxmlformats.org/officeDocument/2006/relationships/slide" Target="slide72.xml"/><Relationship Id="rId16" Type="http://schemas.openxmlformats.org/officeDocument/2006/relationships/slide" Target="slide79.xml"/><Relationship Id="rId1" Type="http://schemas.openxmlformats.org/officeDocument/2006/relationships/slideLayout" Target="../slideLayouts/slideLayout34.xml"/><Relationship Id="rId6" Type="http://schemas.openxmlformats.org/officeDocument/2006/relationships/slide" Target="slide76.xml"/><Relationship Id="rId11" Type="http://schemas.openxmlformats.org/officeDocument/2006/relationships/slide" Target="slide75.xml"/><Relationship Id="rId5" Type="http://schemas.openxmlformats.org/officeDocument/2006/relationships/slide" Target="slide82.xml"/><Relationship Id="rId15" Type="http://schemas.openxmlformats.org/officeDocument/2006/relationships/slide" Target="slide77.xml"/><Relationship Id="rId10" Type="http://schemas.openxmlformats.org/officeDocument/2006/relationships/slide" Target="slide86.xml"/><Relationship Id="rId19" Type="http://schemas.openxmlformats.org/officeDocument/2006/relationships/slide" Target="slide83.xml"/><Relationship Id="rId4" Type="http://schemas.openxmlformats.org/officeDocument/2006/relationships/slide" Target="slide73.xml"/><Relationship Id="rId9" Type="http://schemas.openxmlformats.org/officeDocument/2006/relationships/image" Target="../media/image97.png"/><Relationship Id="rId14" Type="http://schemas.openxmlformats.org/officeDocument/2006/relationships/slide" Target="slide80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122.xml"/><Relationship Id="rId13" Type="http://schemas.openxmlformats.org/officeDocument/2006/relationships/slide" Target="slide124.xml"/><Relationship Id="rId3" Type="http://schemas.openxmlformats.org/officeDocument/2006/relationships/image" Target="../media/image97.png"/><Relationship Id="rId7" Type="http://schemas.openxmlformats.org/officeDocument/2006/relationships/slide" Target="slide120.xml"/><Relationship Id="rId12" Type="http://schemas.openxmlformats.org/officeDocument/2006/relationships/slide" Target="slide119.xml"/><Relationship Id="rId2" Type="http://schemas.openxmlformats.org/officeDocument/2006/relationships/slide" Target="slide118.xml"/><Relationship Id="rId1" Type="http://schemas.openxmlformats.org/officeDocument/2006/relationships/slideLayout" Target="../slideLayouts/slideLayout36.xml"/><Relationship Id="rId6" Type="http://schemas.openxmlformats.org/officeDocument/2006/relationships/slide" Target="slide125.xml"/><Relationship Id="rId11" Type="http://schemas.openxmlformats.org/officeDocument/2006/relationships/slide" Target="slide123.xml"/><Relationship Id="rId5" Type="http://schemas.openxmlformats.org/officeDocument/2006/relationships/slide" Target="slide117.xml"/><Relationship Id="rId10" Type="http://schemas.openxmlformats.org/officeDocument/2006/relationships/slide" Target="slide121.xml"/><Relationship Id="rId4" Type="http://schemas.openxmlformats.org/officeDocument/2006/relationships/slide" Target="slide116.xml"/><Relationship Id="rId9" Type="http://schemas.openxmlformats.org/officeDocument/2006/relationships/slide" Target="slide96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90.xml"/><Relationship Id="rId13" Type="http://schemas.openxmlformats.org/officeDocument/2006/relationships/slide" Target="slide119.xml"/><Relationship Id="rId3" Type="http://schemas.openxmlformats.org/officeDocument/2006/relationships/image" Target="../media/image97.png"/><Relationship Id="rId7" Type="http://schemas.openxmlformats.org/officeDocument/2006/relationships/slide" Target="slide94.xml"/><Relationship Id="rId12" Type="http://schemas.openxmlformats.org/officeDocument/2006/relationships/slide" Target="slide95.xml"/><Relationship Id="rId2" Type="http://schemas.openxmlformats.org/officeDocument/2006/relationships/slide" Target="slide92.xml"/><Relationship Id="rId1" Type="http://schemas.openxmlformats.org/officeDocument/2006/relationships/slideLayout" Target="../slideLayouts/slideLayout38.xml"/><Relationship Id="rId6" Type="http://schemas.openxmlformats.org/officeDocument/2006/relationships/slide" Target="slide93.xml"/><Relationship Id="rId11" Type="http://schemas.openxmlformats.org/officeDocument/2006/relationships/slide" Target="slide91.xml"/><Relationship Id="rId5" Type="http://schemas.openxmlformats.org/officeDocument/2006/relationships/slide" Target="slide88.xml"/><Relationship Id="rId10" Type="http://schemas.openxmlformats.org/officeDocument/2006/relationships/slide" Target="slide89.xml"/><Relationship Id="rId4" Type="http://schemas.openxmlformats.org/officeDocument/2006/relationships/slide" Target="slide87.xml"/><Relationship Id="rId9" Type="http://schemas.openxmlformats.org/officeDocument/2006/relationships/slide" Target="slide96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142.xml"/><Relationship Id="rId3" Type="http://schemas.openxmlformats.org/officeDocument/2006/relationships/image" Target="../media/image97.png"/><Relationship Id="rId7" Type="http://schemas.openxmlformats.org/officeDocument/2006/relationships/slide" Target="slide138.xml"/><Relationship Id="rId12" Type="http://schemas.openxmlformats.org/officeDocument/2006/relationships/image" Target="../media/image98.png"/><Relationship Id="rId2" Type="http://schemas.openxmlformats.org/officeDocument/2006/relationships/slide" Target="slide137.xml"/><Relationship Id="rId1" Type="http://schemas.openxmlformats.org/officeDocument/2006/relationships/slideLayout" Target="../slideLayouts/slideLayout40.xml"/><Relationship Id="rId6" Type="http://schemas.openxmlformats.org/officeDocument/2006/relationships/slide" Target="slide139.xml"/><Relationship Id="rId11" Type="http://schemas.openxmlformats.org/officeDocument/2006/relationships/slide" Target="slide183.xml"/><Relationship Id="rId5" Type="http://schemas.openxmlformats.org/officeDocument/2006/relationships/slide" Target="slide136.xml"/><Relationship Id="rId10" Type="http://schemas.openxmlformats.org/officeDocument/2006/relationships/slide" Target="slide141.xml"/><Relationship Id="rId4" Type="http://schemas.openxmlformats.org/officeDocument/2006/relationships/slide" Target="slide135.xml"/><Relationship Id="rId9" Type="http://schemas.openxmlformats.org/officeDocument/2006/relationships/slide" Target="slide140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174.xml"/><Relationship Id="rId3" Type="http://schemas.openxmlformats.org/officeDocument/2006/relationships/image" Target="../media/image97.png"/><Relationship Id="rId7" Type="http://schemas.openxmlformats.org/officeDocument/2006/relationships/slide" Target="slide173.xml"/><Relationship Id="rId2" Type="http://schemas.openxmlformats.org/officeDocument/2006/relationships/slide" Target="slide170.xml"/><Relationship Id="rId1" Type="http://schemas.openxmlformats.org/officeDocument/2006/relationships/slideLayout" Target="../slideLayouts/slideLayout42.xml"/><Relationship Id="rId6" Type="http://schemas.openxmlformats.org/officeDocument/2006/relationships/slide" Target="slide172.xml"/><Relationship Id="rId5" Type="http://schemas.openxmlformats.org/officeDocument/2006/relationships/slide" Target="slide175.xml"/><Relationship Id="rId4" Type="http://schemas.openxmlformats.org/officeDocument/2006/relationships/slide" Target="slide171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69.xml"/><Relationship Id="rId3" Type="http://schemas.openxmlformats.org/officeDocument/2006/relationships/image" Target="../media/image97.png"/><Relationship Id="rId7" Type="http://schemas.openxmlformats.org/officeDocument/2006/relationships/slide" Target="slide71.xml"/><Relationship Id="rId2" Type="http://schemas.openxmlformats.org/officeDocument/2006/relationships/slide" Target="slide67.xml"/><Relationship Id="rId1" Type="http://schemas.openxmlformats.org/officeDocument/2006/relationships/slideLayout" Target="../slideLayouts/slideLayout44.xml"/><Relationship Id="rId6" Type="http://schemas.openxmlformats.org/officeDocument/2006/relationships/slide" Target="slide68.xml"/><Relationship Id="rId5" Type="http://schemas.openxmlformats.org/officeDocument/2006/relationships/slide" Target="slide66.xml"/><Relationship Id="rId4" Type="http://schemas.openxmlformats.org/officeDocument/2006/relationships/slide" Target="slide65.xml"/><Relationship Id="rId9" Type="http://schemas.openxmlformats.org/officeDocument/2006/relationships/slide" Target="slide70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157.xml"/><Relationship Id="rId13" Type="http://schemas.openxmlformats.org/officeDocument/2006/relationships/image" Target="../media/image105.png"/><Relationship Id="rId18" Type="http://schemas.openxmlformats.org/officeDocument/2006/relationships/slide" Target="slide158.xml"/><Relationship Id="rId26" Type="http://schemas.openxmlformats.org/officeDocument/2006/relationships/image" Target="../media/image109.png"/><Relationship Id="rId3" Type="http://schemas.openxmlformats.org/officeDocument/2006/relationships/image" Target="../media/image100.png"/><Relationship Id="rId21" Type="http://schemas.openxmlformats.org/officeDocument/2006/relationships/slide" Target="slide164.xml"/><Relationship Id="rId7" Type="http://schemas.openxmlformats.org/officeDocument/2006/relationships/image" Target="../media/image102.png"/><Relationship Id="rId12" Type="http://schemas.openxmlformats.org/officeDocument/2006/relationships/slide" Target="slide163.xml"/><Relationship Id="rId17" Type="http://schemas.openxmlformats.org/officeDocument/2006/relationships/slide" Target="slide182.xml"/><Relationship Id="rId25" Type="http://schemas.openxmlformats.org/officeDocument/2006/relationships/slide" Target="slide156.xml"/><Relationship Id="rId2" Type="http://schemas.openxmlformats.org/officeDocument/2006/relationships/slide" Target="slide150.xml"/><Relationship Id="rId16" Type="http://schemas.openxmlformats.org/officeDocument/2006/relationships/slide" Target="slide155.xml"/><Relationship Id="rId20" Type="http://schemas.openxmlformats.org/officeDocument/2006/relationships/image" Target="../media/image106.png"/><Relationship Id="rId29" Type="http://schemas.openxmlformats.org/officeDocument/2006/relationships/slide" Target="slide161.xml"/><Relationship Id="rId1" Type="http://schemas.openxmlformats.org/officeDocument/2006/relationships/slideLayout" Target="../slideLayouts/slideLayout46.xml"/><Relationship Id="rId6" Type="http://schemas.openxmlformats.org/officeDocument/2006/relationships/slide" Target="slide151.xml"/><Relationship Id="rId11" Type="http://schemas.openxmlformats.org/officeDocument/2006/relationships/slide" Target="slide153.xml"/><Relationship Id="rId24" Type="http://schemas.openxmlformats.org/officeDocument/2006/relationships/image" Target="../media/image108.png"/><Relationship Id="rId32" Type="http://schemas.openxmlformats.org/officeDocument/2006/relationships/slide" Target="slide160.xml"/><Relationship Id="rId5" Type="http://schemas.openxmlformats.org/officeDocument/2006/relationships/image" Target="../media/image101.png"/><Relationship Id="rId15" Type="http://schemas.openxmlformats.org/officeDocument/2006/relationships/image" Target="../media/image97.png"/><Relationship Id="rId23" Type="http://schemas.openxmlformats.org/officeDocument/2006/relationships/slide" Target="slide166.xml"/><Relationship Id="rId28" Type="http://schemas.openxmlformats.org/officeDocument/2006/relationships/image" Target="../media/image110.png"/><Relationship Id="rId10" Type="http://schemas.openxmlformats.org/officeDocument/2006/relationships/image" Target="../media/image104.png"/><Relationship Id="rId19" Type="http://schemas.openxmlformats.org/officeDocument/2006/relationships/slide" Target="slide154.xml"/><Relationship Id="rId31" Type="http://schemas.openxmlformats.org/officeDocument/2006/relationships/slide" Target="slide165.xml"/><Relationship Id="rId4" Type="http://schemas.openxmlformats.org/officeDocument/2006/relationships/slide" Target="slide159.xml"/><Relationship Id="rId9" Type="http://schemas.openxmlformats.org/officeDocument/2006/relationships/image" Target="../media/image103.png"/><Relationship Id="rId14" Type="http://schemas.openxmlformats.org/officeDocument/2006/relationships/slide" Target="slide162.xml"/><Relationship Id="rId22" Type="http://schemas.openxmlformats.org/officeDocument/2006/relationships/image" Target="../media/image107.png"/><Relationship Id="rId27" Type="http://schemas.openxmlformats.org/officeDocument/2006/relationships/slide" Target="slide152.xml"/><Relationship Id="rId30" Type="http://schemas.openxmlformats.org/officeDocument/2006/relationships/image" Target="../media/image111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187.xml"/><Relationship Id="rId13" Type="http://schemas.openxmlformats.org/officeDocument/2006/relationships/image" Target="../media/image115.png"/><Relationship Id="rId18" Type="http://schemas.openxmlformats.org/officeDocument/2006/relationships/slide" Target="slide180.xml"/><Relationship Id="rId3" Type="http://schemas.openxmlformats.org/officeDocument/2006/relationships/image" Target="../media/image112.png"/><Relationship Id="rId21" Type="http://schemas.openxmlformats.org/officeDocument/2006/relationships/slide" Target="slide186.xml"/><Relationship Id="rId7" Type="http://schemas.openxmlformats.org/officeDocument/2006/relationships/slide" Target="slide185.xml"/><Relationship Id="rId12" Type="http://schemas.openxmlformats.org/officeDocument/2006/relationships/slide" Target="slide189.xml"/><Relationship Id="rId17" Type="http://schemas.openxmlformats.org/officeDocument/2006/relationships/image" Target="../media/image97.png"/><Relationship Id="rId2" Type="http://schemas.openxmlformats.org/officeDocument/2006/relationships/slide" Target="slide177.xml"/><Relationship Id="rId16" Type="http://schemas.openxmlformats.org/officeDocument/2006/relationships/slide" Target="slide176.xml"/><Relationship Id="rId20" Type="http://schemas.openxmlformats.org/officeDocument/2006/relationships/slide" Target="slide179.xml"/><Relationship Id="rId1" Type="http://schemas.openxmlformats.org/officeDocument/2006/relationships/slideLayout" Target="../slideLayouts/slideLayout48.xml"/><Relationship Id="rId6" Type="http://schemas.openxmlformats.org/officeDocument/2006/relationships/slide" Target="slide178.xml"/><Relationship Id="rId11" Type="http://schemas.openxmlformats.org/officeDocument/2006/relationships/image" Target="../media/image114.png"/><Relationship Id="rId5" Type="http://schemas.openxmlformats.org/officeDocument/2006/relationships/image" Target="../media/image113.png"/><Relationship Id="rId15" Type="http://schemas.openxmlformats.org/officeDocument/2006/relationships/image" Target="../media/image116.png"/><Relationship Id="rId23" Type="http://schemas.openxmlformats.org/officeDocument/2006/relationships/slide" Target="slide191.xml"/><Relationship Id="rId10" Type="http://schemas.openxmlformats.org/officeDocument/2006/relationships/slide" Target="slide188.xml"/><Relationship Id="rId19" Type="http://schemas.openxmlformats.org/officeDocument/2006/relationships/slide" Target="slide184.xml"/><Relationship Id="rId4" Type="http://schemas.openxmlformats.org/officeDocument/2006/relationships/slide" Target="slide181.xml"/><Relationship Id="rId9" Type="http://schemas.openxmlformats.org/officeDocument/2006/relationships/image" Target="../media/image99.png"/><Relationship Id="rId14" Type="http://schemas.openxmlformats.org/officeDocument/2006/relationships/slide" Target="slide190.xml"/><Relationship Id="rId22" Type="http://schemas.openxmlformats.org/officeDocument/2006/relationships/image" Target="../media/image98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" Target="slide113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Relationship Id="rId4" Type="http://schemas.openxmlformats.org/officeDocument/2006/relationships/image" Target="../media/image118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9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9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9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9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9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9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slideLayout" Target="../slideLayouts/slideLayout29.xml"/><Relationship Id="rId1" Type="http://schemas.openxmlformats.org/officeDocument/2006/relationships/themeOverride" Target="../theme/themeOverride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slideLayout" Target="../slideLayouts/slideLayout25.xml"/><Relationship Id="rId1" Type="http://schemas.openxmlformats.org/officeDocument/2006/relationships/themeOverride" Target="../theme/themeOverride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5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5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5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5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5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5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5.xml"/><Relationship Id="rId5" Type="http://schemas.openxmlformats.org/officeDocument/2006/relationships/image" Target="../media/image94.png"/><Relationship Id="rId4" Type="http://schemas.openxmlformats.org/officeDocument/2006/relationships/slide" Target="slide39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5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slide" Target="slide81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Relationship Id="rId6" Type="http://schemas.openxmlformats.org/officeDocument/2006/relationships/image" Target="../media/image94.png"/><Relationship Id="rId5" Type="http://schemas.openxmlformats.org/officeDocument/2006/relationships/slide" Target="slide389.xml"/><Relationship Id="rId4" Type="http://schemas.openxmlformats.org/officeDocument/2006/relationships/image" Target="../media/image119.pn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slide" Target="slide80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Relationship Id="rId6" Type="http://schemas.openxmlformats.org/officeDocument/2006/relationships/image" Target="../media/image94.png"/><Relationship Id="rId5" Type="http://schemas.openxmlformats.org/officeDocument/2006/relationships/slide" Target="slide389.xml"/><Relationship Id="rId4" Type="http://schemas.openxmlformats.org/officeDocument/2006/relationships/image" Target="../media/image119.png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5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9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9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" Target="slide15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118.png"/><Relationship Id="rId5" Type="http://schemas.openxmlformats.org/officeDocument/2006/relationships/slide" Target="slide113.xml"/><Relationship Id="rId4" Type="http://schemas.openxmlformats.org/officeDocument/2006/relationships/image" Target="../media/image120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118.png"/><Relationship Id="rId4" Type="http://schemas.openxmlformats.org/officeDocument/2006/relationships/slide" Target="slide113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slide" Target="slide113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Relationship Id="rId4" Type="http://schemas.openxmlformats.org/officeDocument/2006/relationships/image" Target="../media/image118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slide" Target="slide113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1.xml"/><Relationship Id="rId4" Type="http://schemas.openxmlformats.org/officeDocument/2006/relationships/image" Target="../media/image118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slide" Target="slide113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118.png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3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1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1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1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1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1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31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slide" Target="slide39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Relationship Id="rId4" Type="http://schemas.openxmlformats.org/officeDocument/2006/relationships/image" Target="../media/image94.png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7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7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17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3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3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3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3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3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3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7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1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slide" Target="slide194.xml"/><Relationship Id="rId1" Type="http://schemas.openxmlformats.org/officeDocument/2006/relationships/slideLayout" Target="../slideLayouts/slideLayout51.xml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png"/><Relationship Id="rId3" Type="http://schemas.openxmlformats.org/officeDocument/2006/relationships/image" Target="../media/image93.png"/><Relationship Id="rId7" Type="http://schemas.openxmlformats.org/officeDocument/2006/relationships/slide" Target="slide197.xml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52.xml"/><Relationship Id="rId6" Type="http://schemas.openxmlformats.org/officeDocument/2006/relationships/slide" Target="slide200.xml"/><Relationship Id="rId5" Type="http://schemas.openxmlformats.org/officeDocument/2006/relationships/slide" Target="slide196.xml"/><Relationship Id="rId4" Type="http://schemas.openxmlformats.org/officeDocument/2006/relationships/slide" Target="slide3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slide" Target="slide393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3.xml"/><Relationship Id="rId4" Type="http://schemas.openxmlformats.org/officeDocument/2006/relationships/image" Target="../media/image94.pn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slide" Target="slide391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4.xml"/><Relationship Id="rId6" Type="http://schemas.openxmlformats.org/officeDocument/2006/relationships/image" Target="../media/image125.png"/><Relationship Id="rId5" Type="http://schemas.openxmlformats.org/officeDocument/2006/relationships/image" Target="../media/image124.jpeg"/><Relationship Id="rId4" Type="http://schemas.openxmlformats.org/officeDocument/2006/relationships/image" Target="../media/image123.jpeg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slide" Target="slide390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5.xml"/><Relationship Id="rId6" Type="http://schemas.openxmlformats.org/officeDocument/2006/relationships/image" Target="../media/image125.png"/><Relationship Id="rId5" Type="http://schemas.openxmlformats.org/officeDocument/2006/relationships/image" Target="../media/image127.jpeg"/><Relationship Id="rId4" Type="http://schemas.openxmlformats.org/officeDocument/2006/relationships/image" Target="../media/image126.jpeg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6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7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8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9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0.xml"/><Relationship Id="rId5" Type="http://schemas.openxmlformats.org/officeDocument/2006/relationships/image" Target="../media/image96.png"/><Relationship Id="rId4" Type="http://schemas.openxmlformats.org/officeDocument/2006/relationships/slide" Target="slide203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0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slide" Target="slide363.xml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61.xml"/><Relationship Id="rId5" Type="http://schemas.openxmlformats.org/officeDocument/2006/relationships/slide" Target="slide362.xml"/><Relationship Id="rId4" Type="http://schemas.openxmlformats.org/officeDocument/2006/relationships/slide" Target="slide361.xml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slide" Target="slide292.xml"/><Relationship Id="rId3" Type="http://schemas.openxmlformats.org/officeDocument/2006/relationships/image" Target="../media/image97.png"/><Relationship Id="rId7" Type="http://schemas.openxmlformats.org/officeDocument/2006/relationships/slide" Target="slide289.xml"/><Relationship Id="rId2" Type="http://schemas.openxmlformats.org/officeDocument/2006/relationships/slide" Target="slide288.xml"/><Relationship Id="rId1" Type="http://schemas.openxmlformats.org/officeDocument/2006/relationships/slideLayout" Target="../slideLayouts/slideLayout63.xml"/><Relationship Id="rId6" Type="http://schemas.openxmlformats.org/officeDocument/2006/relationships/slide" Target="slide285.xml"/><Relationship Id="rId11" Type="http://schemas.openxmlformats.org/officeDocument/2006/relationships/slide" Target="slide293.xml"/><Relationship Id="rId5" Type="http://schemas.openxmlformats.org/officeDocument/2006/relationships/slide" Target="slide287.xml"/><Relationship Id="rId10" Type="http://schemas.openxmlformats.org/officeDocument/2006/relationships/slide" Target="slide291.xml"/><Relationship Id="rId4" Type="http://schemas.openxmlformats.org/officeDocument/2006/relationships/slide" Target="slide286.xml"/><Relationship Id="rId9" Type="http://schemas.openxmlformats.org/officeDocument/2006/relationships/slide" Target="slide290.xml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slide" Target="slide301.xml"/><Relationship Id="rId13" Type="http://schemas.openxmlformats.org/officeDocument/2006/relationships/slide" Target="slide305.xml"/><Relationship Id="rId3" Type="http://schemas.openxmlformats.org/officeDocument/2006/relationships/image" Target="../media/image97.png"/><Relationship Id="rId7" Type="http://schemas.openxmlformats.org/officeDocument/2006/relationships/slide" Target="slide298.xml"/><Relationship Id="rId12" Type="http://schemas.openxmlformats.org/officeDocument/2006/relationships/slide" Target="slide304.xml"/><Relationship Id="rId2" Type="http://schemas.openxmlformats.org/officeDocument/2006/relationships/slide" Target="slide294.xml"/><Relationship Id="rId1" Type="http://schemas.openxmlformats.org/officeDocument/2006/relationships/slideLayout" Target="../slideLayouts/slideLayout65.xml"/><Relationship Id="rId6" Type="http://schemas.openxmlformats.org/officeDocument/2006/relationships/slide" Target="slide297.xml"/><Relationship Id="rId11" Type="http://schemas.openxmlformats.org/officeDocument/2006/relationships/slide" Target="slide303.xml"/><Relationship Id="rId5" Type="http://schemas.openxmlformats.org/officeDocument/2006/relationships/slide" Target="slide299.xml"/><Relationship Id="rId10" Type="http://schemas.openxmlformats.org/officeDocument/2006/relationships/slide" Target="slide300.xml"/><Relationship Id="rId4" Type="http://schemas.openxmlformats.org/officeDocument/2006/relationships/slide" Target="slide295.xml"/><Relationship Id="rId9" Type="http://schemas.openxmlformats.org/officeDocument/2006/relationships/slide" Target="slide302.xml"/><Relationship Id="rId14" Type="http://schemas.openxmlformats.org/officeDocument/2006/relationships/slide" Target="slide296.xml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slide" Target="slide323.xml"/><Relationship Id="rId3" Type="http://schemas.openxmlformats.org/officeDocument/2006/relationships/image" Target="../media/image97.png"/><Relationship Id="rId7" Type="http://schemas.openxmlformats.org/officeDocument/2006/relationships/slide" Target="slide319.xml"/><Relationship Id="rId2" Type="http://schemas.openxmlformats.org/officeDocument/2006/relationships/slide" Target="slide318.xml"/><Relationship Id="rId1" Type="http://schemas.openxmlformats.org/officeDocument/2006/relationships/slideLayout" Target="../slideLayouts/slideLayout67.xml"/><Relationship Id="rId6" Type="http://schemas.openxmlformats.org/officeDocument/2006/relationships/slide" Target="slide320.xml"/><Relationship Id="rId11" Type="http://schemas.openxmlformats.org/officeDocument/2006/relationships/slide" Target="slide324.xml"/><Relationship Id="rId5" Type="http://schemas.openxmlformats.org/officeDocument/2006/relationships/slide" Target="slide317.xml"/><Relationship Id="rId10" Type="http://schemas.openxmlformats.org/officeDocument/2006/relationships/slide" Target="slide322.xml"/><Relationship Id="rId4" Type="http://schemas.openxmlformats.org/officeDocument/2006/relationships/slide" Target="slide316.xml"/><Relationship Id="rId9" Type="http://schemas.openxmlformats.org/officeDocument/2006/relationships/slide" Target="slide321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7" Type="http://schemas.openxmlformats.org/officeDocument/2006/relationships/slide" Target="slide249.xml"/><Relationship Id="rId2" Type="http://schemas.openxmlformats.org/officeDocument/2006/relationships/slide" Target="slide248.xml"/><Relationship Id="rId1" Type="http://schemas.openxmlformats.org/officeDocument/2006/relationships/slideLayout" Target="../slideLayouts/slideLayout69.xml"/><Relationship Id="rId6" Type="http://schemas.openxmlformats.org/officeDocument/2006/relationships/slide" Target="slide250.xml"/><Relationship Id="rId5" Type="http://schemas.openxmlformats.org/officeDocument/2006/relationships/slide" Target="slide247.xml"/><Relationship Id="rId4" Type="http://schemas.openxmlformats.org/officeDocument/2006/relationships/slide" Target="slide246.xml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slide" Target="slide237.xml"/><Relationship Id="rId3" Type="http://schemas.openxmlformats.org/officeDocument/2006/relationships/image" Target="../media/image97.png"/><Relationship Id="rId7" Type="http://schemas.openxmlformats.org/officeDocument/2006/relationships/slide" Target="slide236.xml"/><Relationship Id="rId2" Type="http://schemas.openxmlformats.org/officeDocument/2006/relationships/slide" Target="slide235.xml"/><Relationship Id="rId1" Type="http://schemas.openxmlformats.org/officeDocument/2006/relationships/slideLayout" Target="../slideLayouts/slideLayout71.xml"/><Relationship Id="rId6" Type="http://schemas.openxmlformats.org/officeDocument/2006/relationships/slide" Target="slide238.xml"/><Relationship Id="rId5" Type="http://schemas.openxmlformats.org/officeDocument/2006/relationships/slide" Target="slide234.xml"/><Relationship Id="rId4" Type="http://schemas.openxmlformats.org/officeDocument/2006/relationships/slide" Target="slide233.xml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" Target="slide243.xml"/><Relationship Id="rId3" Type="http://schemas.openxmlformats.org/officeDocument/2006/relationships/image" Target="../media/image97.png"/><Relationship Id="rId7" Type="http://schemas.openxmlformats.org/officeDocument/2006/relationships/slide" Target="slide245.xml"/><Relationship Id="rId2" Type="http://schemas.openxmlformats.org/officeDocument/2006/relationships/slide" Target="slide241.xml"/><Relationship Id="rId1" Type="http://schemas.openxmlformats.org/officeDocument/2006/relationships/slideLayout" Target="../slideLayouts/slideLayout73.xml"/><Relationship Id="rId6" Type="http://schemas.openxmlformats.org/officeDocument/2006/relationships/slide" Target="slide242.xml"/><Relationship Id="rId5" Type="http://schemas.openxmlformats.org/officeDocument/2006/relationships/slide" Target="slide240.xml"/><Relationship Id="rId4" Type="http://schemas.openxmlformats.org/officeDocument/2006/relationships/slide" Target="slide239.xml"/><Relationship Id="rId9" Type="http://schemas.openxmlformats.org/officeDocument/2006/relationships/slide" Target="slide244.xml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slide" Target="slide342.xml"/><Relationship Id="rId3" Type="http://schemas.openxmlformats.org/officeDocument/2006/relationships/image" Target="../media/image97.png"/><Relationship Id="rId7" Type="http://schemas.openxmlformats.org/officeDocument/2006/relationships/slide" Target="slide341.xml"/><Relationship Id="rId12" Type="http://schemas.openxmlformats.org/officeDocument/2006/relationships/slide" Target="slide335.xml"/><Relationship Id="rId2" Type="http://schemas.openxmlformats.org/officeDocument/2006/relationships/slide" Target="slide340.xml"/><Relationship Id="rId1" Type="http://schemas.openxmlformats.org/officeDocument/2006/relationships/slideLayout" Target="../slideLayouts/slideLayout75.xml"/><Relationship Id="rId6" Type="http://schemas.openxmlformats.org/officeDocument/2006/relationships/slide" Target="slide339.xml"/><Relationship Id="rId11" Type="http://schemas.openxmlformats.org/officeDocument/2006/relationships/slide" Target="slide334.xml"/><Relationship Id="rId5" Type="http://schemas.openxmlformats.org/officeDocument/2006/relationships/slide" Target="slide338.xml"/><Relationship Id="rId10" Type="http://schemas.openxmlformats.org/officeDocument/2006/relationships/slide" Target="slide336.xml"/><Relationship Id="rId4" Type="http://schemas.openxmlformats.org/officeDocument/2006/relationships/slide" Target="slide337.xml"/><Relationship Id="rId9" Type="http://schemas.openxmlformats.org/officeDocument/2006/relationships/slide" Target="slide343.xml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" Target="slide229.xml"/><Relationship Id="rId13" Type="http://schemas.openxmlformats.org/officeDocument/2006/relationships/slide" Target="slide231.xml"/><Relationship Id="rId3" Type="http://schemas.openxmlformats.org/officeDocument/2006/relationships/image" Target="../media/image97.png"/><Relationship Id="rId7" Type="http://schemas.openxmlformats.org/officeDocument/2006/relationships/slide" Target="slide225.xml"/><Relationship Id="rId12" Type="http://schemas.openxmlformats.org/officeDocument/2006/relationships/slide" Target="slide232.xml"/><Relationship Id="rId2" Type="http://schemas.openxmlformats.org/officeDocument/2006/relationships/slide" Target="slide223.xml"/><Relationship Id="rId1" Type="http://schemas.openxmlformats.org/officeDocument/2006/relationships/slideLayout" Target="../slideLayouts/slideLayout77.xml"/><Relationship Id="rId6" Type="http://schemas.openxmlformats.org/officeDocument/2006/relationships/slide" Target="slide224.xml"/><Relationship Id="rId11" Type="http://schemas.openxmlformats.org/officeDocument/2006/relationships/slide" Target="slide230.xml"/><Relationship Id="rId5" Type="http://schemas.openxmlformats.org/officeDocument/2006/relationships/slide" Target="slide222.xml"/><Relationship Id="rId15" Type="http://schemas.openxmlformats.org/officeDocument/2006/relationships/image" Target="../media/image98.png"/><Relationship Id="rId10" Type="http://schemas.openxmlformats.org/officeDocument/2006/relationships/slide" Target="slide228.xml"/><Relationship Id="rId4" Type="http://schemas.openxmlformats.org/officeDocument/2006/relationships/slide" Target="slide221.xml"/><Relationship Id="rId9" Type="http://schemas.openxmlformats.org/officeDocument/2006/relationships/slide" Target="slide227.xml"/><Relationship Id="rId14" Type="http://schemas.openxmlformats.org/officeDocument/2006/relationships/slide" Target="slide226.xml"/></Relationships>
</file>

<file path=ppt/slides/_rels/slide213.xml.rels><?xml version="1.0" encoding="UTF-8" standalone="yes"?>
<Relationships xmlns="http://schemas.openxmlformats.org/package/2006/relationships"><Relationship Id="rId8" Type="http://schemas.openxmlformats.org/officeDocument/2006/relationships/slide" Target="slide262.xml"/><Relationship Id="rId13" Type="http://schemas.openxmlformats.org/officeDocument/2006/relationships/image" Target="../media/image97.png"/><Relationship Id="rId18" Type="http://schemas.openxmlformats.org/officeDocument/2006/relationships/image" Target="../media/image134.png"/><Relationship Id="rId26" Type="http://schemas.openxmlformats.org/officeDocument/2006/relationships/slide" Target="slide274.xml"/><Relationship Id="rId3" Type="http://schemas.openxmlformats.org/officeDocument/2006/relationships/image" Target="../media/image128.png"/><Relationship Id="rId21" Type="http://schemas.openxmlformats.org/officeDocument/2006/relationships/slide" Target="slide266.xml"/><Relationship Id="rId7" Type="http://schemas.openxmlformats.org/officeDocument/2006/relationships/image" Target="../media/image130.png"/><Relationship Id="rId12" Type="http://schemas.openxmlformats.org/officeDocument/2006/relationships/slide" Target="slide271.xml"/><Relationship Id="rId17" Type="http://schemas.openxmlformats.org/officeDocument/2006/relationships/slide" Target="slide264.xml"/><Relationship Id="rId25" Type="http://schemas.openxmlformats.org/officeDocument/2006/relationships/slide" Target="slide269.xml"/><Relationship Id="rId2" Type="http://schemas.openxmlformats.org/officeDocument/2006/relationships/slide" Target="slide258.xml"/><Relationship Id="rId16" Type="http://schemas.openxmlformats.org/officeDocument/2006/relationships/image" Target="../media/image133.png"/><Relationship Id="rId20" Type="http://schemas.openxmlformats.org/officeDocument/2006/relationships/image" Target="../media/image135.png"/><Relationship Id="rId1" Type="http://schemas.openxmlformats.org/officeDocument/2006/relationships/slideLayout" Target="../slideLayouts/slideLayout79.xml"/><Relationship Id="rId6" Type="http://schemas.openxmlformats.org/officeDocument/2006/relationships/slide" Target="slide268.xml"/><Relationship Id="rId11" Type="http://schemas.openxmlformats.org/officeDocument/2006/relationships/image" Target="../media/image132.png"/><Relationship Id="rId24" Type="http://schemas.openxmlformats.org/officeDocument/2006/relationships/slide" Target="slide270.xml"/><Relationship Id="rId5" Type="http://schemas.openxmlformats.org/officeDocument/2006/relationships/image" Target="../media/image129.png"/><Relationship Id="rId15" Type="http://schemas.openxmlformats.org/officeDocument/2006/relationships/slide" Target="slide261.xml"/><Relationship Id="rId23" Type="http://schemas.openxmlformats.org/officeDocument/2006/relationships/slide" Target="slide265.xml"/><Relationship Id="rId10" Type="http://schemas.openxmlformats.org/officeDocument/2006/relationships/slide" Target="slide267.xml"/><Relationship Id="rId19" Type="http://schemas.openxmlformats.org/officeDocument/2006/relationships/slide" Target="slide260.xml"/><Relationship Id="rId4" Type="http://schemas.openxmlformats.org/officeDocument/2006/relationships/slide" Target="slide259.xml"/><Relationship Id="rId9" Type="http://schemas.openxmlformats.org/officeDocument/2006/relationships/image" Target="../media/image131.png"/><Relationship Id="rId14" Type="http://schemas.openxmlformats.org/officeDocument/2006/relationships/slide" Target="slide272.xml"/><Relationship Id="rId22" Type="http://schemas.openxmlformats.org/officeDocument/2006/relationships/slide" Target="slide263.xml"/><Relationship Id="rId27" Type="http://schemas.openxmlformats.org/officeDocument/2006/relationships/slide" Target="slide273.xml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slide" Target="slide312.xml"/><Relationship Id="rId3" Type="http://schemas.openxmlformats.org/officeDocument/2006/relationships/image" Target="../media/image97.png"/><Relationship Id="rId7" Type="http://schemas.openxmlformats.org/officeDocument/2006/relationships/slide" Target="slide315.xml"/><Relationship Id="rId12" Type="http://schemas.openxmlformats.org/officeDocument/2006/relationships/slide" Target="slide309.xml"/><Relationship Id="rId2" Type="http://schemas.openxmlformats.org/officeDocument/2006/relationships/slide" Target="slide308.xml"/><Relationship Id="rId1" Type="http://schemas.openxmlformats.org/officeDocument/2006/relationships/slideLayout" Target="../slideLayouts/slideLayout81.xml"/><Relationship Id="rId6" Type="http://schemas.openxmlformats.org/officeDocument/2006/relationships/slide" Target="slide310.xml"/><Relationship Id="rId11" Type="http://schemas.openxmlformats.org/officeDocument/2006/relationships/slide" Target="slide313.xml"/><Relationship Id="rId5" Type="http://schemas.openxmlformats.org/officeDocument/2006/relationships/slide" Target="slide307.xml"/><Relationship Id="rId10" Type="http://schemas.openxmlformats.org/officeDocument/2006/relationships/slide" Target="slide311.xml"/><Relationship Id="rId4" Type="http://schemas.openxmlformats.org/officeDocument/2006/relationships/slide" Target="slide306.xml"/><Relationship Id="rId9" Type="http://schemas.openxmlformats.org/officeDocument/2006/relationships/slide" Target="slide284.xml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slide" Target="slide278.xml"/><Relationship Id="rId13" Type="http://schemas.openxmlformats.org/officeDocument/2006/relationships/slide" Target="slide309.xml"/><Relationship Id="rId3" Type="http://schemas.openxmlformats.org/officeDocument/2006/relationships/image" Target="../media/image97.png"/><Relationship Id="rId7" Type="http://schemas.openxmlformats.org/officeDocument/2006/relationships/slide" Target="slide282.xml"/><Relationship Id="rId12" Type="http://schemas.openxmlformats.org/officeDocument/2006/relationships/slide" Target="slide283.xml"/><Relationship Id="rId2" Type="http://schemas.openxmlformats.org/officeDocument/2006/relationships/slide" Target="slide280.xml"/><Relationship Id="rId1" Type="http://schemas.openxmlformats.org/officeDocument/2006/relationships/slideLayout" Target="../slideLayouts/slideLayout83.xml"/><Relationship Id="rId6" Type="http://schemas.openxmlformats.org/officeDocument/2006/relationships/slide" Target="slide281.xml"/><Relationship Id="rId11" Type="http://schemas.openxmlformats.org/officeDocument/2006/relationships/slide" Target="slide279.xml"/><Relationship Id="rId5" Type="http://schemas.openxmlformats.org/officeDocument/2006/relationships/slide" Target="slide276.xml"/><Relationship Id="rId10" Type="http://schemas.openxmlformats.org/officeDocument/2006/relationships/slide" Target="slide277.xml"/><Relationship Id="rId4" Type="http://schemas.openxmlformats.org/officeDocument/2006/relationships/slide" Target="slide275.xml"/><Relationship Id="rId9" Type="http://schemas.openxmlformats.org/officeDocument/2006/relationships/slide" Target="slide284.xml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slide" Target="slide332.xml"/><Relationship Id="rId3" Type="http://schemas.openxmlformats.org/officeDocument/2006/relationships/image" Target="../media/image97.png"/><Relationship Id="rId7" Type="http://schemas.openxmlformats.org/officeDocument/2006/relationships/slide" Target="slide328.xml"/><Relationship Id="rId12" Type="http://schemas.openxmlformats.org/officeDocument/2006/relationships/slide" Target="slide333.xml"/><Relationship Id="rId2" Type="http://schemas.openxmlformats.org/officeDocument/2006/relationships/slide" Target="slide327.xml"/><Relationship Id="rId1" Type="http://schemas.openxmlformats.org/officeDocument/2006/relationships/slideLayout" Target="../slideLayouts/slideLayout85.xml"/><Relationship Id="rId6" Type="http://schemas.openxmlformats.org/officeDocument/2006/relationships/slide" Target="slide329.xml"/><Relationship Id="rId11" Type="http://schemas.openxmlformats.org/officeDocument/2006/relationships/slide" Target="slide377.xml"/><Relationship Id="rId5" Type="http://schemas.openxmlformats.org/officeDocument/2006/relationships/slide" Target="slide326.xml"/><Relationship Id="rId10" Type="http://schemas.openxmlformats.org/officeDocument/2006/relationships/slide" Target="slide331.xml"/><Relationship Id="rId4" Type="http://schemas.openxmlformats.org/officeDocument/2006/relationships/slide" Target="slide325.xml"/><Relationship Id="rId9" Type="http://schemas.openxmlformats.org/officeDocument/2006/relationships/slide" Target="slide330.xml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slide" Target="slide367.xml"/><Relationship Id="rId3" Type="http://schemas.openxmlformats.org/officeDocument/2006/relationships/image" Target="../media/image97.png"/><Relationship Id="rId7" Type="http://schemas.openxmlformats.org/officeDocument/2006/relationships/slide" Target="slide366.xml"/><Relationship Id="rId2" Type="http://schemas.openxmlformats.org/officeDocument/2006/relationships/slide" Target="slide364.xml"/><Relationship Id="rId1" Type="http://schemas.openxmlformats.org/officeDocument/2006/relationships/slideLayout" Target="../slideLayouts/slideLayout87.xml"/><Relationship Id="rId6" Type="http://schemas.openxmlformats.org/officeDocument/2006/relationships/slide" Target="slide368.xml"/><Relationship Id="rId5" Type="http://schemas.openxmlformats.org/officeDocument/2006/relationships/slide" Target="slide369.xml"/><Relationship Id="rId4" Type="http://schemas.openxmlformats.org/officeDocument/2006/relationships/slide" Target="slide365.xml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slide" Target="slide255.xml"/><Relationship Id="rId3" Type="http://schemas.openxmlformats.org/officeDocument/2006/relationships/image" Target="../media/image97.png"/><Relationship Id="rId7" Type="http://schemas.openxmlformats.org/officeDocument/2006/relationships/slide" Target="slide257.xml"/><Relationship Id="rId2" Type="http://schemas.openxmlformats.org/officeDocument/2006/relationships/slide" Target="slide253.xml"/><Relationship Id="rId1" Type="http://schemas.openxmlformats.org/officeDocument/2006/relationships/slideLayout" Target="../slideLayouts/slideLayout89.xml"/><Relationship Id="rId6" Type="http://schemas.openxmlformats.org/officeDocument/2006/relationships/slide" Target="slide254.xml"/><Relationship Id="rId5" Type="http://schemas.openxmlformats.org/officeDocument/2006/relationships/slide" Target="slide252.xml"/><Relationship Id="rId4" Type="http://schemas.openxmlformats.org/officeDocument/2006/relationships/slide" Target="slide251.xml"/><Relationship Id="rId9" Type="http://schemas.openxmlformats.org/officeDocument/2006/relationships/slide" Target="slide256.xml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image" Target="../media/image97.png"/><Relationship Id="rId18" Type="http://schemas.openxmlformats.org/officeDocument/2006/relationships/image" Target="../media/image138.png"/><Relationship Id="rId26" Type="http://schemas.openxmlformats.org/officeDocument/2006/relationships/slide" Target="slide355.xml"/><Relationship Id="rId3" Type="http://schemas.openxmlformats.org/officeDocument/2006/relationships/image" Target="../media/image136.png"/><Relationship Id="rId21" Type="http://schemas.openxmlformats.org/officeDocument/2006/relationships/slide" Target="slide360.xml"/><Relationship Id="rId7" Type="http://schemas.openxmlformats.org/officeDocument/2006/relationships/slide" Target="slide351.xml"/><Relationship Id="rId12" Type="http://schemas.openxmlformats.org/officeDocument/2006/relationships/slide" Target="slide356.xml"/><Relationship Id="rId17" Type="http://schemas.openxmlformats.org/officeDocument/2006/relationships/slide" Target="slide348.xml"/><Relationship Id="rId25" Type="http://schemas.openxmlformats.org/officeDocument/2006/relationships/image" Target="../media/image114.png"/><Relationship Id="rId2" Type="http://schemas.openxmlformats.org/officeDocument/2006/relationships/slide" Target="slide344.xml"/><Relationship Id="rId16" Type="http://schemas.openxmlformats.org/officeDocument/2006/relationships/slide" Target="slide352.xml"/><Relationship Id="rId20" Type="http://schemas.openxmlformats.org/officeDocument/2006/relationships/image" Target="../media/image139.png"/><Relationship Id="rId29" Type="http://schemas.openxmlformats.org/officeDocument/2006/relationships/slide" Target="slide354.xml"/><Relationship Id="rId1" Type="http://schemas.openxmlformats.org/officeDocument/2006/relationships/slideLayout" Target="../slideLayouts/slideLayout91.xml"/><Relationship Id="rId6" Type="http://schemas.openxmlformats.org/officeDocument/2006/relationships/image" Target="../media/image137.png"/><Relationship Id="rId11" Type="http://schemas.openxmlformats.org/officeDocument/2006/relationships/image" Target="../media/image131.png"/><Relationship Id="rId24" Type="http://schemas.openxmlformats.org/officeDocument/2006/relationships/slide" Target="slide346.xml"/><Relationship Id="rId5" Type="http://schemas.openxmlformats.org/officeDocument/2006/relationships/slide" Target="slide345.xml"/><Relationship Id="rId15" Type="http://schemas.openxmlformats.org/officeDocument/2006/relationships/slide" Target="slide376.xml"/><Relationship Id="rId23" Type="http://schemas.openxmlformats.org/officeDocument/2006/relationships/slide" Target="slide350.xml"/><Relationship Id="rId28" Type="http://schemas.openxmlformats.org/officeDocument/2006/relationships/slide" Target="slide359.xml"/><Relationship Id="rId10" Type="http://schemas.openxmlformats.org/officeDocument/2006/relationships/slide" Target="slide357.xml"/><Relationship Id="rId19" Type="http://schemas.openxmlformats.org/officeDocument/2006/relationships/slide" Target="slide358.xml"/><Relationship Id="rId4" Type="http://schemas.openxmlformats.org/officeDocument/2006/relationships/slide" Target="slide353.xml"/><Relationship Id="rId9" Type="http://schemas.openxmlformats.org/officeDocument/2006/relationships/slide" Target="slide347.xml"/><Relationship Id="rId14" Type="http://schemas.openxmlformats.org/officeDocument/2006/relationships/slide" Target="slide349.xml"/><Relationship Id="rId22" Type="http://schemas.openxmlformats.org/officeDocument/2006/relationships/image" Target="../media/image134.png"/><Relationship Id="rId27" Type="http://schemas.openxmlformats.org/officeDocument/2006/relationships/image" Target="../media/image133.png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slide" Target="slide379.xml"/><Relationship Id="rId13" Type="http://schemas.openxmlformats.org/officeDocument/2006/relationships/slide" Target="slide382.xml"/><Relationship Id="rId18" Type="http://schemas.openxmlformats.org/officeDocument/2006/relationships/slide" Target="slide370.xml"/><Relationship Id="rId3" Type="http://schemas.openxmlformats.org/officeDocument/2006/relationships/image" Target="../media/image114.png"/><Relationship Id="rId21" Type="http://schemas.openxmlformats.org/officeDocument/2006/relationships/slide" Target="slide373.xml"/><Relationship Id="rId7" Type="http://schemas.openxmlformats.org/officeDocument/2006/relationships/image" Target="../media/image132.png"/><Relationship Id="rId12" Type="http://schemas.openxmlformats.org/officeDocument/2006/relationships/image" Target="../media/image99.png"/><Relationship Id="rId17" Type="http://schemas.openxmlformats.org/officeDocument/2006/relationships/image" Target="../media/image141.png"/><Relationship Id="rId25" Type="http://schemas.openxmlformats.org/officeDocument/2006/relationships/slide" Target="slide388.xml"/><Relationship Id="rId2" Type="http://schemas.openxmlformats.org/officeDocument/2006/relationships/slide" Target="slide371.xml"/><Relationship Id="rId16" Type="http://schemas.openxmlformats.org/officeDocument/2006/relationships/slide" Target="slide384.xml"/><Relationship Id="rId20" Type="http://schemas.openxmlformats.org/officeDocument/2006/relationships/slide" Target="slide378.xml"/><Relationship Id="rId1" Type="http://schemas.openxmlformats.org/officeDocument/2006/relationships/slideLayout" Target="../slideLayouts/slideLayout93.xml"/><Relationship Id="rId6" Type="http://schemas.openxmlformats.org/officeDocument/2006/relationships/slide" Target="slide372.xml"/><Relationship Id="rId11" Type="http://schemas.openxmlformats.org/officeDocument/2006/relationships/slide" Target="slide381.xml"/><Relationship Id="rId24" Type="http://schemas.openxmlformats.org/officeDocument/2006/relationships/slide" Target="slide386.xml"/><Relationship Id="rId5" Type="http://schemas.openxmlformats.org/officeDocument/2006/relationships/image" Target="../media/image113.png"/><Relationship Id="rId15" Type="http://schemas.openxmlformats.org/officeDocument/2006/relationships/slide" Target="slide383.xml"/><Relationship Id="rId23" Type="http://schemas.openxmlformats.org/officeDocument/2006/relationships/slide" Target="slide385.xml"/><Relationship Id="rId10" Type="http://schemas.openxmlformats.org/officeDocument/2006/relationships/image" Target="../media/image97.png"/><Relationship Id="rId19" Type="http://schemas.openxmlformats.org/officeDocument/2006/relationships/slide" Target="slide374.xml"/><Relationship Id="rId4" Type="http://schemas.openxmlformats.org/officeDocument/2006/relationships/slide" Target="slide375.xml"/><Relationship Id="rId9" Type="http://schemas.openxmlformats.org/officeDocument/2006/relationships/slide" Target="slide387.xml"/><Relationship Id="rId14" Type="http://schemas.openxmlformats.org/officeDocument/2006/relationships/image" Target="../media/image140.png"/><Relationship Id="rId22" Type="http://schemas.openxmlformats.org/officeDocument/2006/relationships/slide" Target="slide380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slide" Target="slide389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118.png"/><Relationship Id="rId5" Type="http://schemas.openxmlformats.org/officeDocument/2006/relationships/slide" Target="slide302.xml"/><Relationship Id="rId4" Type="http://schemas.openxmlformats.org/officeDocument/2006/relationships/image" Target="../media/image94.png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8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2.xml"/></Relationships>
</file>

<file path=ppt/slides/_rels/slide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2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2.xml"/></Relationships>
</file>

<file path=ppt/slides/_rels/slide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2.xml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2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2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4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4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4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4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4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4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4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0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0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0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0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0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0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0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0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0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0.xml"/><Relationship Id="rId5" Type="http://schemas.openxmlformats.org/officeDocument/2006/relationships/image" Target="../media/image94.png"/><Relationship Id="rId4" Type="http://schemas.openxmlformats.org/officeDocument/2006/relationships/slide" Target="slide392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0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0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slide" Target="slide389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Relationship Id="rId6" Type="http://schemas.openxmlformats.org/officeDocument/2006/relationships/image" Target="../media/image119.png"/><Relationship Id="rId5" Type="http://schemas.openxmlformats.org/officeDocument/2006/relationships/slide" Target="slide267.xml"/><Relationship Id="rId4" Type="http://schemas.openxmlformats.org/officeDocument/2006/relationships/image" Target="../media/image94.png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slide" Target="slide389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Relationship Id="rId6" Type="http://schemas.openxmlformats.org/officeDocument/2006/relationships/image" Target="../media/image119.png"/><Relationship Id="rId5" Type="http://schemas.openxmlformats.org/officeDocument/2006/relationships/slide" Target="slide267.xml"/><Relationship Id="rId4" Type="http://schemas.openxmlformats.org/officeDocument/2006/relationships/image" Target="../media/image94.png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0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4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4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slide" Target="slide30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Relationship Id="rId4" Type="http://schemas.openxmlformats.org/officeDocument/2006/relationships/image" Target="../media/image118.png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Relationship Id="rId5" Type="http://schemas.openxmlformats.org/officeDocument/2006/relationships/image" Target="../media/image118.png"/><Relationship Id="rId4" Type="http://schemas.openxmlformats.org/officeDocument/2006/relationships/slide" Target="slide302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slide" Target="slide30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Relationship Id="rId4" Type="http://schemas.openxmlformats.org/officeDocument/2006/relationships/image" Target="../media/image118.png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slide" Target="slide30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Relationship Id="rId4" Type="http://schemas.openxmlformats.org/officeDocument/2006/relationships/image" Target="../media/image118.png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6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2.xml"/></Relationships>
</file>

<file path=ppt/slides/_rels/slide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slide" Target="slide30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118.png"/></Relationships>
</file>

<file path=ppt/slides/_rels/slide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8.xml"/></Relationships>
</file>

<file path=ppt/slides/_rels/slide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6.xml"/></Relationships>
</file>

<file path=ppt/slides/_rels/slide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slide" Target="slide39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Relationship Id="rId4" Type="http://schemas.openxmlformats.org/officeDocument/2006/relationships/image" Target="../media/image94.png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2.xml"/></Relationships>
</file>

<file path=ppt/slides/_rels/slide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2.xml"/></Relationships>
</file>

<file path=ppt/slides/_rels/slide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2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8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8.xml"/></Relationships>
</file>

<file path=ppt/slides/_rels/slide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8.xml"/></Relationships>
</file>

<file path=ppt/slides/_rels/slide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8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8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8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2.xml"/></Relationships>
</file>

<file path=ppt/slides/_rels/slide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6.xml"/></Relationships>
</file>

<file path=ppt/slides/_rels/slide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94.xml"/></Relationships>
</file>

<file path=ppt/slides/_rels/slide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0.xml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uptodate.com/contents/image/print?imageKey=PEDS/59662&amp;topicKey=EM/6559&amp;source=outline_link" TargetMode="External"/><Relationship Id="rId2" Type="http://schemas.openxmlformats.org/officeDocument/2006/relationships/hyperlink" Target="https://en.wikipedia.org/wiki/Glasgow_Coma_Scale" TargetMode="External"/><Relationship Id="rId1" Type="http://schemas.openxmlformats.org/officeDocument/2006/relationships/slideLayout" Target="../slideLayouts/slideLayout95.xml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2161023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C332A7DC-8DA4-4485-AE46-4C2F23512CC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" t="55857" r="19020" b="25763"/>
          <a:stretch/>
        </p:blipFill>
        <p:spPr>
          <a:xfrm>
            <a:off x="333632" y="3830595"/>
            <a:ext cx="9539417" cy="12603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284132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BC69C9D2-46DA-6240-8DD4-6587691ACBA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44C9D92-B8C1-3046-AF7B-DB477A41F309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73884" y="2951544"/>
            <a:ext cx="1817226" cy="925975"/>
          </a:xfrm>
          <a:prstGeom prst="rect">
            <a:avLst/>
          </a:prstGeom>
        </p:spPr>
      </p:pic>
      <p:pic>
        <p:nvPicPr>
          <p:cNvPr id="12" name="그림 11">
            <a:hlinkClick r:id="rId4" action="ppaction://hlinksldjump"/>
            <a:extLst>
              <a:ext uri="{FF2B5EF4-FFF2-40B4-BE49-F238E27FC236}">
                <a16:creationId xmlns:a16="http://schemas.microsoft.com/office/drawing/2014/main" id="{8DA77F17-00FF-8A4B-8C6E-6C1D75EB07B7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5032" y="1307939"/>
            <a:ext cx="3541853" cy="2963119"/>
          </a:xfrm>
          <a:prstGeom prst="rect">
            <a:avLst/>
          </a:prstGeom>
        </p:spPr>
      </p:pic>
      <p:pic>
        <p:nvPicPr>
          <p:cNvPr id="15" name="그림 14">
            <a:hlinkClick r:id="rId6" action="ppaction://hlinksldjump"/>
            <a:extLst>
              <a:ext uri="{FF2B5EF4-FFF2-40B4-BE49-F238E27FC236}">
                <a16:creationId xmlns:a16="http://schemas.microsoft.com/office/drawing/2014/main" id="{9B3C370A-5629-9643-89ED-8C20BD91C345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241174" y="2534856"/>
            <a:ext cx="3078867" cy="3194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557021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9">
            <a:extLst>
              <a:ext uri="{FF2B5EF4-FFF2-40B4-BE49-F238E27FC236}">
                <a16:creationId xmlns:a16="http://schemas.microsoft.com/office/drawing/2014/main" id="{8CD66A4D-7AA4-FF4B-8C0E-1518F57BE1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9524" y="150131"/>
            <a:ext cx="8645271" cy="317329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3B63C41-0A64-4F2E-B747-E8CDAE22492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</a:t>
            </a:fld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0344998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F28ECBC7-72B7-49C3-82E1-7F0790B1343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</a:t>
            </a:fld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26392040-F534-4A37-A5F2-74C4BA482C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</a:p>
        </p:txBody>
      </p:sp>
    </p:spTree>
    <p:extLst>
      <p:ext uri="{BB962C8B-B14F-4D97-AF65-F5344CB8AC3E}">
        <p14:creationId xmlns:p14="http://schemas.microsoft.com/office/powerpoint/2010/main" val="15122057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77FDE61-75A1-D740-A033-3FD1C2D13E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6692663"/>
              </p:ext>
            </p:extLst>
          </p:nvPr>
        </p:nvGraphicFramePr>
        <p:xfrm>
          <a:off x="2740760" y="1916113"/>
          <a:ext cx="6765896" cy="43211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99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6591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 1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소생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 </a:t>
                      </a: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</a:t>
                      </a:r>
                      <a:endParaRPr lang="ko-Kore-KR" altLang="en-US" sz="25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555596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 </a:t>
                      </a: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응급</a:t>
                      </a:r>
                      <a:endParaRPr lang="ko-Kore-KR" altLang="en-US" sz="25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 </a:t>
                      </a: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준응급</a:t>
                      </a:r>
                      <a:endParaRPr lang="ko-Kore-KR" altLang="en-US" sz="25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</a:t>
                      </a:r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5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비응급</a:t>
                      </a:r>
                      <a:endParaRPr lang="ko-Kore-KR" altLang="en-US" sz="2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050522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33280C8F-99CD-5E40-857A-074D9F32FB0F}"/>
              </a:ext>
            </a:extLst>
          </p:cNvPr>
          <p:cNvSpPr/>
          <p:nvPr/>
        </p:nvSpPr>
        <p:spPr>
          <a:xfrm>
            <a:off x="5419402" y="1916113"/>
            <a:ext cx="120580" cy="432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0599944-6A30-4008-BA7B-58CE29271EA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4641543-7B0C-40C1-A45D-3260829B77C1}"/>
              </a:ext>
            </a:extLst>
          </p:cNvPr>
          <p:cNvGrpSpPr/>
          <p:nvPr/>
        </p:nvGrpSpPr>
        <p:grpSpPr>
          <a:xfrm>
            <a:off x="2731064" y="1271361"/>
            <a:ext cx="6775591" cy="523220"/>
            <a:chOff x="2731064" y="1503067"/>
            <a:chExt cx="6775591" cy="52322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F247DCF-96ED-42AD-855B-1FD303721526}"/>
                </a:ext>
              </a:extLst>
            </p:cNvPr>
            <p:cNvSpPr txBox="1"/>
            <p:nvPr/>
          </p:nvSpPr>
          <p:spPr>
            <a:xfrm>
              <a:off x="2799642" y="1503067"/>
              <a:ext cx="6638434" cy="523220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ko-KR" altLang="en-US" sz="2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한국형 응급환자 분류도구 단계별 색상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B2B0E159-AF0A-4DC8-98DB-9E56DCFB1262}"/>
                </a:ext>
              </a:extLst>
            </p:cNvPr>
            <p:cNvSpPr/>
            <p:nvPr/>
          </p:nvSpPr>
          <p:spPr>
            <a:xfrm>
              <a:off x="9460936" y="1602677"/>
              <a:ext cx="45719" cy="324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18A54543-7B04-4280-AE94-6FC11A151F04}"/>
                </a:ext>
              </a:extLst>
            </p:cNvPr>
            <p:cNvSpPr/>
            <p:nvPr/>
          </p:nvSpPr>
          <p:spPr>
            <a:xfrm>
              <a:off x="2731064" y="1602677"/>
              <a:ext cx="45719" cy="324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08820461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0599944-6A30-4008-BA7B-58CE29271EA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710E220-B977-4F19-B432-197C5FB7B7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9367504"/>
              </p:ext>
            </p:extLst>
          </p:nvPr>
        </p:nvGraphicFramePr>
        <p:xfrm>
          <a:off x="960084" y="1877230"/>
          <a:ext cx="5135916" cy="43736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9682">
                  <a:extLst>
                    <a:ext uri="{9D8B030D-6E8A-4147-A177-3AD203B41FA5}">
                      <a16:colId xmlns:a16="http://schemas.microsoft.com/office/drawing/2014/main" val="3281974142"/>
                    </a:ext>
                  </a:extLst>
                </a:gridCol>
                <a:gridCol w="4736234">
                  <a:extLst>
                    <a:ext uri="{9D8B030D-6E8A-4147-A177-3AD203B41FA5}">
                      <a16:colId xmlns:a16="http://schemas.microsoft.com/office/drawing/2014/main" val="3669090837"/>
                    </a:ext>
                  </a:extLst>
                </a:gridCol>
              </a:tblGrid>
              <a:tr h="208269">
                <a:tc gridSpan="2">
                  <a:txBody>
                    <a:bodyPr/>
                    <a:lstStyle/>
                    <a:p>
                      <a:pPr marL="0" lvl="1" indent="0" algn="l" defTabSz="914400" rtl="0" eaLnBrk="1" fontAlgn="t" latinLnBrk="0" hangingPunct="1">
                        <a:buSzPct val="90000"/>
                        <a:buFont typeface="Wingdings" panose="05000000000000000000" pitchFamily="2" charset="2"/>
                        <a:buNone/>
                        <a:tabLst>
                          <a:tab pos="88900" algn="l"/>
                        </a:tabLst>
                      </a:pPr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 수준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의식 수준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4874652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무의식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(U,</a:t>
                      </a:r>
                      <a:r>
                        <a:rPr 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GCS 3-8</a:t>
                      </a:r>
                      <a:r>
                        <a:rPr 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sz="1050" b="0" i="0" u="none" strike="noStrike" dirty="0">
                        <a:solidFill>
                          <a:srgbClr val="9933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6976505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의식변화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(V/P, GCS 9-13)</a:t>
                      </a:r>
                      <a:endParaRPr lang="en-US" altLang="ko-KR" sz="1050" b="0" i="0" u="none" strike="noStrike" dirty="0">
                        <a:solidFill>
                          <a:srgbClr val="9933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194515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endParaRPr lang="ko-KR" altLang="en-US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endParaRPr lang="ko-KR" altLang="en-US" sz="105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5071476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 상태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혈역학적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259888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쇼크</a:t>
                      </a:r>
                      <a:endParaRPr lang="ko-KR" altLang="en-US" sz="105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03453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혈역학적 장애</a:t>
                      </a:r>
                      <a:endParaRPr lang="ko-KR" altLang="en-US" sz="105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1018933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비정상 맥박수이지만 혈역학적으로 안정</a:t>
                      </a:r>
                      <a:endParaRPr lang="ko-KR" altLang="en-US" sz="105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0032436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endParaRPr lang="ko-KR" altLang="en-US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endParaRPr lang="ko-KR" altLang="en-US" sz="105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6955695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 상태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호흡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08824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중증 호흡곤란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909948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중등도 호흡곤란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398485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경증 호흡곤란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3807387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endParaRPr lang="ko-KR" altLang="en-US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endParaRPr lang="ko-KR" altLang="en-US" sz="105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8125484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 상태*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체온 상태*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8663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면역저하 상태</a:t>
                      </a:r>
                      <a:endParaRPr lang="ko-KR" altLang="en-US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3314316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패혈증 의증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(3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이상의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SIRS 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기준 만족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en-US" altLang="ko-KR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867371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전신염증반응증후군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열을 포함한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개의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SIRS 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 만족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904769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아파 보임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568923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 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건강해 보임</a:t>
                      </a:r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738765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457200" lvl="1" indent="79375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*환자가 </a:t>
                      </a:r>
                      <a:r>
                        <a:rPr lang="ko-KR" altLang="en-US" sz="105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내원시</a:t>
                      </a:r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열이 없더라도 발열의 기록이 있으면 적용가능</a:t>
                      </a:r>
                      <a:endParaRPr lang="ko-KR" altLang="en-US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+mn-ea"/>
                          <a:ea typeface="+mn-ea"/>
                        </a:rPr>
                        <a:t>*환자가 </a:t>
                      </a:r>
                      <a:r>
                        <a:rPr lang="ko-KR" altLang="en-US" sz="1050" u="none" strike="noStrike" dirty="0" err="1">
                          <a:effectLst/>
                          <a:latin typeface="+mn-ea"/>
                          <a:ea typeface="+mn-ea"/>
                        </a:rPr>
                        <a:t>내원시</a:t>
                      </a:r>
                      <a:r>
                        <a:rPr lang="ko-KR" altLang="en-US" sz="1050" u="none" strike="noStrike" dirty="0">
                          <a:effectLst/>
                          <a:latin typeface="+mn-ea"/>
                          <a:ea typeface="+mn-ea"/>
                        </a:rPr>
                        <a:t> 열이 없더라도 발열의 기록이 있으면 적용가능</a:t>
                      </a:r>
                      <a:endParaRPr lang="ko-KR" altLang="en-US" sz="1050" b="0" i="0" u="none" strike="noStrike" dirty="0">
                        <a:solidFill>
                          <a:srgbClr val="3366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2466059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A9BBAB7-A667-4F93-8BFE-9AF9EFE046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6598443"/>
              </p:ext>
            </p:extLst>
          </p:nvPr>
        </p:nvGraphicFramePr>
        <p:xfrm>
          <a:off x="6416845" y="1877239"/>
          <a:ext cx="5137200" cy="43736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9782">
                  <a:extLst>
                    <a:ext uri="{9D8B030D-6E8A-4147-A177-3AD203B41FA5}">
                      <a16:colId xmlns:a16="http://schemas.microsoft.com/office/drawing/2014/main" val="3281974142"/>
                    </a:ext>
                  </a:extLst>
                </a:gridCol>
                <a:gridCol w="4737418">
                  <a:extLst>
                    <a:ext uri="{9D8B030D-6E8A-4147-A177-3AD203B41FA5}">
                      <a16:colId xmlns:a16="http://schemas.microsoft.com/office/drawing/2014/main" val="3669090837"/>
                    </a:ext>
                  </a:extLst>
                </a:gridCol>
              </a:tblGrid>
              <a:tr h="202614">
                <a:tc gridSpan="2"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200" b="1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</a:t>
                      </a:r>
                      <a:r>
                        <a:rPr lang="en-US" altLang="ko-KR" sz="1200" b="1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지혈에 문제가 있는 상황</a:t>
                      </a:r>
                      <a:r>
                        <a:rPr lang="en-US" altLang="ko-KR" sz="1200" b="1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fontAlgn="t"/>
                      <a:r>
                        <a:rPr lang="ko-KR" altLang="en-US" sz="1200" b="1" u="none" strike="noStrike" dirty="0" err="1">
                          <a:effectLst/>
                          <a:latin typeface="+mn-ea"/>
                          <a:ea typeface="+mn-ea"/>
                        </a:rPr>
                        <a:t>출혈성</a:t>
                      </a:r>
                      <a:r>
                        <a:rPr lang="ko-KR" altLang="en-US" sz="1200" b="1" u="none" strike="noStrike" dirty="0">
                          <a:effectLst/>
                          <a:latin typeface="+mn-ea"/>
                          <a:ea typeface="+mn-ea"/>
                        </a:rPr>
                        <a:t> 질환</a:t>
                      </a:r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1" u="none" strike="noStrike" dirty="0">
                          <a:effectLst/>
                          <a:latin typeface="+mn-ea"/>
                          <a:ea typeface="+mn-ea"/>
                        </a:rPr>
                        <a:t>지혈에 문제가 있는 상황</a:t>
                      </a:r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2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4874652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생명 혹은 사지를 소실할 정도의 위급한 출혈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6976505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중등도나 경도의 출혈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194515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3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3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5071476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사고기전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2598880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고위험성 사고기전</a:t>
                      </a:r>
                      <a:endParaRPr lang="ko-KR" altLang="en-US" sz="105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034538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3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3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6955695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호흡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088248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중심성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(8-10)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9099480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중심성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중등도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(4-7)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0479418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중심성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경증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(&lt;4)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7166656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endParaRPr lang="ko-KR" altLang="en-US" sz="3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88165011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중심성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통증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875455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중심성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(8-10)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816935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중심성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중등도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(4-7)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4540774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중심성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경증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(&lt;4)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3984858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endParaRPr lang="ko-KR" altLang="en-US" sz="3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5627734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급성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말초성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통증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3807387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말초성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(8-10)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3314316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말초성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중등도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(4-7)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867371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말초성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경증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(&lt;4)</a:t>
                      </a:r>
                    </a:p>
                  </a:txBody>
                  <a:tcPr marL="108000" marR="9525" marT="0" marB="1800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904769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endParaRPr lang="ko-KR" altLang="en-US" sz="3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99511252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말초성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통증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568923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말초성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(8-10)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738765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</a:t>
                      </a:r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말초성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(&lt;8)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2466059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A4DF8203-8F0E-44D4-A471-8D315831F905}"/>
              </a:ext>
            </a:extLst>
          </p:cNvPr>
          <p:cNvGrpSpPr/>
          <p:nvPr/>
        </p:nvGrpSpPr>
        <p:grpSpPr>
          <a:xfrm>
            <a:off x="1961755" y="1385299"/>
            <a:ext cx="3079556" cy="295345"/>
            <a:chOff x="1961755" y="1427339"/>
            <a:chExt cx="3079556" cy="29534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F247DCF-96ED-42AD-855B-1FD303721526}"/>
                </a:ext>
              </a:extLst>
            </p:cNvPr>
            <p:cNvSpPr txBox="1"/>
            <p:nvPr/>
          </p:nvSpPr>
          <p:spPr>
            <a:xfrm>
              <a:off x="2076527" y="1427339"/>
              <a:ext cx="2850012" cy="295345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ko-KR" altLang="en-US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활력징후 </a:t>
              </a:r>
              <a:r>
                <a:rPr lang="en-US" altLang="ko-KR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 고려사항</a:t>
              </a:r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DD850942-E5E3-447B-8B2C-270A66D69708}"/>
                </a:ext>
              </a:extLst>
            </p:cNvPr>
            <p:cNvSpPr/>
            <p:nvPr/>
          </p:nvSpPr>
          <p:spPr>
            <a:xfrm>
              <a:off x="4995592" y="144901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41F46A6A-0309-4D7E-81F4-5BBEEA44CF74}"/>
                </a:ext>
              </a:extLst>
            </p:cNvPr>
            <p:cNvSpPr/>
            <p:nvPr/>
          </p:nvSpPr>
          <p:spPr>
            <a:xfrm>
              <a:off x="1961755" y="144901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2466D06-A54E-4704-A393-6BFA003995B2}"/>
              </a:ext>
            </a:extLst>
          </p:cNvPr>
          <p:cNvGrpSpPr/>
          <p:nvPr/>
        </p:nvGrpSpPr>
        <p:grpSpPr>
          <a:xfrm>
            <a:off x="7445667" y="1385299"/>
            <a:ext cx="3079556" cy="295345"/>
            <a:chOff x="1961755" y="1427339"/>
            <a:chExt cx="3079556" cy="29534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0180C92-49DB-4BA2-8E1A-DC9D76125E9B}"/>
                </a:ext>
              </a:extLst>
            </p:cNvPr>
            <p:cNvSpPr txBox="1"/>
            <p:nvPr/>
          </p:nvSpPr>
          <p:spPr>
            <a:xfrm>
              <a:off x="2076527" y="1427339"/>
              <a:ext cx="2850012" cy="295345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ko-KR" altLang="en-US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 밖의 </a:t>
              </a:r>
              <a:r>
                <a:rPr lang="en-US" altLang="ko-KR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 고려사항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3DE4554C-9172-49D9-B772-50ED5FEA7735}"/>
                </a:ext>
              </a:extLst>
            </p:cNvPr>
            <p:cNvSpPr/>
            <p:nvPr/>
          </p:nvSpPr>
          <p:spPr>
            <a:xfrm>
              <a:off x="4995592" y="144901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DAAED4E9-4EEC-4669-A71C-728B65F5080E}"/>
                </a:ext>
              </a:extLst>
            </p:cNvPr>
            <p:cNvSpPr/>
            <p:nvPr/>
          </p:nvSpPr>
          <p:spPr>
            <a:xfrm>
              <a:off x="1961755" y="144901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7276425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D89465D-3EE2-D945-B787-072333E955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6119502"/>
              </p:ext>
            </p:extLst>
          </p:nvPr>
        </p:nvGraphicFramePr>
        <p:xfrm>
          <a:off x="1350333" y="2109121"/>
          <a:ext cx="10166205" cy="2180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08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92160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1121899">
                  <a:extLst>
                    <a:ext uri="{9D8B030D-6E8A-4147-A177-3AD203B41FA5}">
                      <a16:colId xmlns:a16="http://schemas.microsoft.com/office/drawing/2014/main" val="3968574404"/>
                    </a:ext>
                  </a:extLst>
                </a:gridCol>
                <a:gridCol w="1121899">
                  <a:extLst>
                    <a:ext uri="{9D8B030D-6E8A-4147-A177-3AD203B41FA5}">
                      <a16:colId xmlns:a16="http://schemas.microsoft.com/office/drawing/2014/main" val="1863929908"/>
                    </a:ext>
                  </a:extLst>
                </a:gridCol>
              </a:tblGrid>
              <a:tr h="3807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의식수준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GCS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AVPU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무의식</a:t>
                      </a:r>
                      <a:endParaRPr lang="en-US" altLang="ko-KR" sz="1600" b="1" dirty="0">
                        <a:solidFill>
                          <a:srgbClr val="0F3D97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기도를 스스로 유지할 수 없거나 지속적인 발작 또는 의식수준의 점진적인 악화를 보이는 경우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의식수준의 변화</a:t>
                      </a:r>
                      <a:endParaRPr lang="en-US" altLang="ko-KR" sz="1600" b="1" kern="120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장소 및 시간에 대한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지남력의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상실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최근 기억에 대한 상실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 발생한 착란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en-US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V/P</a:t>
                      </a: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619A295-8CBD-344C-9B9A-CCF1BD621DDC}"/>
              </a:ext>
            </a:extLst>
          </p:cNvPr>
          <p:cNvSpPr/>
          <p:nvPr/>
        </p:nvSpPr>
        <p:spPr>
          <a:xfrm>
            <a:off x="2228273" y="2104953"/>
            <a:ext cx="120580" cy="21816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671670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의식수준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76DC5124-624B-4816-8938-82D76DF0866E}"/>
              </a:ext>
            </a:extLst>
          </p:cNvPr>
          <p:cNvGrpSpPr/>
          <p:nvPr/>
        </p:nvGrpSpPr>
        <p:grpSpPr>
          <a:xfrm>
            <a:off x="9848800" y="4439270"/>
            <a:ext cx="1754374" cy="502757"/>
            <a:chOff x="9848800" y="4439270"/>
            <a:chExt cx="1754374" cy="502757"/>
          </a:xfrm>
        </p:grpSpPr>
        <p:pic>
          <p:nvPicPr>
            <p:cNvPr id="9" name="그림 8">
              <a:extLst>
                <a:ext uri="{FF2B5EF4-FFF2-40B4-BE49-F238E27FC236}">
                  <a16:creationId xmlns:a16="http://schemas.microsoft.com/office/drawing/2014/main" id="{A9073B5E-4046-40C6-8A94-B07766CD8FD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848800" y="4439270"/>
              <a:ext cx="1754374" cy="502757"/>
            </a:xfrm>
            <a:prstGeom prst="rect">
              <a:avLst/>
            </a:prstGeom>
          </p:spPr>
        </p:pic>
        <p:sp>
          <p:nvSpPr>
            <p:cNvPr id="10" name="TextBox 9">
              <a:hlinkClick r:id="rId4" action="ppaction://hlinksldjump"/>
              <a:extLst>
                <a:ext uri="{FF2B5EF4-FFF2-40B4-BE49-F238E27FC236}">
                  <a16:creationId xmlns:a16="http://schemas.microsoft.com/office/drawing/2014/main" id="{32845C41-5E79-40FD-A8E3-B9DEAEF045F5}"/>
                </a:ext>
              </a:extLst>
            </p:cNvPr>
            <p:cNvSpPr txBox="1"/>
            <p:nvPr/>
          </p:nvSpPr>
          <p:spPr>
            <a:xfrm>
              <a:off x="10196623" y="4564235"/>
              <a:ext cx="103135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GCS</a:t>
              </a:r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정의</a:t>
              </a: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B3D6F12D-D765-4629-A46C-BFC393D9BDB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499822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D89465D-3EE2-D945-B787-072333E955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117986"/>
              </p:ext>
            </p:extLst>
          </p:nvPr>
        </p:nvGraphicFramePr>
        <p:xfrm>
          <a:off x="1350333" y="2109121"/>
          <a:ext cx="10166400" cy="3080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08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9165600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807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순환상태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쇼크 </a:t>
                      </a:r>
                      <a:r>
                        <a:rPr lang="en-US" altLang="ko-KR" sz="1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</a:t>
                      </a:r>
                      <a:r>
                        <a:rPr lang="en-US" altLang="ko-KR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중증 종말 기관 </a:t>
                      </a: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(end-organ) 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순환 부전의 증거</a:t>
                      </a:r>
                      <a:endParaRPr lang="en-US" altLang="ko-KR" sz="1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약한 맥박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심각한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빈맥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또는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서맥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의식수준의 저하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패혈성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쇼크처럼 홍조를 띠고 열이 나며 아파 보이는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(toxic)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 장애 </a:t>
                      </a:r>
                      <a:r>
                        <a:rPr lang="en-US" altLang="ko-KR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(compromise)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경계성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(borderline)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관류의 증거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설명되지 않는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빈맥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기립성 저혈압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병력청취로 확인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저혈압 의심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정상보다 낮은 혈압 또는 평소 환자의 혈압보다 낮은 혈압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환자의 주증상과 관련하여 </a:t>
                      </a: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활력징후의 </a:t>
                      </a:r>
                      <a:r>
                        <a:rPr lang="ko-KR" altLang="en-US" sz="1600" b="1" kern="1200" dirty="0" err="1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상한치</a:t>
                      </a: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또는 하한치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를 보이는 경우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활력징후가 환자의 평소 정상치와 차이가 있는 경우 포함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1349206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619A295-8CBD-344C-9B9A-CCF1BD621DDC}"/>
              </a:ext>
            </a:extLst>
          </p:cNvPr>
          <p:cNvSpPr/>
          <p:nvPr/>
        </p:nvSpPr>
        <p:spPr>
          <a:xfrm>
            <a:off x="2228273" y="2104953"/>
            <a:ext cx="120580" cy="3088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81759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혈역학적 상태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FF748BA4-AD89-49B0-9A4B-34FEB333CC5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9113861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D89465D-3EE2-D945-B787-072333E955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658817"/>
              </p:ext>
            </p:extLst>
          </p:nvPr>
        </p:nvGraphicFramePr>
        <p:xfrm>
          <a:off x="1350333" y="2109121"/>
          <a:ext cx="10166400" cy="3080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08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593942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1536192">
                  <a:extLst>
                    <a:ext uri="{9D8B030D-6E8A-4147-A177-3AD203B41FA5}">
                      <a16:colId xmlns:a16="http://schemas.microsoft.com/office/drawing/2014/main" val="3372045893"/>
                    </a:ext>
                  </a:extLst>
                </a:gridCol>
                <a:gridCol w="1689981">
                  <a:extLst>
                    <a:ext uri="{9D8B030D-6E8A-4147-A177-3AD203B41FA5}">
                      <a16:colId xmlns:a16="http://schemas.microsoft.com/office/drawing/2014/main" val="2031811545"/>
                    </a:ext>
                  </a:extLst>
                </a:gridCol>
              </a:tblGrid>
              <a:tr h="3807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호흡곤란의 정도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산소포화도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최고호기 유속 예측도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중증</a:t>
                      </a:r>
                      <a:endParaRPr lang="en-US" altLang="ko-KR" sz="1600" b="1" dirty="0">
                        <a:solidFill>
                          <a:srgbClr val="0F3D97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과도한 호흡노력으로 피로한 상태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청색증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 단어 정도만 말할 수 있는 상태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대화가 불가능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상기도 폐쇄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기면 또는 착란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기도삽관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또는 호흡보조가 필요한 상태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&lt;90% (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급성발병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증가된 호흡 노력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구문이나 끊어진 문장으로 말할 수 있음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기도는 유지되나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(stridor)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심하거나 악화되는 상태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&lt;92% (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급성발병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&lt;90% (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만성발병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&lt;40%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endParaRPr lang="en-US" altLang="ko-KR" sz="1600" b="1" kern="1200" dirty="0">
                        <a:solidFill>
                          <a:srgbClr val="D7A13B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숨참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빈호흡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운동시 호흡곤란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호흡노력 증가는 없음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완전한 문장으로 말할 수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있음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(stridor)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은 있으나 명백한 기도폐쇄가 없는 상태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92-94%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40-60%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1349206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619A295-8CBD-344C-9B9A-CCF1BD621DDC}"/>
              </a:ext>
            </a:extLst>
          </p:cNvPr>
          <p:cNvSpPr/>
          <p:nvPr/>
        </p:nvSpPr>
        <p:spPr>
          <a:xfrm>
            <a:off x="2228273" y="2104953"/>
            <a:ext cx="120580" cy="3088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707289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 상태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54D89B62-32B1-4615-BB51-848FF47DCB5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140904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D89465D-3EE2-D945-B787-072333E955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5205782"/>
              </p:ext>
            </p:extLst>
          </p:nvPr>
        </p:nvGraphicFramePr>
        <p:xfrm>
          <a:off x="1350334" y="2109120"/>
          <a:ext cx="5170474" cy="4128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08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169674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13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&gt;38.0°C (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나이 ≥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76295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면역 저하 상태</a:t>
                      </a:r>
                      <a:endParaRPr lang="en-US" altLang="ko-KR" sz="1600" b="1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중성구감소증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또는 의증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항암 화학 요법 또는 스테로이드를 포함한 면역억제제를 복용중인 경우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76295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패혈증 의증</a:t>
                      </a:r>
                      <a:endParaRPr lang="en-US" altLang="ko-KR" sz="1600" b="1" kern="120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 이상의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기준을 만족하거나 또는 혈역학적 이상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 곤란 또는 의식수준의 변화가 있는 경우</a:t>
                      </a: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762953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 err="1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endParaRPr lang="en-US" altLang="ko-KR" sz="1600" b="1" kern="1200" dirty="0">
                        <a:solidFill>
                          <a:srgbClr val="D7A13B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기준을 만족하는 경우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76295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중 열이 있으면서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아파보이는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홍조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기면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또는 초조한 상태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15479"/>
                  </a:ext>
                </a:extLst>
              </a:tr>
              <a:tr h="762953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377A54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600" b="1" kern="1200" dirty="0">
                          <a:solidFill>
                            <a:srgbClr val="377A54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600" b="1" kern="1200" dirty="0">
                          <a:solidFill>
                            <a:srgbClr val="377A54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600" b="1" kern="1200" dirty="0">
                          <a:solidFill>
                            <a:srgbClr val="377A54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중 열만 있고 곤란함 없이 편안해 보이는 상태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619A295-8CBD-344C-9B9A-CCF1BD621DDC}"/>
              </a:ext>
            </a:extLst>
          </p:cNvPr>
          <p:cNvSpPr/>
          <p:nvPr/>
        </p:nvSpPr>
        <p:spPr>
          <a:xfrm>
            <a:off x="2228273" y="2104953"/>
            <a:ext cx="120580" cy="41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45671D04-9092-41CE-91A9-9FFC67A2598D}"/>
              </a:ext>
            </a:extLst>
          </p:cNvPr>
          <p:cNvGrpSpPr/>
          <p:nvPr/>
        </p:nvGrpSpPr>
        <p:grpSpPr>
          <a:xfrm>
            <a:off x="6760717" y="2030531"/>
            <a:ext cx="5004378" cy="3985706"/>
            <a:chOff x="6760717" y="1985189"/>
            <a:chExt cx="5004378" cy="3985706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C74BDBA1-2D6B-1846-B0DA-5EA366412C19}"/>
                </a:ext>
              </a:extLst>
            </p:cNvPr>
            <p:cNvSpPr txBox="1"/>
            <p:nvPr/>
          </p:nvSpPr>
          <p:spPr>
            <a:xfrm>
              <a:off x="6964495" y="1985189"/>
              <a:ext cx="4800600" cy="398570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  <a:buClr>
                  <a:schemeClr val="tx1"/>
                </a:buClr>
                <a:buSzPct val="75000"/>
                <a:defRPr/>
              </a:pPr>
              <a:r>
                <a:rPr kumimoji="1" lang="ko-KR" altLang="en-US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전신염증반응증후군 </a:t>
              </a:r>
              <a:r>
                <a:rPr kumimoji="1" lang="en-US" altLang="ko-KR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kumimoji="1" lang="en-CA" altLang="ko-Kore-KR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SIRS)</a:t>
              </a:r>
            </a:p>
            <a:p>
              <a:pPr>
                <a:buClr>
                  <a:schemeClr val="tx1"/>
                </a:buClr>
                <a:buSzPct val="75000"/>
                <a:defRPr/>
              </a:pP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여러가지 중증 임상 상황에서 나타나는 전신 염증 반응을 의미하며 아래 기준 중 두 가지 이상을 만족하는 경우로 정의한다</a:t>
              </a:r>
              <a:r>
                <a:rPr lang="en-US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  <a:p>
              <a:pPr>
                <a:buClr>
                  <a:schemeClr val="tx1"/>
                </a:buClr>
                <a:buSzPct val="75000"/>
                <a:defRPr/>
              </a:pPr>
              <a:endParaRPr lang="en-CA" altLang="ko-Kore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lvl="1" indent="-457200">
                <a:buClr>
                  <a:schemeClr val="tx1"/>
                </a:buClr>
                <a:buSzPct val="80000"/>
                <a:defRPr/>
              </a:pPr>
              <a:r>
                <a:rPr lang="en-CA" altLang="ko-Kore-KR" sz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체온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&gt;38°C or &lt;36°C</a:t>
              </a:r>
            </a:p>
            <a:p>
              <a:pPr marL="0" lvl="1" indent="-457200">
                <a:buClr>
                  <a:schemeClr val="tx1"/>
                </a:buClr>
                <a:buSzPct val="80000"/>
                <a:defRPr/>
              </a:pPr>
              <a:endParaRPr lang="en-CA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lvl="1" indent="-457200">
                <a:buClr>
                  <a:schemeClr val="tx1"/>
                </a:buClr>
                <a:buSzPct val="80000"/>
                <a:defRPr/>
              </a:pPr>
              <a:r>
                <a:rPr lang="en-CA" altLang="ko-Kore-KR" sz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심박수 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&gt;90 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회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1200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lvl="1" indent="-457200">
                <a:buClr>
                  <a:schemeClr val="tx1"/>
                </a:buClr>
                <a:buSzPct val="80000"/>
                <a:defRPr/>
              </a:pPr>
              <a:endParaRPr lang="en-CA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lvl="1">
                <a:buClr>
                  <a:schemeClr val="tx1"/>
                </a:buClr>
                <a:buSzPct val="80000"/>
                <a:defRPr/>
              </a:pPr>
              <a:r>
                <a:rPr lang="en-US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호흡수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&gt;20 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회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marL="0" lvl="1">
                <a:buClr>
                  <a:schemeClr val="tx1"/>
                </a:buClr>
                <a:buSzPct val="80000"/>
                <a:defRPr/>
              </a:pP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 또는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PaCO</a:t>
              </a:r>
              <a:r>
                <a:rPr lang="en-CA" altLang="ko-Kore-KR" sz="1200" baseline="-250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&lt; 32 torr (&lt;4.3 kPa)</a:t>
              </a:r>
            </a:p>
            <a:p>
              <a:pPr marL="0" lvl="1">
                <a:buClr>
                  <a:schemeClr val="tx1"/>
                </a:buClr>
                <a:buSzPct val="80000"/>
                <a:defRPr/>
              </a:pPr>
              <a:endParaRPr lang="en-CA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lvl="1">
                <a:buClr>
                  <a:schemeClr val="tx1"/>
                </a:buClr>
                <a:buSzPct val="80000"/>
                <a:defRPr/>
              </a:pPr>
              <a:r>
                <a:rPr lang="en-US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WBC &gt;12000 cells/mm</a:t>
              </a:r>
              <a:r>
                <a:rPr lang="en-CA" altLang="ko-Kore-KR" sz="1200" baseline="300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en-CA" altLang="ko-Kore-KR" sz="1200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lvl="1">
                <a:buClr>
                  <a:schemeClr val="tx1"/>
                </a:buClr>
                <a:buSzPct val="80000"/>
                <a:defRPr/>
              </a:pP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 또는 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&lt;4000 cells/mm</a:t>
              </a:r>
              <a:r>
                <a:rPr lang="en-CA" altLang="ko-Kore-KR" sz="1200" baseline="300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marL="0" lvl="1">
                <a:buClr>
                  <a:schemeClr val="tx1"/>
                </a:buClr>
                <a:buSzPct val="80000"/>
                <a:defRPr/>
              </a:pP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또는</a:t>
              </a:r>
              <a:r>
                <a:rPr lang="en-CA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CA" altLang="ko-Kore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&gt;10% immature (band) forms</a:t>
              </a:r>
            </a:p>
            <a:p>
              <a:pPr marL="0" lvl="1" indent="-457200">
                <a:buClr>
                  <a:schemeClr val="tx1"/>
                </a:buClr>
                <a:buSzPct val="80000"/>
                <a:defRPr/>
              </a:pPr>
              <a:endParaRPr lang="en-CA" altLang="ko-Kore-KR" sz="1400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>
                  <a:schemeClr val="tx1"/>
                </a:buClr>
                <a:buSzPct val="75000"/>
                <a:defRPr/>
              </a:pPr>
              <a:r>
                <a:rPr kumimoji="1" lang="ko-KR" altLang="en-US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패혈증 </a:t>
              </a:r>
              <a:r>
                <a:rPr kumimoji="1" lang="en-US" altLang="ko-KR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(Sepsis) </a:t>
              </a:r>
            </a:p>
            <a:p>
              <a:pPr>
                <a:buClr>
                  <a:schemeClr val="tx1"/>
                </a:buClr>
                <a:buSzPct val="75000"/>
                <a:defRPr/>
              </a:pP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감염에 대한 숙주 반응 </a:t>
              </a:r>
              <a:r>
                <a:rPr lang="en-US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(host response)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조절 장애로 발생하는 치명적인 장기부전</a:t>
              </a:r>
              <a:r>
                <a:rPr lang="en-US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  <a:p>
              <a:pPr>
                <a:buClr>
                  <a:schemeClr val="tx1"/>
                </a:buClr>
                <a:buSzPct val="75000"/>
                <a:defRPr/>
              </a:pPr>
              <a:endParaRPr lang="en-US" altLang="ko-KR" sz="1200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>
                  <a:schemeClr val="tx1"/>
                </a:buClr>
                <a:buSzPct val="75000"/>
                <a:defRPr/>
              </a:pP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두 가지 이상의 </a:t>
              </a:r>
              <a:r>
                <a:rPr lang="en-US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SIRS </a:t>
              </a:r>
              <a:r>
                <a:rPr lang="ko-KR" altLang="en-US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기준을 만족하고 감염성 원인이 의심되는 경우로 정의한다</a:t>
              </a:r>
              <a:r>
                <a:rPr lang="en-US" altLang="ko-KR" sz="1200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</p:txBody>
        </p:sp>
        <p:pic>
          <p:nvPicPr>
            <p:cNvPr id="15" name="그림 14">
              <a:extLst>
                <a:ext uri="{FF2B5EF4-FFF2-40B4-BE49-F238E27FC236}">
                  <a16:creationId xmlns:a16="http://schemas.microsoft.com/office/drawing/2014/main" id="{72D6A692-BC7A-D749-9E19-67D7DD2E27A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60717" y="2038792"/>
              <a:ext cx="278013" cy="295947"/>
            </a:xfrm>
            <a:prstGeom prst="rect">
              <a:avLst/>
            </a:prstGeom>
          </p:spPr>
        </p:pic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CDE32CA8-283B-CD41-8F3A-26B85DC88E8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60717" y="4663264"/>
              <a:ext cx="278013" cy="295947"/>
            </a:xfrm>
            <a:prstGeom prst="rect">
              <a:avLst/>
            </a:prstGeom>
          </p:spPr>
        </p:pic>
      </p:grp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682347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체온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패혈증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E5E26FF9-DF0C-4F41-B48A-0FD82CCBCF7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163845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96744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018DC85A-1DB7-4048-B082-8799C88D478C}"/>
              </a:ext>
            </a:extLst>
          </p:cNvPr>
          <p:cNvGrpSpPr/>
          <p:nvPr/>
        </p:nvGrpSpPr>
        <p:grpSpPr>
          <a:xfrm>
            <a:off x="1347487" y="2875444"/>
            <a:ext cx="1344464" cy="467018"/>
            <a:chOff x="3253028" y="3236090"/>
            <a:chExt cx="1344463" cy="467018"/>
          </a:xfrm>
        </p:grpSpPr>
        <p:sp>
          <p:nvSpPr>
            <p:cNvPr id="23" name="대각선 방향의 모서리가 잘린 사각형 73">
              <a:extLst>
                <a:ext uri="{FF2B5EF4-FFF2-40B4-BE49-F238E27FC236}">
                  <a16:creationId xmlns:a16="http://schemas.microsoft.com/office/drawing/2014/main" id="{2240BC1A-E1D5-4EAC-9052-1E1E46D4AE0B}"/>
                </a:ext>
              </a:extLst>
            </p:cNvPr>
            <p:cNvSpPr/>
            <p:nvPr/>
          </p:nvSpPr>
          <p:spPr>
            <a:xfrm flipV="1">
              <a:off x="3258291" y="3236090"/>
              <a:ext cx="250171" cy="461819"/>
            </a:xfrm>
            <a:prstGeom prst="snip2DiagRect">
              <a:avLst>
                <a:gd name="adj1" fmla="val 0"/>
                <a:gd name="adj2" fmla="val 43223"/>
              </a:avLst>
            </a:prstGeom>
            <a:solidFill>
              <a:srgbClr val="151333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대각선 방향의 모서리가 잘린 사각형 74">
              <a:extLst>
                <a:ext uri="{FF2B5EF4-FFF2-40B4-BE49-F238E27FC236}">
                  <a16:creationId xmlns:a16="http://schemas.microsoft.com/office/drawing/2014/main" id="{28C84B55-F0A5-430E-8BD3-C2197A3A111E}"/>
                </a:ext>
              </a:extLst>
            </p:cNvPr>
            <p:cNvSpPr/>
            <p:nvPr/>
          </p:nvSpPr>
          <p:spPr>
            <a:xfrm flipV="1">
              <a:off x="3258291" y="3236755"/>
              <a:ext cx="1339200" cy="466353"/>
            </a:xfrm>
            <a:prstGeom prst="snip2DiagRect">
              <a:avLst>
                <a:gd name="adj1" fmla="val 0"/>
                <a:gd name="adj2" fmla="val 42393"/>
              </a:avLst>
            </a:prstGeom>
            <a:solidFill>
              <a:srgbClr val="3F3A96"/>
            </a:solidFill>
          </p:spPr>
          <p:txBody>
            <a:bodyPr wrap="square" lIns="90000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삼각형 75">
              <a:extLst>
                <a:ext uri="{FF2B5EF4-FFF2-40B4-BE49-F238E27FC236}">
                  <a16:creationId xmlns:a16="http://schemas.microsoft.com/office/drawing/2014/main" id="{9E82B390-0849-4812-997F-617AE0FF86F9}"/>
                </a:ext>
              </a:extLst>
            </p:cNvPr>
            <p:cNvSpPr/>
            <p:nvPr/>
          </p:nvSpPr>
          <p:spPr>
            <a:xfrm rot="10800000">
              <a:off x="3258291" y="3237965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8F66B504-A55C-43E9-97A5-898EAA58C08A}"/>
                </a:ext>
              </a:extLst>
            </p:cNvPr>
            <p:cNvSpPr/>
            <p:nvPr/>
          </p:nvSpPr>
          <p:spPr>
            <a:xfrm>
              <a:off x="3253028" y="3331432"/>
              <a:ext cx="1344462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2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중심성</a:t>
              </a:r>
              <a:endPara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삼각형 63">
              <a:extLst>
                <a:ext uri="{FF2B5EF4-FFF2-40B4-BE49-F238E27FC236}">
                  <a16:creationId xmlns:a16="http://schemas.microsoft.com/office/drawing/2014/main" id="{4D9CCF49-5E7C-4287-8D95-125C93A3E217}"/>
                </a:ext>
              </a:extLst>
            </p:cNvPr>
            <p:cNvSpPr/>
            <p:nvPr/>
          </p:nvSpPr>
          <p:spPr>
            <a:xfrm rot="16200000">
              <a:off x="4442777" y="3232566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6D69C5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</p:grp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1EBC0F-CC90-43DE-8703-9008259D1516}"/>
              </a:ext>
            </a:extLst>
          </p:cNvPr>
          <p:cNvSpPr/>
          <p:nvPr/>
        </p:nvSpPr>
        <p:spPr>
          <a:xfrm>
            <a:off x="3240200" y="2433867"/>
            <a:ext cx="972000" cy="287205"/>
          </a:xfrm>
          <a:prstGeom prst="rect">
            <a:avLst/>
          </a:prstGeom>
          <a:solidFill>
            <a:srgbClr val="BEBECD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급성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774911EF-971B-49F5-8C8F-FCF62F858DD8}"/>
              </a:ext>
            </a:extLst>
          </p:cNvPr>
          <p:cNvSpPr/>
          <p:nvPr/>
        </p:nvSpPr>
        <p:spPr>
          <a:xfrm>
            <a:off x="4653065" y="2114530"/>
            <a:ext cx="936000" cy="261095"/>
          </a:xfrm>
          <a:prstGeom prst="rect">
            <a:avLst/>
          </a:prstGeom>
          <a:solidFill>
            <a:srgbClr val="B91F26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중증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47AFD95-DCB1-46EB-9489-56E237FDEB0C}"/>
              </a:ext>
            </a:extLst>
          </p:cNvPr>
          <p:cNvSpPr/>
          <p:nvPr/>
        </p:nvSpPr>
        <p:spPr>
          <a:xfrm>
            <a:off x="5927764" y="2114530"/>
            <a:ext cx="704005" cy="261095"/>
          </a:xfrm>
          <a:prstGeom prst="rect">
            <a:avLst/>
          </a:prstGeom>
          <a:solidFill>
            <a:srgbClr val="B91F26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8-10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7E890D0-8FA3-4EA3-B742-59186B1FC96B}"/>
              </a:ext>
            </a:extLst>
          </p:cNvPr>
          <p:cNvSpPr/>
          <p:nvPr/>
        </p:nvSpPr>
        <p:spPr>
          <a:xfrm>
            <a:off x="6910454" y="2114530"/>
            <a:ext cx="704005" cy="261095"/>
          </a:xfrm>
          <a:prstGeom prst="rect">
            <a:avLst/>
          </a:prstGeom>
          <a:solidFill>
            <a:srgbClr val="B91F26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1332E86-8042-4946-9B6B-3DA05B878BB8}"/>
              </a:ext>
            </a:extLst>
          </p:cNvPr>
          <p:cNvSpPr/>
          <p:nvPr/>
        </p:nvSpPr>
        <p:spPr>
          <a:xfrm>
            <a:off x="4653065" y="2446922"/>
            <a:ext cx="936000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중등도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5FC1A5A3-9844-41BA-861F-DC3CF7C22224}"/>
              </a:ext>
            </a:extLst>
          </p:cNvPr>
          <p:cNvSpPr/>
          <p:nvPr/>
        </p:nvSpPr>
        <p:spPr>
          <a:xfrm>
            <a:off x="5927764" y="2446922"/>
            <a:ext cx="704005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4-7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EDC05AA-0E54-49D5-8413-1DFB7CFA24BB}"/>
              </a:ext>
            </a:extLst>
          </p:cNvPr>
          <p:cNvSpPr/>
          <p:nvPr/>
        </p:nvSpPr>
        <p:spPr>
          <a:xfrm>
            <a:off x="6910454" y="2446922"/>
            <a:ext cx="704005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42195445-5B91-4019-BBD8-A32795CE5D8B}"/>
              </a:ext>
            </a:extLst>
          </p:cNvPr>
          <p:cNvSpPr/>
          <p:nvPr/>
        </p:nvSpPr>
        <p:spPr>
          <a:xfrm>
            <a:off x="4653065" y="2782512"/>
            <a:ext cx="936000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경증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A35644B-5069-4D7F-8EC1-A3D72E4D6998}"/>
              </a:ext>
            </a:extLst>
          </p:cNvPr>
          <p:cNvSpPr/>
          <p:nvPr/>
        </p:nvSpPr>
        <p:spPr>
          <a:xfrm>
            <a:off x="5927764" y="2782512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&lt;4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3BC3F26-3FC5-43A7-B121-C6A26251FFFE}"/>
              </a:ext>
            </a:extLst>
          </p:cNvPr>
          <p:cNvSpPr/>
          <p:nvPr/>
        </p:nvSpPr>
        <p:spPr>
          <a:xfrm>
            <a:off x="6910454" y="2782512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0A39A0F2-D3CB-408C-A003-DCD7CAF8332F}"/>
              </a:ext>
            </a:extLst>
          </p:cNvPr>
          <p:cNvCxnSpPr>
            <a:cxnSpLocks/>
          </p:cNvCxnSpPr>
          <p:nvPr/>
        </p:nvCxnSpPr>
        <p:spPr>
          <a:xfrm>
            <a:off x="5607400" y="2245077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226C326C-F38A-40A0-92AE-0E195DE81A38}"/>
              </a:ext>
            </a:extLst>
          </p:cNvPr>
          <p:cNvCxnSpPr>
            <a:cxnSpLocks/>
          </p:cNvCxnSpPr>
          <p:nvPr/>
        </p:nvCxnSpPr>
        <p:spPr>
          <a:xfrm>
            <a:off x="6654803" y="2245077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9A6EE9A1-6ED6-4667-9A91-EF94C1418533}"/>
              </a:ext>
            </a:extLst>
          </p:cNvPr>
          <p:cNvCxnSpPr>
            <a:cxnSpLocks/>
          </p:cNvCxnSpPr>
          <p:nvPr/>
        </p:nvCxnSpPr>
        <p:spPr>
          <a:xfrm>
            <a:off x="5607400" y="2577469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B76CA6-ECD6-4523-8F83-178C7FE3DD48}"/>
              </a:ext>
            </a:extLst>
          </p:cNvPr>
          <p:cNvCxnSpPr>
            <a:cxnSpLocks/>
          </p:cNvCxnSpPr>
          <p:nvPr/>
        </p:nvCxnSpPr>
        <p:spPr>
          <a:xfrm>
            <a:off x="6654803" y="2577469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05C73BEF-CED7-47B3-B067-B9F171075E99}"/>
              </a:ext>
            </a:extLst>
          </p:cNvPr>
          <p:cNvCxnSpPr>
            <a:cxnSpLocks/>
          </p:cNvCxnSpPr>
          <p:nvPr/>
        </p:nvCxnSpPr>
        <p:spPr>
          <a:xfrm>
            <a:off x="5607400" y="2913059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9D4268A7-FB27-4C17-A31F-29D96A903665}"/>
              </a:ext>
            </a:extLst>
          </p:cNvPr>
          <p:cNvCxnSpPr>
            <a:cxnSpLocks/>
          </p:cNvCxnSpPr>
          <p:nvPr/>
        </p:nvCxnSpPr>
        <p:spPr>
          <a:xfrm>
            <a:off x="6654803" y="2913059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9D48C0E4-FD03-4595-8C1E-1D77389F5F75}"/>
              </a:ext>
            </a:extLst>
          </p:cNvPr>
          <p:cNvCxnSpPr>
            <a:cxnSpLocks/>
          </p:cNvCxnSpPr>
          <p:nvPr/>
        </p:nvCxnSpPr>
        <p:spPr>
          <a:xfrm>
            <a:off x="4228338" y="2577469"/>
            <a:ext cx="39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연결선: 꺾임 9">
            <a:extLst>
              <a:ext uri="{FF2B5EF4-FFF2-40B4-BE49-F238E27FC236}">
                <a16:creationId xmlns:a16="http://schemas.microsoft.com/office/drawing/2014/main" id="{52A32B2C-97C4-4694-AD8A-39D7E85FAEC0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328426" y="2281559"/>
            <a:ext cx="332392" cy="25943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연결선: 꺾임 54">
            <a:extLst>
              <a:ext uri="{FF2B5EF4-FFF2-40B4-BE49-F238E27FC236}">
                <a16:creationId xmlns:a16="http://schemas.microsoft.com/office/drawing/2014/main" id="{31D6DA27-35CF-4D82-B8DF-EF7D8EBF3938}"/>
              </a:ext>
            </a:extLst>
          </p:cNvPr>
          <p:cNvCxnSpPr>
            <a:cxnSpLocks/>
          </p:cNvCxnSpPr>
          <p:nvPr/>
        </p:nvCxnSpPr>
        <p:spPr>
          <a:xfrm rot="16200000" flipH="1">
            <a:off x="4326827" y="2615550"/>
            <a:ext cx="335590" cy="259433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4942A645-0596-48B8-8FB0-C3F2C81C34CF}"/>
              </a:ext>
            </a:extLst>
          </p:cNvPr>
          <p:cNvSpPr/>
          <p:nvPr/>
        </p:nvSpPr>
        <p:spPr>
          <a:xfrm>
            <a:off x="3240200" y="3496834"/>
            <a:ext cx="972000" cy="287205"/>
          </a:xfrm>
          <a:prstGeom prst="rect">
            <a:avLst/>
          </a:prstGeom>
          <a:solidFill>
            <a:srgbClr val="BEBECD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만성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EC6F76B-4766-43E5-AEE3-6EC8D717C534}"/>
              </a:ext>
            </a:extLst>
          </p:cNvPr>
          <p:cNvSpPr/>
          <p:nvPr/>
        </p:nvSpPr>
        <p:spPr>
          <a:xfrm>
            <a:off x="4653065" y="3156321"/>
            <a:ext cx="936000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중증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6100D7C-0C43-4038-B951-8BCE7A4B2A22}"/>
              </a:ext>
            </a:extLst>
          </p:cNvPr>
          <p:cNvSpPr/>
          <p:nvPr/>
        </p:nvSpPr>
        <p:spPr>
          <a:xfrm>
            <a:off x="5927764" y="3156321"/>
            <a:ext cx="704005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8-10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BF9005B-AB8D-4AEF-A2CA-2370AC86F54B}"/>
              </a:ext>
            </a:extLst>
          </p:cNvPr>
          <p:cNvSpPr/>
          <p:nvPr/>
        </p:nvSpPr>
        <p:spPr>
          <a:xfrm>
            <a:off x="6910454" y="3156321"/>
            <a:ext cx="704005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E1ED0F8-0F08-4D7F-9E31-3F2FC787147B}"/>
              </a:ext>
            </a:extLst>
          </p:cNvPr>
          <p:cNvSpPr/>
          <p:nvPr/>
        </p:nvSpPr>
        <p:spPr>
          <a:xfrm>
            <a:off x="4653065" y="3491912"/>
            <a:ext cx="936000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중등도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FDC625B-1596-4EDD-887B-179BD6B756BD}"/>
              </a:ext>
            </a:extLst>
          </p:cNvPr>
          <p:cNvSpPr/>
          <p:nvPr/>
        </p:nvSpPr>
        <p:spPr>
          <a:xfrm>
            <a:off x="5927764" y="3491912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4-7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A4B356E1-F272-4F6F-AB3D-008BE3777BD3}"/>
              </a:ext>
            </a:extLst>
          </p:cNvPr>
          <p:cNvSpPr/>
          <p:nvPr/>
        </p:nvSpPr>
        <p:spPr>
          <a:xfrm>
            <a:off x="6910454" y="3491912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0820C9E-6306-4B38-8454-98F818505589}"/>
              </a:ext>
            </a:extLst>
          </p:cNvPr>
          <p:cNvSpPr/>
          <p:nvPr/>
        </p:nvSpPr>
        <p:spPr>
          <a:xfrm>
            <a:off x="4653065" y="3828698"/>
            <a:ext cx="936000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경증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807C715-6521-4D7D-AC93-A8763DB8A31D}"/>
              </a:ext>
            </a:extLst>
          </p:cNvPr>
          <p:cNvSpPr/>
          <p:nvPr/>
        </p:nvSpPr>
        <p:spPr>
          <a:xfrm>
            <a:off x="5927764" y="3828698"/>
            <a:ext cx="704005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&lt;4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148F3A96-EC93-40F0-A1F0-0887ADF77C56}"/>
              </a:ext>
            </a:extLst>
          </p:cNvPr>
          <p:cNvSpPr/>
          <p:nvPr/>
        </p:nvSpPr>
        <p:spPr>
          <a:xfrm>
            <a:off x="6910454" y="3828698"/>
            <a:ext cx="704005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6" name="직선 화살표 연결선 65">
            <a:extLst>
              <a:ext uri="{FF2B5EF4-FFF2-40B4-BE49-F238E27FC236}">
                <a16:creationId xmlns:a16="http://schemas.microsoft.com/office/drawing/2014/main" id="{7B7D0B1E-BD83-477F-A26F-90B93246D4A8}"/>
              </a:ext>
            </a:extLst>
          </p:cNvPr>
          <p:cNvCxnSpPr>
            <a:cxnSpLocks/>
          </p:cNvCxnSpPr>
          <p:nvPr/>
        </p:nvCxnSpPr>
        <p:spPr>
          <a:xfrm>
            <a:off x="5607400" y="3286868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" name="직선 화살표 연결선 66">
            <a:extLst>
              <a:ext uri="{FF2B5EF4-FFF2-40B4-BE49-F238E27FC236}">
                <a16:creationId xmlns:a16="http://schemas.microsoft.com/office/drawing/2014/main" id="{21618453-8585-429A-819F-CAEA9E1FBDD1}"/>
              </a:ext>
            </a:extLst>
          </p:cNvPr>
          <p:cNvCxnSpPr>
            <a:cxnSpLocks/>
          </p:cNvCxnSpPr>
          <p:nvPr/>
        </p:nvCxnSpPr>
        <p:spPr>
          <a:xfrm>
            <a:off x="6654803" y="3286868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C8C5F965-4FCD-4424-A1E6-447B8FF2713E}"/>
              </a:ext>
            </a:extLst>
          </p:cNvPr>
          <p:cNvCxnSpPr>
            <a:cxnSpLocks/>
          </p:cNvCxnSpPr>
          <p:nvPr/>
        </p:nvCxnSpPr>
        <p:spPr>
          <a:xfrm>
            <a:off x="5607400" y="3622459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40F1114F-F59D-4972-B2D0-89EA694E0043}"/>
              </a:ext>
            </a:extLst>
          </p:cNvPr>
          <p:cNvCxnSpPr>
            <a:cxnSpLocks/>
          </p:cNvCxnSpPr>
          <p:nvPr/>
        </p:nvCxnSpPr>
        <p:spPr>
          <a:xfrm>
            <a:off x="6654803" y="3622459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524AE9A6-781C-434D-BD5E-4C840E338B3C}"/>
              </a:ext>
            </a:extLst>
          </p:cNvPr>
          <p:cNvCxnSpPr>
            <a:cxnSpLocks/>
          </p:cNvCxnSpPr>
          <p:nvPr/>
        </p:nvCxnSpPr>
        <p:spPr>
          <a:xfrm>
            <a:off x="5607400" y="3959245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E1E6C533-CB67-45AE-B7FC-9D39AA61C0B3}"/>
              </a:ext>
            </a:extLst>
          </p:cNvPr>
          <p:cNvCxnSpPr>
            <a:cxnSpLocks/>
          </p:cNvCxnSpPr>
          <p:nvPr/>
        </p:nvCxnSpPr>
        <p:spPr>
          <a:xfrm>
            <a:off x="6654803" y="3959245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EF23D39F-26DC-4F12-8FF3-1C6313EAF530}"/>
              </a:ext>
            </a:extLst>
          </p:cNvPr>
          <p:cNvCxnSpPr>
            <a:cxnSpLocks/>
          </p:cNvCxnSpPr>
          <p:nvPr/>
        </p:nvCxnSpPr>
        <p:spPr>
          <a:xfrm>
            <a:off x="4228338" y="3622459"/>
            <a:ext cx="39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0" name="연결선: 꺾임 119">
            <a:extLst>
              <a:ext uri="{FF2B5EF4-FFF2-40B4-BE49-F238E27FC236}">
                <a16:creationId xmlns:a16="http://schemas.microsoft.com/office/drawing/2014/main" id="{8F6C10A3-5362-4584-8E32-E93B5DBD33F9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328426" y="3326549"/>
            <a:ext cx="332392" cy="25943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1" name="연결선: 꺾임 120">
            <a:extLst>
              <a:ext uri="{FF2B5EF4-FFF2-40B4-BE49-F238E27FC236}">
                <a16:creationId xmlns:a16="http://schemas.microsoft.com/office/drawing/2014/main" id="{86624E57-68A5-4F8C-8DA2-29D432273578}"/>
              </a:ext>
            </a:extLst>
          </p:cNvPr>
          <p:cNvCxnSpPr>
            <a:cxnSpLocks/>
          </p:cNvCxnSpPr>
          <p:nvPr/>
        </p:nvCxnSpPr>
        <p:spPr>
          <a:xfrm rot="16200000" flipH="1">
            <a:off x="4326827" y="3650812"/>
            <a:ext cx="335590" cy="259433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66F35152-2CA3-4587-ABCF-C3763A2F1B70}"/>
              </a:ext>
            </a:extLst>
          </p:cNvPr>
          <p:cNvGrpSpPr/>
          <p:nvPr/>
        </p:nvGrpSpPr>
        <p:grpSpPr>
          <a:xfrm>
            <a:off x="1347487" y="5128814"/>
            <a:ext cx="1344464" cy="467018"/>
            <a:chOff x="3253028" y="3236090"/>
            <a:chExt cx="1344463" cy="467018"/>
          </a:xfrm>
        </p:grpSpPr>
        <p:sp>
          <p:nvSpPr>
            <p:cNvPr id="123" name="대각선 방향의 모서리가 잘린 사각형 73">
              <a:extLst>
                <a:ext uri="{FF2B5EF4-FFF2-40B4-BE49-F238E27FC236}">
                  <a16:creationId xmlns:a16="http://schemas.microsoft.com/office/drawing/2014/main" id="{9C74D00D-4F62-48FA-A144-61DB9FD5D17A}"/>
                </a:ext>
              </a:extLst>
            </p:cNvPr>
            <p:cNvSpPr/>
            <p:nvPr/>
          </p:nvSpPr>
          <p:spPr>
            <a:xfrm flipV="1">
              <a:off x="3258291" y="3236090"/>
              <a:ext cx="250171" cy="461819"/>
            </a:xfrm>
            <a:prstGeom prst="snip2DiagRect">
              <a:avLst>
                <a:gd name="adj1" fmla="val 0"/>
                <a:gd name="adj2" fmla="val 43223"/>
              </a:avLst>
            </a:prstGeom>
            <a:solidFill>
              <a:srgbClr val="524DA0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" name="대각선 방향의 모서리가 잘린 사각형 74">
              <a:extLst>
                <a:ext uri="{FF2B5EF4-FFF2-40B4-BE49-F238E27FC236}">
                  <a16:creationId xmlns:a16="http://schemas.microsoft.com/office/drawing/2014/main" id="{243A7883-36AE-470A-84F3-AED72D56B362}"/>
                </a:ext>
              </a:extLst>
            </p:cNvPr>
            <p:cNvSpPr/>
            <p:nvPr/>
          </p:nvSpPr>
          <p:spPr>
            <a:xfrm flipV="1">
              <a:off x="3258291" y="3236755"/>
              <a:ext cx="1339200" cy="466353"/>
            </a:xfrm>
            <a:prstGeom prst="snip2DiagRect">
              <a:avLst>
                <a:gd name="adj1" fmla="val 0"/>
                <a:gd name="adj2" fmla="val 42393"/>
              </a:avLst>
            </a:prstGeom>
            <a:solidFill>
              <a:srgbClr val="D6DCE5"/>
            </a:solidFill>
          </p:spPr>
          <p:txBody>
            <a:bodyPr wrap="square" lIns="90000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" name="삼각형 75">
              <a:extLst>
                <a:ext uri="{FF2B5EF4-FFF2-40B4-BE49-F238E27FC236}">
                  <a16:creationId xmlns:a16="http://schemas.microsoft.com/office/drawing/2014/main" id="{E7683D97-7994-42AB-A283-7AC419042040}"/>
                </a:ext>
              </a:extLst>
            </p:cNvPr>
            <p:cNvSpPr/>
            <p:nvPr/>
          </p:nvSpPr>
          <p:spPr>
            <a:xfrm rot="10800000">
              <a:off x="3258291" y="3241288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24805FFD-78D4-4859-91FB-EEF3BBDFC03F}"/>
                </a:ext>
              </a:extLst>
            </p:cNvPr>
            <p:cNvSpPr/>
            <p:nvPr/>
          </p:nvSpPr>
          <p:spPr>
            <a:xfrm>
              <a:off x="3253028" y="3331432"/>
              <a:ext cx="1344462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말초성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" name="삼각형 63">
              <a:extLst>
                <a:ext uri="{FF2B5EF4-FFF2-40B4-BE49-F238E27FC236}">
                  <a16:creationId xmlns:a16="http://schemas.microsoft.com/office/drawing/2014/main" id="{7BB6516C-4D82-459B-96A6-9AC2766B78A7}"/>
                </a:ext>
              </a:extLst>
            </p:cNvPr>
            <p:cNvSpPr/>
            <p:nvPr/>
          </p:nvSpPr>
          <p:spPr>
            <a:xfrm rot="16200000">
              <a:off x="4442777" y="3232566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4F4A9E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</p:grp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5D15E9A-A500-4F1B-ACC0-795A6B8D6D1B}"/>
              </a:ext>
            </a:extLst>
          </p:cNvPr>
          <p:cNvSpPr/>
          <p:nvPr/>
        </p:nvSpPr>
        <p:spPr>
          <a:xfrm>
            <a:off x="3240200" y="4687237"/>
            <a:ext cx="972000" cy="287205"/>
          </a:xfrm>
          <a:prstGeom prst="rect">
            <a:avLst/>
          </a:prstGeom>
          <a:solidFill>
            <a:schemeClr val="bg1"/>
          </a:solidFill>
          <a:ln w="12700">
            <a:solidFill>
              <a:srgbClr val="4F4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급성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C6858C00-80F6-4C6F-A605-4A3D06AA32E7}"/>
              </a:ext>
            </a:extLst>
          </p:cNvPr>
          <p:cNvSpPr/>
          <p:nvPr/>
        </p:nvSpPr>
        <p:spPr>
          <a:xfrm>
            <a:off x="4653065" y="4367900"/>
            <a:ext cx="936000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중증</a:t>
            </a: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FD49E2A-7F84-4CEA-B3C5-AB9CEFD39BEB}"/>
              </a:ext>
            </a:extLst>
          </p:cNvPr>
          <p:cNvSpPr/>
          <p:nvPr/>
        </p:nvSpPr>
        <p:spPr>
          <a:xfrm>
            <a:off x="5927764" y="4367900"/>
            <a:ext cx="704005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8-10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593ECE33-215C-4C86-A65E-3C68118B7D0C}"/>
              </a:ext>
            </a:extLst>
          </p:cNvPr>
          <p:cNvSpPr/>
          <p:nvPr/>
        </p:nvSpPr>
        <p:spPr>
          <a:xfrm>
            <a:off x="6910454" y="4367900"/>
            <a:ext cx="704005" cy="26109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6268AB8A-44F0-48A7-93DA-4586D02E7AD5}"/>
              </a:ext>
            </a:extLst>
          </p:cNvPr>
          <p:cNvSpPr/>
          <p:nvPr/>
        </p:nvSpPr>
        <p:spPr>
          <a:xfrm>
            <a:off x="4653065" y="4700292"/>
            <a:ext cx="936000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중등도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94366E9E-4D0B-4706-BB68-DF3C7FA5CE5C}"/>
              </a:ext>
            </a:extLst>
          </p:cNvPr>
          <p:cNvSpPr/>
          <p:nvPr/>
        </p:nvSpPr>
        <p:spPr>
          <a:xfrm>
            <a:off x="5927764" y="4700292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4-7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9A235941-548D-4416-864F-2F4716F13E26}"/>
              </a:ext>
            </a:extLst>
          </p:cNvPr>
          <p:cNvSpPr/>
          <p:nvPr/>
        </p:nvSpPr>
        <p:spPr>
          <a:xfrm>
            <a:off x="6910454" y="4700292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B22F5874-A9CF-4678-9E4F-ADDD282F8D74}"/>
              </a:ext>
            </a:extLst>
          </p:cNvPr>
          <p:cNvSpPr/>
          <p:nvPr/>
        </p:nvSpPr>
        <p:spPr>
          <a:xfrm>
            <a:off x="4653065" y="5035882"/>
            <a:ext cx="936000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경증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2404DBCD-5F3D-4458-96F5-A36C9AA5BD9E}"/>
              </a:ext>
            </a:extLst>
          </p:cNvPr>
          <p:cNvSpPr/>
          <p:nvPr/>
        </p:nvSpPr>
        <p:spPr>
          <a:xfrm>
            <a:off x="5927764" y="5035882"/>
            <a:ext cx="704005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&lt;4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43EB767A-DF70-4DBA-8203-7621E2D0C01F}"/>
              </a:ext>
            </a:extLst>
          </p:cNvPr>
          <p:cNvSpPr/>
          <p:nvPr/>
        </p:nvSpPr>
        <p:spPr>
          <a:xfrm>
            <a:off x="6910454" y="5035882"/>
            <a:ext cx="704005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38" name="직선 화살표 연결선 137">
            <a:extLst>
              <a:ext uri="{FF2B5EF4-FFF2-40B4-BE49-F238E27FC236}">
                <a16:creationId xmlns:a16="http://schemas.microsoft.com/office/drawing/2014/main" id="{A4D2754A-CD49-4238-BB00-8607301EDD38}"/>
              </a:ext>
            </a:extLst>
          </p:cNvPr>
          <p:cNvCxnSpPr>
            <a:cxnSpLocks/>
          </p:cNvCxnSpPr>
          <p:nvPr/>
        </p:nvCxnSpPr>
        <p:spPr>
          <a:xfrm>
            <a:off x="5607400" y="4498447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9" name="직선 화살표 연결선 138">
            <a:extLst>
              <a:ext uri="{FF2B5EF4-FFF2-40B4-BE49-F238E27FC236}">
                <a16:creationId xmlns:a16="http://schemas.microsoft.com/office/drawing/2014/main" id="{D1A3DBFA-FC14-476B-8139-D61019913173}"/>
              </a:ext>
            </a:extLst>
          </p:cNvPr>
          <p:cNvCxnSpPr>
            <a:cxnSpLocks/>
          </p:cNvCxnSpPr>
          <p:nvPr/>
        </p:nvCxnSpPr>
        <p:spPr>
          <a:xfrm>
            <a:off x="6654803" y="4498447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0" name="직선 화살표 연결선 139">
            <a:extLst>
              <a:ext uri="{FF2B5EF4-FFF2-40B4-BE49-F238E27FC236}">
                <a16:creationId xmlns:a16="http://schemas.microsoft.com/office/drawing/2014/main" id="{B870321A-795A-4D44-A16D-A9D1DB783F39}"/>
              </a:ext>
            </a:extLst>
          </p:cNvPr>
          <p:cNvCxnSpPr>
            <a:cxnSpLocks/>
          </p:cNvCxnSpPr>
          <p:nvPr/>
        </p:nvCxnSpPr>
        <p:spPr>
          <a:xfrm>
            <a:off x="5607400" y="4830839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1" name="직선 화살표 연결선 140">
            <a:extLst>
              <a:ext uri="{FF2B5EF4-FFF2-40B4-BE49-F238E27FC236}">
                <a16:creationId xmlns:a16="http://schemas.microsoft.com/office/drawing/2014/main" id="{33176D87-EFFF-42E7-99FA-320EC84AF7B8}"/>
              </a:ext>
            </a:extLst>
          </p:cNvPr>
          <p:cNvCxnSpPr>
            <a:cxnSpLocks/>
          </p:cNvCxnSpPr>
          <p:nvPr/>
        </p:nvCxnSpPr>
        <p:spPr>
          <a:xfrm>
            <a:off x="6654803" y="4830839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6137C67F-A439-421F-A8B5-3F50A5106B95}"/>
              </a:ext>
            </a:extLst>
          </p:cNvPr>
          <p:cNvCxnSpPr>
            <a:cxnSpLocks/>
          </p:cNvCxnSpPr>
          <p:nvPr/>
        </p:nvCxnSpPr>
        <p:spPr>
          <a:xfrm>
            <a:off x="5607400" y="5166429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3" name="직선 화살표 연결선 142">
            <a:extLst>
              <a:ext uri="{FF2B5EF4-FFF2-40B4-BE49-F238E27FC236}">
                <a16:creationId xmlns:a16="http://schemas.microsoft.com/office/drawing/2014/main" id="{AC106D07-7F4B-40A8-94D2-F8F43C775FBB}"/>
              </a:ext>
            </a:extLst>
          </p:cNvPr>
          <p:cNvCxnSpPr>
            <a:cxnSpLocks/>
          </p:cNvCxnSpPr>
          <p:nvPr/>
        </p:nvCxnSpPr>
        <p:spPr>
          <a:xfrm>
            <a:off x="6654803" y="5166429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4" name="직선 화살표 연결선 143">
            <a:extLst>
              <a:ext uri="{FF2B5EF4-FFF2-40B4-BE49-F238E27FC236}">
                <a16:creationId xmlns:a16="http://schemas.microsoft.com/office/drawing/2014/main" id="{6DE732E0-CF3C-4422-A294-5AFAC62AE1EA}"/>
              </a:ext>
            </a:extLst>
          </p:cNvPr>
          <p:cNvCxnSpPr>
            <a:cxnSpLocks/>
          </p:cNvCxnSpPr>
          <p:nvPr/>
        </p:nvCxnSpPr>
        <p:spPr>
          <a:xfrm>
            <a:off x="4228338" y="4830839"/>
            <a:ext cx="39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5" name="연결선: 꺾임 144">
            <a:extLst>
              <a:ext uri="{FF2B5EF4-FFF2-40B4-BE49-F238E27FC236}">
                <a16:creationId xmlns:a16="http://schemas.microsoft.com/office/drawing/2014/main" id="{5E342F90-C617-4BCF-9974-DAC0DD7D9C96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328426" y="4534929"/>
            <a:ext cx="332392" cy="25943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6" name="연결선: 꺾임 145">
            <a:extLst>
              <a:ext uri="{FF2B5EF4-FFF2-40B4-BE49-F238E27FC236}">
                <a16:creationId xmlns:a16="http://schemas.microsoft.com/office/drawing/2014/main" id="{84C4B22A-7386-4027-A668-F0B3C003C1B3}"/>
              </a:ext>
            </a:extLst>
          </p:cNvPr>
          <p:cNvCxnSpPr>
            <a:cxnSpLocks/>
          </p:cNvCxnSpPr>
          <p:nvPr/>
        </p:nvCxnSpPr>
        <p:spPr>
          <a:xfrm rot="16200000" flipH="1">
            <a:off x="4326827" y="4859192"/>
            <a:ext cx="335590" cy="259433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DA7EE57-9D71-4F39-B12D-E56229BED724}"/>
              </a:ext>
            </a:extLst>
          </p:cNvPr>
          <p:cNvSpPr/>
          <p:nvPr/>
        </p:nvSpPr>
        <p:spPr>
          <a:xfrm>
            <a:off x="3240200" y="5750204"/>
            <a:ext cx="972000" cy="287205"/>
          </a:xfrm>
          <a:prstGeom prst="rect">
            <a:avLst/>
          </a:prstGeom>
          <a:solidFill>
            <a:schemeClr val="bg1"/>
          </a:solidFill>
          <a:ln w="12700">
            <a:solidFill>
              <a:srgbClr val="4F4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만성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D49CEF6-8814-4B67-A545-D70031CA4508}"/>
              </a:ext>
            </a:extLst>
          </p:cNvPr>
          <p:cNvSpPr/>
          <p:nvPr/>
        </p:nvSpPr>
        <p:spPr>
          <a:xfrm>
            <a:off x="4653065" y="5540237"/>
            <a:ext cx="936000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중증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839750B8-9FD4-4190-97D1-195D507A058E}"/>
              </a:ext>
            </a:extLst>
          </p:cNvPr>
          <p:cNvSpPr/>
          <p:nvPr/>
        </p:nvSpPr>
        <p:spPr>
          <a:xfrm>
            <a:off x="5927764" y="5540237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8-10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B1BAE6C2-04EB-4976-B19A-A46DFC4BB908}"/>
              </a:ext>
            </a:extLst>
          </p:cNvPr>
          <p:cNvSpPr/>
          <p:nvPr/>
        </p:nvSpPr>
        <p:spPr>
          <a:xfrm>
            <a:off x="6910454" y="5540237"/>
            <a:ext cx="704005" cy="26109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08A1ECEB-589E-4A3E-BFF7-8F71D9E8DC21}"/>
              </a:ext>
            </a:extLst>
          </p:cNvPr>
          <p:cNvSpPr/>
          <p:nvPr/>
        </p:nvSpPr>
        <p:spPr>
          <a:xfrm>
            <a:off x="4653065" y="5973680"/>
            <a:ext cx="936000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경증</a:t>
            </a:r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중등도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363D83D-D729-4442-BA38-7254CC6F2F86}"/>
              </a:ext>
            </a:extLst>
          </p:cNvPr>
          <p:cNvSpPr/>
          <p:nvPr/>
        </p:nvSpPr>
        <p:spPr>
          <a:xfrm>
            <a:off x="5927764" y="5973680"/>
            <a:ext cx="704005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&lt;8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9B3F5DF6-C16C-4D21-B244-F8BD866D6C19}"/>
              </a:ext>
            </a:extLst>
          </p:cNvPr>
          <p:cNvSpPr/>
          <p:nvPr/>
        </p:nvSpPr>
        <p:spPr>
          <a:xfrm>
            <a:off x="6910454" y="5973680"/>
            <a:ext cx="704005" cy="26109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7" name="직선 화살표 연결선 156">
            <a:extLst>
              <a:ext uri="{FF2B5EF4-FFF2-40B4-BE49-F238E27FC236}">
                <a16:creationId xmlns:a16="http://schemas.microsoft.com/office/drawing/2014/main" id="{A7F5B6CC-8A8F-4AFE-929A-B97F58ABEA9B}"/>
              </a:ext>
            </a:extLst>
          </p:cNvPr>
          <p:cNvCxnSpPr>
            <a:cxnSpLocks/>
          </p:cNvCxnSpPr>
          <p:nvPr/>
        </p:nvCxnSpPr>
        <p:spPr>
          <a:xfrm>
            <a:off x="5607400" y="5670784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2BA348D8-CF51-4ACF-AEAB-3848C1F00852}"/>
              </a:ext>
            </a:extLst>
          </p:cNvPr>
          <p:cNvCxnSpPr>
            <a:cxnSpLocks/>
          </p:cNvCxnSpPr>
          <p:nvPr/>
        </p:nvCxnSpPr>
        <p:spPr>
          <a:xfrm>
            <a:off x="6654803" y="5670784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1" name="직선 화살표 연결선 160">
            <a:extLst>
              <a:ext uri="{FF2B5EF4-FFF2-40B4-BE49-F238E27FC236}">
                <a16:creationId xmlns:a16="http://schemas.microsoft.com/office/drawing/2014/main" id="{32FFCA7C-1659-47D6-B381-DFC1A8D3E762}"/>
              </a:ext>
            </a:extLst>
          </p:cNvPr>
          <p:cNvCxnSpPr>
            <a:cxnSpLocks/>
          </p:cNvCxnSpPr>
          <p:nvPr/>
        </p:nvCxnSpPr>
        <p:spPr>
          <a:xfrm>
            <a:off x="5607400" y="6104227"/>
            <a:ext cx="288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2" name="직선 화살표 연결선 161">
            <a:extLst>
              <a:ext uri="{FF2B5EF4-FFF2-40B4-BE49-F238E27FC236}">
                <a16:creationId xmlns:a16="http://schemas.microsoft.com/office/drawing/2014/main" id="{FA3C7B79-961D-441A-BEA1-BA6ECB8FA978}"/>
              </a:ext>
            </a:extLst>
          </p:cNvPr>
          <p:cNvCxnSpPr>
            <a:cxnSpLocks/>
          </p:cNvCxnSpPr>
          <p:nvPr/>
        </p:nvCxnSpPr>
        <p:spPr>
          <a:xfrm>
            <a:off x="6654803" y="6104227"/>
            <a:ext cx="216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4" name="연결선: 꺾임 163">
            <a:extLst>
              <a:ext uri="{FF2B5EF4-FFF2-40B4-BE49-F238E27FC236}">
                <a16:creationId xmlns:a16="http://schemas.microsoft.com/office/drawing/2014/main" id="{96844965-B3A7-494B-A961-0FDA43DB6BEA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328426" y="5704957"/>
            <a:ext cx="332392" cy="25943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5" name="연결선: 꺾임 164">
            <a:extLst>
              <a:ext uri="{FF2B5EF4-FFF2-40B4-BE49-F238E27FC236}">
                <a16:creationId xmlns:a16="http://schemas.microsoft.com/office/drawing/2014/main" id="{03D3EA69-4E00-4EE1-B2A9-B66A472050AB}"/>
              </a:ext>
            </a:extLst>
          </p:cNvPr>
          <p:cNvCxnSpPr>
            <a:cxnSpLocks/>
          </p:cNvCxnSpPr>
          <p:nvPr/>
        </p:nvCxnSpPr>
        <p:spPr>
          <a:xfrm rot="16200000" flipH="1">
            <a:off x="4326827" y="5805522"/>
            <a:ext cx="335590" cy="259433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34F3AFDB-4A99-4AEA-AD90-F0B501FE6C67}"/>
              </a:ext>
            </a:extLst>
          </p:cNvPr>
          <p:cNvCxnSpPr>
            <a:cxnSpLocks/>
          </p:cNvCxnSpPr>
          <p:nvPr/>
        </p:nvCxnSpPr>
        <p:spPr>
          <a:xfrm>
            <a:off x="4229484" y="5893806"/>
            <a:ext cx="1332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6" name="연결선: 꺾임 165">
            <a:extLst>
              <a:ext uri="{FF2B5EF4-FFF2-40B4-BE49-F238E27FC236}">
                <a16:creationId xmlns:a16="http://schemas.microsoft.com/office/drawing/2014/main" id="{41E88F05-CD6E-4506-8191-A96C8AA4BE98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729950" y="4951988"/>
            <a:ext cx="602293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7" name="연결선: 꺾임 166">
            <a:extLst>
              <a:ext uri="{FF2B5EF4-FFF2-40B4-BE49-F238E27FC236}">
                <a16:creationId xmlns:a16="http://schemas.microsoft.com/office/drawing/2014/main" id="{DEF874AD-6A15-4179-BC5C-252A511390E3}"/>
              </a:ext>
            </a:extLst>
          </p:cNvPr>
          <p:cNvCxnSpPr>
            <a:cxnSpLocks/>
          </p:cNvCxnSpPr>
          <p:nvPr/>
        </p:nvCxnSpPr>
        <p:spPr>
          <a:xfrm rot="16200000" flipH="1">
            <a:off x="2681292" y="5364003"/>
            <a:ext cx="69961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직선 연결선 167">
            <a:extLst>
              <a:ext uri="{FF2B5EF4-FFF2-40B4-BE49-F238E27FC236}">
                <a16:creationId xmlns:a16="http://schemas.microsoft.com/office/drawing/2014/main" id="{AA011CEF-1805-4C97-8E81-5D7E9C52C921}"/>
              </a:ext>
            </a:extLst>
          </p:cNvPr>
          <p:cNvCxnSpPr>
            <a:cxnSpLocks/>
          </p:cNvCxnSpPr>
          <p:nvPr/>
        </p:nvCxnSpPr>
        <p:spPr>
          <a:xfrm>
            <a:off x="2700875" y="5362323"/>
            <a:ext cx="144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9" name="연결선: 꺾임 168">
            <a:extLst>
              <a:ext uri="{FF2B5EF4-FFF2-40B4-BE49-F238E27FC236}">
                <a16:creationId xmlns:a16="http://schemas.microsoft.com/office/drawing/2014/main" id="{5DE5CB5B-1D7A-4803-843D-B3A319351803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729950" y="2697318"/>
            <a:ext cx="602293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0" name="연결선: 꺾임 169">
            <a:extLst>
              <a:ext uri="{FF2B5EF4-FFF2-40B4-BE49-F238E27FC236}">
                <a16:creationId xmlns:a16="http://schemas.microsoft.com/office/drawing/2014/main" id="{DDAFD939-EC31-4715-9C4E-6E92979C38E2}"/>
              </a:ext>
            </a:extLst>
          </p:cNvPr>
          <p:cNvCxnSpPr>
            <a:cxnSpLocks/>
          </p:cNvCxnSpPr>
          <p:nvPr/>
        </p:nvCxnSpPr>
        <p:spPr>
          <a:xfrm rot="16200000" flipH="1">
            <a:off x="2681292" y="3109333"/>
            <a:ext cx="69961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6F5A8AD9-162D-44C6-A688-40F33647F8DD}"/>
              </a:ext>
            </a:extLst>
          </p:cNvPr>
          <p:cNvCxnSpPr>
            <a:cxnSpLocks/>
          </p:cNvCxnSpPr>
          <p:nvPr/>
        </p:nvCxnSpPr>
        <p:spPr>
          <a:xfrm>
            <a:off x="2700875" y="3107654"/>
            <a:ext cx="144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31CB490F-CBEC-452A-BECE-7D0C3CB43DA9}"/>
              </a:ext>
            </a:extLst>
          </p:cNvPr>
          <p:cNvGrpSpPr/>
          <p:nvPr/>
        </p:nvGrpSpPr>
        <p:grpSpPr>
          <a:xfrm>
            <a:off x="7789343" y="2098726"/>
            <a:ext cx="4097856" cy="4382666"/>
            <a:chOff x="7789343" y="2098726"/>
            <a:chExt cx="4097856" cy="4382666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8A48664-D407-42C2-B1EF-52830C6D66F9}"/>
                </a:ext>
              </a:extLst>
            </p:cNvPr>
            <p:cNvSpPr txBox="1"/>
            <p:nvPr/>
          </p:nvSpPr>
          <p:spPr>
            <a:xfrm>
              <a:off x="7993120" y="2110067"/>
              <a:ext cx="3894079" cy="437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chemeClr val="tx1"/>
                </a:buClr>
                <a:buSzPct val="75000"/>
                <a:defRPr/>
              </a:pPr>
              <a:r>
                <a:rPr kumimoji="1" lang="ko-KR" altLang="en-US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중심성 통증</a:t>
              </a:r>
              <a:endParaRPr kumimoji="1" lang="en-CA" altLang="ko-Kore-KR" sz="1400" b="1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eaLnBrk="1" latinLnBrk="1" hangingPunct="1">
                <a:lnSpc>
                  <a:spcPct val="107000"/>
                </a:lnSpc>
                <a:spcBef>
                  <a:spcPts val="600"/>
                </a:spcBef>
                <a:defRPr/>
              </a:pPr>
              <a:r>
                <a:rPr lang="ko-KR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체강이나 </a:t>
              </a: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내부 </a:t>
              </a:r>
              <a:r>
                <a:rPr lang="ko-KR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장기에서 기원</a:t>
              </a: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하는 통증으로</a:t>
              </a:r>
              <a:r>
                <a:rPr lang="ko-KR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 </a:t>
              </a:r>
              <a:endParaRPr lang="en-US" altLang="ko-KR" sz="12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7000"/>
                </a:lnSpc>
                <a:defRPr/>
              </a:pPr>
              <a:r>
                <a:rPr lang="ko-KR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생명</a:t>
              </a: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이나</a:t>
              </a:r>
              <a:r>
                <a:rPr lang="ko-KR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 사지 소실</a:t>
              </a: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의 위험과 관련이 있을 수 있음</a:t>
              </a:r>
              <a:r>
                <a:rPr lang="en-US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.</a:t>
              </a:r>
            </a:p>
            <a:p>
              <a:pPr eaLnBrk="1" latinLnBrk="1" hangingPunct="1">
                <a:lnSpc>
                  <a:spcPct val="107000"/>
                </a:lnSpc>
                <a:defRPr/>
              </a:pPr>
              <a:endParaRPr lang="en-US" altLang="ko-KR" sz="1000" kern="100" noProof="1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>
                <a:buClr>
                  <a:schemeClr val="tx1"/>
                </a:buClr>
                <a:buSzPct val="75000"/>
                <a:defRPr/>
              </a:pPr>
              <a:r>
                <a:rPr kumimoji="1" lang="ko-KR" altLang="en-US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말초성 통증</a:t>
              </a:r>
              <a:endParaRPr kumimoji="1" lang="en-CA" altLang="ko-Kore-KR" sz="1400" b="1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eaLnBrk="1" latinLnBrk="1" hangingPunct="1">
                <a:lnSpc>
                  <a:spcPct val="107000"/>
                </a:lnSpc>
                <a:spcBef>
                  <a:spcPts val="600"/>
                </a:spcBef>
                <a:defRPr/>
              </a:pP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피부</a:t>
              </a:r>
              <a:r>
                <a:rPr lang="en-US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, </a:t>
              </a:r>
              <a:r>
                <a:rPr lang="ko-KR" altLang="en-US" sz="1200" kern="100" dirty="0" err="1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연조직</a:t>
              </a:r>
              <a:r>
                <a:rPr lang="en-US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, </a:t>
              </a: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근골격계에서 기원하는 통증 또는 </a:t>
              </a:r>
              <a:endParaRPr lang="en-US" altLang="ko-KR" sz="12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7000"/>
                </a:lnSpc>
                <a:spcBef>
                  <a:spcPts val="600"/>
                </a:spcBef>
                <a:defRPr/>
              </a:pP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심각한 질환일 가능성이 비교적 낮은 표재성 기관에서 기원하는 통증</a:t>
              </a:r>
              <a:r>
                <a:rPr lang="en-US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.</a:t>
              </a:r>
              <a:endParaRPr lang="ko-KR" altLang="en-US" sz="12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7000"/>
                </a:lnSpc>
                <a:defRPr/>
              </a:pPr>
              <a:endParaRPr lang="en-US" altLang="ko-KR" sz="5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marL="719138" indent="-719138" eaLnBrk="1" latinLnBrk="1" hangingPunct="1">
                <a:lnSpc>
                  <a:spcPct val="107000"/>
                </a:lnSpc>
                <a:defRPr/>
              </a:pPr>
              <a:r>
                <a:rPr lang="ko-KR" altLang="en-US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*주의사항 </a:t>
              </a:r>
              <a:r>
                <a:rPr lang="en-US" altLang="ko-KR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: </a:t>
              </a:r>
              <a:r>
                <a:rPr lang="ko-KR" altLang="en-US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명백한 </a:t>
              </a:r>
              <a:r>
                <a:rPr lang="ko-KR" altLang="en-US" sz="1050" kern="100" dirty="0" err="1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말초성</a:t>
              </a:r>
              <a:r>
                <a:rPr lang="ko-KR" altLang="en-US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 통증이라 하더라도 분류담당자가 생명 및 사지 소실의 위험이 있는 상태라고</a:t>
              </a:r>
              <a:endParaRPr lang="en-US" altLang="ko-KR" sz="105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marL="719138" eaLnBrk="1" latinLnBrk="1" hangingPunct="1">
                <a:lnSpc>
                  <a:spcPct val="107000"/>
                </a:lnSpc>
                <a:defRPr/>
              </a:pPr>
              <a:r>
                <a:rPr lang="ko-KR" altLang="en-US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판단하면 </a:t>
              </a:r>
              <a:r>
                <a:rPr lang="ko-KR" altLang="en-US" sz="1050" kern="100" dirty="0" err="1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중심성</a:t>
              </a:r>
              <a:r>
                <a:rPr lang="ko-KR" altLang="en-US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 통증으로 생각해야 한다</a:t>
              </a:r>
              <a:r>
                <a:rPr lang="en-US" altLang="ko-KR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.</a:t>
              </a:r>
            </a:p>
            <a:p>
              <a:pPr eaLnBrk="1" latinLnBrk="1" hangingPunct="1">
                <a:lnSpc>
                  <a:spcPct val="107000"/>
                </a:lnSpc>
                <a:defRPr/>
              </a:pPr>
              <a:endParaRPr lang="en-US" altLang="ko-KR" sz="10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>
                <a:buClr>
                  <a:schemeClr val="tx1"/>
                </a:buClr>
                <a:buSzPct val="75000"/>
                <a:defRPr/>
              </a:pPr>
              <a:r>
                <a:rPr kumimoji="1" lang="ko-KR" altLang="en-US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급성 통증</a:t>
              </a:r>
              <a:endParaRPr kumimoji="1" lang="en-CA" altLang="ko-Kore-KR" sz="1400" b="1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eaLnBrk="1" latinLnBrk="1" hangingPunct="1">
                <a:lnSpc>
                  <a:spcPct val="107000"/>
                </a:lnSpc>
                <a:spcBef>
                  <a:spcPts val="600"/>
                </a:spcBef>
                <a:defRPr/>
              </a:pP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일반적으로 한 달 미만의 새롭게 발병한 통증으로</a:t>
              </a:r>
              <a:endParaRPr lang="en-US" altLang="ko-KR" sz="12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7000"/>
                </a:lnSpc>
                <a:defRPr/>
              </a:pP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만성 통증보다 위험할 수 있음</a:t>
              </a:r>
              <a:r>
                <a:rPr lang="en-US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. </a:t>
              </a:r>
            </a:p>
            <a:p>
              <a:pPr eaLnBrk="1" latinLnBrk="1" hangingPunct="1">
                <a:lnSpc>
                  <a:spcPct val="107000"/>
                </a:lnSpc>
                <a:defRPr/>
              </a:pPr>
              <a:endParaRPr lang="en-US" altLang="ko-KR" sz="10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>
                <a:buClr>
                  <a:schemeClr val="tx1"/>
                </a:buClr>
                <a:buSzPct val="75000"/>
                <a:defRPr/>
              </a:pPr>
              <a:r>
                <a:rPr kumimoji="1" lang="ko-KR" altLang="en-US" sz="1400" b="1" noProof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만성 통증</a:t>
              </a:r>
              <a:endParaRPr kumimoji="1" lang="en-CA" altLang="ko-Kore-KR" sz="1400" b="1" noProof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eaLnBrk="1" latinLnBrk="1" hangingPunct="1">
                <a:lnSpc>
                  <a:spcPct val="107000"/>
                </a:lnSpc>
                <a:spcBef>
                  <a:spcPts val="600"/>
                </a:spcBef>
                <a:defRPr/>
              </a:pP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이전과 같은 패턴이 반복되거나 지속되는 환자가 </a:t>
              </a:r>
              <a:endParaRPr lang="en-US" altLang="ko-KR" sz="12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7000"/>
                </a:lnSpc>
                <a:defRPr/>
              </a:pPr>
              <a:r>
                <a:rPr lang="ko-KR" altLang="en-US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잘 알고있는 오래된 통증</a:t>
              </a:r>
              <a:r>
                <a:rPr lang="en-US" altLang="ko-KR" sz="120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. </a:t>
              </a:r>
              <a:r>
                <a:rPr lang="en-US" altLang="ko-KR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(</a:t>
              </a:r>
              <a:r>
                <a:rPr lang="ko-KR" altLang="en-US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패턴이나 강도에 변화가 </a:t>
              </a:r>
              <a:endParaRPr lang="en-US" altLang="ko-KR" sz="105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7000"/>
                </a:lnSpc>
                <a:defRPr/>
              </a:pPr>
              <a:r>
                <a:rPr lang="ko-KR" altLang="en-US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있는 경우라면 급성으로 간주함</a:t>
              </a:r>
              <a:r>
                <a:rPr lang="en-US" altLang="ko-KR" sz="1050" kern="100" dirty="0">
                  <a:latin typeface="맑은 고딕" panose="020B0503020000020004" pitchFamily="50" charset="-127"/>
                  <a:ea typeface="맑은 고딕" panose="020B0503020000020004" pitchFamily="50" charset="-127"/>
                  <a:cs typeface="Times New Roman" panose="02020603050405020304" pitchFamily="18" charset="0"/>
                </a:rPr>
                <a:t>) </a:t>
              </a:r>
            </a:p>
          </p:txBody>
        </p:sp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E504DDA2-62B1-49EB-9B23-E408DE2AB5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789343" y="2098726"/>
              <a:ext cx="278013" cy="295947"/>
            </a:xfrm>
            <a:prstGeom prst="rect">
              <a:avLst/>
            </a:prstGeom>
          </p:spPr>
        </p:pic>
        <p:pic>
          <p:nvPicPr>
            <p:cNvPr id="175" name="그림 174">
              <a:extLst>
                <a:ext uri="{FF2B5EF4-FFF2-40B4-BE49-F238E27FC236}">
                  <a16:creationId xmlns:a16="http://schemas.microsoft.com/office/drawing/2014/main" id="{4E723798-E531-426C-B3DE-16455746E48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789343" y="2944353"/>
              <a:ext cx="278013" cy="295947"/>
            </a:xfrm>
            <a:prstGeom prst="rect">
              <a:avLst/>
            </a:prstGeom>
          </p:spPr>
        </p:pic>
        <p:pic>
          <p:nvPicPr>
            <p:cNvPr id="176" name="그림 175">
              <a:extLst>
                <a:ext uri="{FF2B5EF4-FFF2-40B4-BE49-F238E27FC236}">
                  <a16:creationId xmlns:a16="http://schemas.microsoft.com/office/drawing/2014/main" id="{83E62595-9576-4F01-AACE-444EDB5EAB8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789343" y="4384846"/>
              <a:ext cx="278013" cy="295947"/>
            </a:xfrm>
            <a:prstGeom prst="rect">
              <a:avLst/>
            </a:prstGeom>
          </p:spPr>
        </p:pic>
        <p:pic>
          <p:nvPicPr>
            <p:cNvPr id="177" name="그림 176">
              <a:extLst>
                <a:ext uri="{FF2B5EF4-FFF2-40B4-BE49-F238E27FC236}">
                  <a16:creationId xmlns:a16="http://schemas.microsoft.com/office/drawing/2014/main" id="{9F9A3413-EE79-485F-A2A6-B5948A0330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789343" y="5234702"/>
              <a:ext cx="278013" cy="295947"/>
            </a:xfrm>
            <a:prstGeom prst="rect">
              <a:avLst/>
            </a:prstGeom>
          </p:spPr>
        </p:pic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208216D0-315C-4134-9B2B-9D9A8FB6172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170515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D89465D-3EE2-D945-B787-072333E955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2125116"/>
              </p:ext>
            </p:extLst>
          </p:nvPr>
        </p:nvGraphicFramePr>
        <p:xfrm>
          <a:off x="1350333" y="2109120"/>
          <a:ext cx="10167216" cy="41281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836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5083608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686289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혈우병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혈소판 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감소증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 지혈 기능에 이상이 있는 질병 또는 혈소판 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억제제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와파린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 지혈을 억제하는 약물 복용</a:t>
                      </a:r>
                    </a:p>
                    <a:p>
                      <a:pPr algn="ctr"/>
                      <a:r>
                        <a:rPr lang="en-US" altLang="ko-KR" sz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(※ </a:t>
                      </a:r>
                      <a:r>
                        <a:rPr lang="ko-KR" altLang="en-US" sz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단순히 출혈이 있는 환자를 의미하지 않음</a:t>
                      </a:r>
                      <a:r>
                        <a:rPr lang="en-US" altLang="ko-KR" sz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altLang="ko-KR" sz="12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2617244"/>
                  </a:ext>
                </a:extLst>
              </a:tr>
              <a:tr h="46536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생명 혹은 사지를 소실할 정도의 위급한 출혈 </a:t>
                      </a:r>
                      <a:endParaRPr kumimoji="0" lang="en-US" altLang="ko-KR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중등도나 경도의 출혈</a:t>
                      </a:r>
                      <a:endParaRPr kumimoji="0" lang="en-US" altLang="ko-KR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0399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 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KTAS 3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두개 내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코피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흉부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골반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척추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잇몸을 포함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대량 질 출혈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관절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혈관절증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2876916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엉덩허리근과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엉덩이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월경과다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821646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근육 구획 증후군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찰과상과 단순 열상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15479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골절 또는 탈구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194860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건손상이나 신경손상을 동반한 심부 열상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101026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멈추지 않는 출혈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635220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선천성 혹은 후천성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278DF645-A1E1-4F81-8D17-19F76233718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0083121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818545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사고기전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E6094D0-9CB2-4B00-8FF3-BD552EFF20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3802626"/>
              </p:ext>
            </p:extLst>
          </p:nvPr>
        </p:nvGraphicFramePr>
        <p:xfrm>
          <a:off x="1350333" y="2109120"/>
          <a:ext cx="10167338" cy="41459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08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138452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782012">
                  <a:extLst>
                    <a:ext uri="{9D8B030D-6E8A-4147-A177-3AD203B41FA5}">
                      <a16:colId xmlns:a16="http://schemas.microsoft.com/office/drawing/2014/main" val="3372045893"/>
                    </a:ext>
                  </a:extLst>
                </a:gridCol>
              </a:tblGrid>
              <a:tr h="32992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사고분류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고위험성 사고기전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584000">
                <a:tc rowSpan="3"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일반적 외상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자동차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차량에서 튕겨져 나감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전복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20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이상의 구조 시간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탑승자 공간의 중대한 함입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동승자 사망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미착용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착용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오토바이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차량과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 오토바이 운전자가 오토바이에서 튕겨져 나간 경우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보행자 혹은 자전거 운전자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속도로 자동차와 충돌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추락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</a:t>
                      </a:r>
                      <a:r>
                        <a:rPr lang="en-CA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lang="en-CA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CA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en-CA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계단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몸통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팔꿈치와 무릎 근위부의 사지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116000">
                <a:tc vMerge="1"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 외상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자동차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차량에서 튕겨져 나감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미착용 상태로 머리를 차유리에 부딪힘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보행자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 부딪힘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추락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&gt;1m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5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계단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폭행 손상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손이나 발을 제외한 둔기로 손상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116000">
                <a:tc vMerge="1"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 외상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자동차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차량에서 튕겨져 나감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전복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높은 속도의 사고 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미착용시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오토바이 사고 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CA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&gt;30km/h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차량과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 오토바이 운전자가 오토바이에서 튕겨져 나간 경우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추락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&gt;1m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5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계단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머리의 종축으로 외력이 발생한 경우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1349206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B934F718-F227-4FC2-8A8C-2A20F75E3716}"/>
              </a:ext>
            </a:extLst>
          </p:cNvPr>
          <p:cNvSpPr/>
          <p:nvPr/>
        </p:nvSpPr>
        <p:spPr>
          <a:xfrm>
            <a:off x="2228273" y="2104953"/>
            <a:ext cx="120580" cy="415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F633AD8-88A7-4167-ABB3-979233E8B2C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6829721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>
            <a:extLst>
              <a:ext uri="{FF2B5EF4-FFF2-40B4-BE49-F238E27FC236}">
                <a16:creationId xmlns:a16="http://schemas.microsoft.com/office/drawing/2014/main" id="{84F0FF9C-49B8-4266-983C-6DFD48C9B31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15E8E771-4D80-EF4F-97F5-E9267C3F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612498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어지러움의 일반적 분류 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F9C0068-9ACB-2045-9C54-2F5DF719002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43B114A-289C-9240-BB71-890FA10ACDAB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0">
              <a:extLst>
                <a:ext uri="{FF2B5EF4-FFF2-40B4-BE49-F238E27FC236}">
                  <a16:creationId xmlns:a16="http://schemas.microsoft.com/office/drawing/2014/main" id="{1F9D2B2E-7FC2-A646-B6BD-04814594440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1">
              <a:extLst>
                <a:ext uri="{FF2B5EF4-FFF2-40B4-BE49-F238E27FC236}">
                  <a16:creationId xmlns:a16="http://schemas.microsoft.com/office/drawing/2014/main" id="{F090EE05-D9DA-CA4C-B027-E30662D7E8F7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FB1149AD-ABD6-4317-9977-762C60D74395}"/>
              </a:ext>
            </a:extLst>
          </p:cNvPr>
          <p:cNvGrpSpPr/>
          <p:nvPr/>
        </p:nvGrpSpPr>
        <p:grpSpPr>
          <a:xfrm>
            <a:off x="5565179" y="2182288"/>
            <a:ext cx="1789480" cy="683761"/>
            <a:chOff x="3253028" y="3236090"/>
            <a:chExt cx="1344463" cy="467018"/>
          </a:xfrm>
        </p:grpSpPr>
        <p:sp>
          <p:nvSpPr>
            <p:cNvPr id="58" name="대각선 방향의 모서리가 잘린 사각형 73">
              <a:extLst>
                <a:ext uri="{FF2B5EF4-FFF2-40B4-BE49-F238E27FC236}">
                  <a16:creationId xmlns:a16="http://schemas.microsoft.com/office/drawing/2014/main" id="{28CEC505-D4DC-4A3E-99FA-97B85B783684}"/>
                </a:ext>
              </a:extLst>
            </p:cNvPr>
            <p:cNvSpPr/>
            <p:nvPr/>
          </p:nvSpPr>
          <p:spPr>
            <a:xfrm flipV="1">
              <a:off x="3258291" y="3236090"/>
              <a:ext cx="250171" cy="461819"/>
            </a:xfrm>
            <a:prstGeom prst="snip2DiagRect">
              <a:avLst>
                <a:gd name="adj1" fmla="val 0"/>
                <a:gd name="adj2" fmla="val 43223"/>
              </a:avLst>
            </a:prstGeom>
            <a:solidFill>
              <a:srgbClr val="151333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" name="대각선 방향의 모서리가 잘린 사각형 74">
              <a:extLst>
                <a:ext uri="{FF2B5EF4-FFF2-40B4-BE49-F238E27FC236}">
                  <a16:creationId xmlns:a16="http://schemas.microsoft.com/office/drawing/2014/main" id="{83EE26D9-E959-495C-A91E-459BE416080C}"/>
                </a:ext>
              </a:extLst>
            </p:cNvPr>
            <p:cNvSpPr/>
            <p:nvPr/>
          </p:nvSpPr>
          <p:spPr>
            <a:xfrm flipV="1">
              <a:off x="3258291" y="3236755"/>
              <a:ext cx="1339200" cy="466353"/>
            </a:xfrm>
            <a:prstGeom prst="snip2DiagRect">
              <a:avLst>
                <a:gd name="adj1" fmla="val 0"/>
                <a:gd name="adj2" fmla="val 42393"/>
              </a:avLst>
            </a:prstGeom>
            <a:solidFill>
              <a:srgbClr val="3F3A96"/>
            </a:solidFill>
          </p:spPr>
          <p:txBody>
            <a:bodyPr wrap="square" lIns="90000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삼각형 75">
              <a:extLst>
                <a:ext uri="{FF2B5EF4-FFF2-40B4-BE49-F238E27FC236}">
                  <a16:creationId xmlns:a16="http://schemas.microsoft.com/office/drawing/2014/main" id="{95D6BE08-74F9-473F-B110-042A6AD813B6}"/>
                </a:ext>
              </a:extLst>
            </p:cNvPr>
            <p:cNvSpPr/>
            <p:nvPr/>
          </p:nvSpPr>
          <p:spPr>
            <a:xfrm rot="10800000">
              <a:off x="3258292" y="3237965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B5BB7DDA-32DA-4770-81C1-5A0A7CFCBEF3}"/>
                </a:ext>
              </a:extLst>
            </p:cNvPr>
            <p:cNvSpPr/>
            <p:nvPr/>
          </p:nvSpPr>
          <p:spPr>
            <a:xfrm>
              <a:off x="3253028" y="3364823"/>
              <a:ext cx="1344462" cy="21021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4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어지러움</a:t>
              </a:r>
              <a:endParaRPr lang="en-US" altLang="ko-KR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" name="삼각형 63">
              <a:extLst>
                <a:ext uri="{FF2B5EF4-FFF2-40B4-BE49-F238E27FC236}">
                  <a16:creationId xmlns:a16="http://schemas.microsoft.com/office/drawing/2014/main" id="{7EC3D3EE-E91F-4248-A2E6-AA8DDEF17DA0}"/>
                </a:ext>
              </a:extLst>
            </p:cNvPr>
            <p:cNvSpPr/>
            <p:nvPr/>
          </p:nvSpPr>
          <p:spPr>
            <a:xfrm rot="16200000">
              <a:off x="4442777" y="3232566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6D69C5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4A362435-6B89-428D-A680-A66EAA6DBD35}"/>
              </a:ext>
            </a:extLst>
          </p:cNvPr>
          <p:cNvGrpSpPr/>
          <p:nvPr/>
        </p:nvGrpSpPr>
        <p:grpSpPr>
          <a:xfrm>
            <a:off x="1350334" y="3643789"/>
            <a:ext cx="1620636" cy="625038"/>
            <a:chOff x="3258123" y="3908846"/>
            <a:chExt cx="1339368" cy="469600"/>
          </a:xfrm>
        </p:grpSpPr>
        <p:sp>
          <p:nvSpPr>
            <p:cNvPr id="15" name="대각선 방향의 모서리가 잘린 사각형 59">
              <a:extLst>
                <a:ext uri="{FF2B5EF4-FFF2-40B4-BE49-F238E27FC236}">
                  <a16:creationId xmlns:a16="http://schemas.microsoft.com/office/drawing/2014/main" id="{E3605136-E566-4C40-B643-EFC15083C9DB}"/>
                </a:ext>
              </a:extLst>
            </p:cNvPr>
            <p:cNvSpPr/>
            <p:nvPr/>
          </p:nvSpPr>
          <p:spPr>
            <a:xfrm flipV="1">
              <a:off x="3258123" y="3910446"/>
              <a:ext cx="321548" cy="461820"/>
            </a:xfrm>
            <a:prstGeom prst="snip2DiagRect">
              <a:avLst>
                <a:gd name="adj1" fmla="val 0"/>
                <a:gd name="adj2" fmla="val 33947"/>
              </a:avLst>
            </a:prstGeom>
            <a:solidFill>
              <a:srgbClr val="3F3A96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17" name="대각선 방향의 모서리가 잘린 사각형 60">
              <a:extLst>
                <a:ext uri="{FF2B5EF4-FFF2-40B4-BE49-F238E27FC236}">
                  <a16:creationId xmlns:a16="http://schemas.microsoft.com/office/drawing/2014/main" id="{6C6CD18E-4496-4FE8-B731-62BE96517442}"/>
                </a:ext>
              </a:extLst>
            </p:cNvPr>
            <p:cNvSpPr/>
            <p:nvPr/>
          </p:nvSpPr>
          <p:spPr>
            <a:xfrm flipV="1">
              <a:off x="3258130" y="3910446"/>
              <a:ext cx="1339361" cy="468000"/>
            </a:xfrm>
            <a:prstGeom prst="snip2DiagRect">
              <a:avLst>
                <a:gd name="adj1" fmla="val 0"/>
                <a:gd name="adj2" fmla="val 44466"/>
              </a:avLst>
            </a:prstGeom>
            <a:solidFill>
              <a:srgbClr val="D6DCE5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23" name="직사각형 22">
              <a:hlinkClick r:id="rId3" action="ppaction://hlinksldjump"/>
              <a:extLst>
                <a:ext uri="{FF2B5EF4-FFF2-40B4-BE49-F238E27FC236}">
                  <a16:creationId xmlns:a16="http://schemas.microsoft.com/office/drawing/2014/main" id="{F82BD5F8-62CB-4ADB-84B6-5452F717245A}"/>
                </a:ext>
              </a:extLst>
            </p:cNvPr>
            <p:cNvSpPr/>
            <p:nvPr/>
          </p:nvSpPr>
          <p:spPr>
            <a:xfrm>
              <a:off x="3258130" y="4040390"/>
              <a:ext cx="1338959" cy="2081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현훈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vs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</a:t>
              </a:r>
            </a:p>
          </p:txBody>
        </p:sp>
        <p:sp>
          <p:nvSpPr>
            <p:cNvPr id="25" name="삼각형 63">
              <a:extLst>
                <a:ext uri="{FF2B5EF4-FFF2-40B4-BE49-F238E27FC236}">
                  <a16:creationId xmlns:a16="http://schemas.microsoft.com/office/drawing/2014/main" id="{8EE547D6-2BE5-4024-8C6C-1D87C8036BF0}"/>
                </a:ext>
              </a:extLst>
            </p:cNvPr>
            <p:cNvSpPr/>
            <p:nvPr/>
          </p:nvSpPr>
          <p:spPr>
            <a:xfrm rot="16200000">
              <a:off x="4442777" y="3906258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3F3A96">
                <a:alpha val="8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64" name="삼각형 75">
              <a:extLst>
                <a:ext uri="{FF2B5EF4-FFF2-40B4-BE49-F238E27FC236}">
                  <a16:creationId xmlns:a16="http://schemas.microsoft.com/office/drawing/2014/main" id="{D5DF00EC-A8AA-4B2F-AB1B-269E20B07FBB}"/>
                </a:ext>
              </a:extLst>
            </p:cNvPr>
            <p:cNvSpPr/>
            <p:nvPr/>
          </p:nvSpPr>
          <p:spPr>
            <a:xfrm rot="10800000">
              <a:off x="3258292" y="3908846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7B6F4907-808F-47C1-B698-694D00FF01A4}"/>
              </a:ext>
            </a:extLst>
          </p:cNvPr>
          <p:cNvGrpSpPr/>
          <p:nvPr/>
        </p:nvGrpSpPr>
        <p:grpSpPr>
          <a:xfrm>
            <a:off x="4199194" y="3643789"/>
            <a:ext cx="1620636" cy="625038"/>
            <a:chOff x="3258123" y="3908846"/>
            <a:chExt cx="1339368" cy="469600"/>
          </a:xfrm>
        </p:grpSpPr>
        <p:sp>
          <p:nvSpPr>
            <p:cNvPr id="66" name="대각선 방향의 모서리가 잘린 사각형 59">
              <a:extLst>
                <a:ext uri="{FF2B5EF4-FFF2-40B4-BE49-F238E27FC236}">
                  <a16:creationId xmlns:a16="http://schemas.microsoft.com/office/drawing/2014/main" id="{2AAD56F9-6CC2-4940-BFFE-988C3DD8A2B0}"/>
                </a:ext>
              </a:extLst>
            </p:cNvPr>
            <p:cNvSpPr/>
            <p:nvPr/>
          </p:nvSpPr>
          <p:spPr>
            <a:xfrm flipV="1">
              <a:off x="3258123" y="3910446"/>
              <a:ext cx="321548" cy="461820"/>
            </a:xfrm>
            <a:prstGeom prst="snip2DiagRect">
              <a:avLst>
                <a:gd name="adj1" fmla="val 0"/>
                <a:gd name="adj2" fmla="val 33947"/>
              </a:avLst>
            </a:prstGeom>
            <a:solidFill>
              <a:srgbClr val="3F3A96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67" name="대각선 방향의 모서리가 잘린 사각형 60">
              <a:extLst>
                <a:ext uri="{FF2B5EF4-FFF2-40B4-BE49-F238E27FC236}">
                  <a16:creationId xmlns:a16="http://schemas.microsoft.com/office/drawing/2014/main" id="{ED595377-6471-41BC-B07A-EDB5A8BA7431}"/>
                </a:ext>
              </a:extLst>
            </p:cNvPr>
            <p:cNvSpPr/>
            <p:nvPr/>
          </p:nvSpPr>
          <p:spPr>
            <a:xfrm flipV="1">
              <a:off x="3258130" y="3910446"/>
              <a:ext cx="1339361" cy="468000"/>
            </a:xfrm>
            <a:prstGeom prst="snip2DiagRect">
              <a:avLst>
                <a:gd name="adj1" fmla="val 0"/>
                <a:gd name="adj2" fmla="val 44466"/>
              </a:avLst>
            </a:prstGeom>
            <a:solidFill>
              <a:srgbClr val="D6DCE5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68" name="직사각형 67">
              <a:hlinkClick r:id="rId4" action="ppaction://hlinksldjump"/>
              <a:extLst>
                <a:ext uri="{FF2B5EF4-FFF2-40B4-BE49-F238E27FC236}">
                  <a16:creationId xmlns:a16="http://schemas.microsoft.com/office/drawing/2014/main" id="{B89A7901-7674-4570-801A-56680D2E24D1}"/>
                </a:ext>
              </a:extLst>
            </p:cNvPr>
            <p:cNvSpPr/>
            <p:nvPr/>
          </p:nvSpPr>
          <p:spPr>
            <a:xfrm>
              <a:off x="3258130" y="4040390"/>
              <a:ext cx="1338959" cy="2081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실신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전실신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  <p:sp>
          <p:nvSpPr>
            <p:cNvPr id="69" name="삼각형 63">
              <a:extLst>
                <a:ext uri="{FF2B5EF4-FFF2-40B4-BE49-F238E27FC236}">
                  <a16:creationId xmlns:a16="http://schemas.microsoft.com/office/drawing/2014/main" id="{3A307E2B-2BF2-49EA-AD80-CF1D9D3866F9}"/>
                </a:ext>
              </a:extLst>
            </p:cNvPr>
            <p:cNvSpPr/>
            <p:nvPr/>
          </p:nvSpPr>
          <p:spPr>
            <a:xfrm rot="16200000">
              <a:off x="4442777" y="3906258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3F3A96">
                <a:alpha val="8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70" name="삼각형 75">
              <a:extLst>
                <a:ext uri="{FF2B5EF4-FFF2-40B4-BE49-F238E27FC236}">
                  <a16:creationId xmlns:a16="http://schemas.microsoft.com/office/drawing/2014/main" id="{69C7136E-D0D6-4BBE-B13C-8DC676EC27D1}"/>
                </a:ext>
              </a:extLst>
            </p:cNvPr>
            <p:cNvSpPr/>
            <p:nvPr/>
          </p:nvSpPr>
          <p:spPr>
            <a:xfrm rot="10800000">
              <a:off x="3258292" y="3908846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0909B965-F5C9-4BCD-99A3-B012DD1DA364}"/>
              </a:ext>
            </a:extLst>
          </p:cNvPr>
          <p:cNvGrpSpPr/>
          <p:nvPr/>
        </p:nvGrpSpPr>
        <p:grpSpPr>
          <a:xfrm>
            <a:off x="7048054" y="3643789"/>
            <a:ext cx="1620636" cy="625038"/>
            <a:chOff x="3258123" y="3908846"/>
            <a:chExt cx="1339368" cy="469600"/>
          </a:xfrm>
        </p:grpSpPr>
        <p:sp>
          <p:nvSpPr>
            <p:cNvPr id="72" name="대각선 방향의 모서리가 잘린 사각형 59">
              <a:extLst>
                <a:ext uri="{FF2B5EF4-FFF2-40B4-BE49-F238E27FC236}">
                  <a16:creationId xmlns:a16="http://schemas.microsoft.com/office/drawing/2014/main" id="{43CCA83A-BCE6-441A-A5F9-06C884174E36}"/>
                </a:ext>
              </a:extLst>
            </p:cNvPr>
            <p:cNvSpPr/>
            <p:nvPr/>
          </p:nvSpPr>
          <p:spPr>
            <a:xfrm flipV="1">
              <a:off x="3258123" y="3910446"/>
              <a:ext cx="321548" cy="461820"/>
            </a:xfrm>
            <a:prstGeom prst="snip2DiagRect">
              <a:avLst>
                <a:gd name="adj1" fmla="val 0"/>
                <a:gd name="adj2" fmla="val 33947"/>
              </a:avLst>
            </a:prstGeom>
            <a:solidFill>
              <a:srgbClr val="3F3A96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73" name="대각선 방향의 모서리가 잘린 사각형 60">
              <a:extLst>
                <a:ext uri="{FF2B5EF4-FFF2-40B4-BE49-F238E27FC236}">
                  <a16:creationId xmlns:a16="http://schemas.microsoft.com/office/drawing/2014/main" id="{74FBA542-DD7B-4A32-9F49-171C8FE8ED5C}"/>
                </a:ext>
              </a:extLst>
            </p:cNvPr>
            <p:cNvSpPr/>
            <p:nvPr/>
          </p:nvSpPr>
          <p:spPr>
            <a:xfrm flipV="1">
              <a:off x="3258130" y="3910446"/>
              <a:ext cx="1339361" cy="468000"/>
            </a:xfrm>
            <a:prstGeom prst="snip2DiagRect">
              <a:avLst>
                <a:gd name="adj1" fmla="val 0"/>
                <a:gd name="adj2" fmla="val 44466"/>
              </a:avLst>
            </a:prstGeom>
            <a:solidFill>
              <a:srgbClr val="D6DCE5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74" name="직사각형 73">
              <a:hlinkClick r:id="rId5" action="ppaction://hlinksldjump"/>
              <a:extLst>
                <a:ext uri="{FF2B5EF4-FFF2-40B4-BE49-F238E27FC236}">
                  <a16:creationId xmlns:a16="http://schemas.microsoft.com/office/drawing/2014/main" id="{D94D4C44-FD6A-4567-BDA9-FA92CC23A39A}"/>
                </a:ext>
              </a:extLst>
            </p:cNvPr>
            <p:cNvSpPr/>
            <p:nvPr/>
          </p:nvSpPr>
          <p:spPr>
            <a:xfrm>
              <a:off x="3258130" y="4040390"/>
              <a:ext cx="1338959" cy="2081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전신쇠약 </a:t>
              </a:r>
            </a:p>
          </p:txBody>
        </p:sp>
        <p:sp>
          <p:nvSpPr>
            <p:cNvPr id="75" name="삼각형 63">
              <a:extLst>
                <a:ext uri="{FF2B5EF4-FFF2-40B4-BE49-F238E27FC236}">
                  <a16:creationId xmlns:a16="http://schemas.microsoft.com/office/drawing/2014/main" id="{1C4FD580-6D23-4DC7-96A0-C01431A9EB65}"/>
                </a:ext>
              </a:extLst>
            </p:cNvPr>
            <p:cNvSpPr/>
            <p:nvPr/>
          </p:nvSpPr>
          <p:spPr>
            <a:xfrm rot="16200000">
              <a:off x="4442777" y="3906258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3F3A96">
                <a:alpha val="8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76" name="삼각형 75">
              <a:extLst>
                <a:ext uri="{FF2B5EF4-FFF2-40B4-BE49-F238E27FC236}">
                  <a16:creationId xmlns:a16="http://schemas.microsoft.com/office/drawing/2014/main" id="{BE6A01F4-AA25-4603-A5D4-EC0C66584967}"/>
                </a:ext>
              </a:extLst>
            </p:cNvPr>
            <p:cNvSpPr/>
            <p:nvPr/>
          </p:nvSpPr>
          <p:spPr>
            <a:xfrm rot="10800000">
              <a:off x="3258292" y="3908846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D95B85CF-7A2D-4940-8A5C-07964A05536D}"/>
              </a:ext>
            </a:extLst>
          </p:cNvPr>
          <p:cNvGrpSpPr/>
          <p:nvPr/>
        </p:nvGrpSpPr>
        <p:grpSpPr>
          <a:xfrm>
            <a:off x="9896913" y="3643785"/>
            <a:ext cx="1620636" cy="625036"/>
            <a:chOff x="3258123" y="3908847"/>
            <a:chExt cx="1339368" cy="469599"/>
          </a:xfrm>
        </p:grpSpPr>
        <p:sp>
          <p:nvSpPr>
            <p:cNvPr id="78" name="대각선 방향의 모서리가 잘린 사각형 59">
              <a:extLst>
                <a:ext uri="{FF2B5EF4-FFF2-40B4-BE49-F238E27FC236}">
                  <a16:creationId xmlns:a16="http://schemas.microsoft.com/office/drawing/2014/main" id="{B1B72367-FD2F-4FD0-A793-20AC162CB522}"/>
                </a:ext>
              </a:extLst>
            </p:cNvPr>
            <p:cNvSpPr/>
            <p:nvPr/>
          </p:nvSpPr>
          <p:spPr>
            <a:xfrm flipV="1">
              <a:off x="3258123" y="3910446"/>
              <a:ext cx="321548" cy="461820"/>
            </a:xfrm>
            <a:prstGeom prst="snip2DiagRect">
              <a:avLst>
                <a:gd name="adj1" fmla="val 0"/>
                <a:gd name="adj2" fmla="val 33947"/>
              </a:avLst>
            </a:prstGeom>
            <a:solidFill>
              <a:srgbClr val="3F3A96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79" name="대각선 방향의 모서리가 잘린 사각형 60">
              <a:extLst>
                <a:ext uri="{FF2B5EF4-FFF2-40B4-BE49-F238E27FC236}">
                  <a16:creationId xmlns:a16="http://schemas.microsoft.com/office/drawing/2014/main" id="{443A680D-612B-4EED-ACAC-6C66E5D067EB}"/>
                </a:ext>
              </a:extLst>
            </p:cNvPr>
            <p:cNvSpPr/>
            <p:nvPr/>
          </p:nvSpPr>
          <p:spPr>
            <a:xfrm flipV="1">
              <a:off x="3258130" y="3910446"/>
              <a:ext cx="1339361" cy="468000"/>
            </a:xfrm>
            <a:prstGeom prst="snip2DiagRect">
              <a:avLst>
                <a:gd name="adj1" fmla="val 0"/>
                <a:gd name="adj2" fmla="val 44466"/>
              </a:avLst>
            </a:prstGeom>
            <a:solidFill>
              <a:srgbClr val="D6DCE5"/>
            </a:solidFill>
          </p:spPr>
          <p:txBody>
            <a:bodyPr wrap="square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80" name="직사각형 79">
              <a:hlinkClick r:id="rId6" action="ppaction://hlinksldjump"/>
              <a:extLst>
                <a:ext uri="{FF2B5EF4-FFF2-40B4-BE49-F238E27FC236}">
                  <a16:creationId xmlns:a16="http://schemas.microsoft.com/office/drawing/2014/main" id="{A0D216DA-39F7-4A1D-82F6-DB3C2111A7F1}"/>
                </a:ext>
              </a:extLst>
            </p:cNvPr>
            <p:cNvSpPr/>
            <p:nvPr/>
          </p:nvSpPr>
          <p:spPr>
            <a:xfrm>
              <a:off x="3258130" y="3971018"/>
              <a:ext cx="1338959" cy="34685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경증 또는 </a:t>
              </a:r>
            </a:p>
            <a:p>
              <a:pPr algn="ctr"/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비특이적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증상 호소</a:t>
              </a:r>
            </a:p>
          </p:txBody>
        </p:sp>
        <p:sp>
          <p:nvSpPr>
            <p:cNvPr id="81" name="삼각형 63">
              <a:extLst>
                <a:ext uri="{FF2B5EF4-FFF2-40B4-BE49-F238E27FC236}">
                  <a16:creationId xmlns:a16="http://schemas.microsoft.com/office/drawing/2014/main" id="{C2B8BE54-C97D-4260-80B1-833B2DBFEA64}"/>
                </a:ext>
              </a:extLst>
            </p:cNvPr>
            <p:cNvSpPr/>
            <p:nvPr/>
          </p:nvSpPr>
          <p:spPr>
            <a:xfrm rot="16200000">
              <a:off x="4442777" y="3906258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3F3A96">
                <a:alpha val="8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  <p:sp>
          <p:nvSpPr>
            <p:cNvPr id="82" name="삼각형 75">
              <a:extLst>
                <a:ext uri="{FF2B5EF4-FFF2-40B4-BE49-F238E27FC236}">
                  <a16:creationId xmlns:a16="http://schemas.microsoft.com/office/drawing/2014/main" id="{506F654C-5526-4D64-9B57-D0A6CF710299}"/>
                </a:ext>
              </a:extLst>
            </p:cNvPr>
            <p:cNvSpPr/>
            <p:nvPr/>
          </p:nvSpPr>
          <p:spPr>
            <a:xfrm rot="10800000">
              <a:off x="3258292" y="3908847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DBF1F3FD-6D1A-4DD5-97A6-843D0A3B525B}"/>
              </a:ext>
            </a:extLst>
          </p:cNvPr>
          <p:cNvCxnSpPr>
            <a:cxnSpLocks/>
          </p:cNvCxnSpPr>
          <p:nvPr/>
        </p:nvCxnSpPr>
        <p:spPr>
          <a:xfrm>
            <a:off x="2179467" y="3183511"/>
            <a:ext cx="8560905" cy="0"/>
          </a:xfrm>
          <a:prstGeom prst="line">
            <a:avLst/>
          </a:prstGeom>
          <a:ln w="12700">
            <a:prstDash val="solid"/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1E0F9D3F-C7BC-4D87-8A77-748EBF515B5F}"/>
              </a:ext>
            </a:extLst>
          </p:cNvPr>
          <p:cNvCxnSpPr>
            <a:cxnSpLocks/>
          </p:cNvCxnSpPr>
          <p:nvPr/>
        </p:nvCxnSpPr>
        <p:spPr>
          <a:xfrm flipV="1">
            <a:off x="2179467" y="3183511"/>
            <a:ext cx="0" cy="324000"/>
          </a:xfrm>
          <a:prstGeom prst="line">
            <a:avLst/>
          </a:prstGeom>
          <a:ln w="12700">
            <a:prstDash val="solid"/>
            <a:headEnd type="arrow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F8A1FABA-9904-45CF-8EC7-683F72EE5400}"/>
              </a:ext>
            </a:extLst>
          </p:cNvPr>
          <p:cNvCxnSpPr>
            <a:cxnSpLocks/>
          </p:cNvCxnSpPr>
          <p:nvPr/>
        </p:nvCxnSpPr>
        <p:spPr>
          <a:xfrm flipV="1">
            <a:off x="5033102" y="3183511"/>
            <a:ext cx="0" cy="324000"/>
          </a:xfrm>
          <a:prstGeom prst="line">
            <a:avLst/>
          </a:prstGeom>
          <a:ln w="12700">
            <a:prstDash val="solid"/>
            <a:headEnd type="arrow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48779F67-82C9-46D0-9492-36652076A37E}"/>
              </a:ext>
            </a:extLst>
          </p:cNvPr>
          <p:cNvCxnSpPr>
            <a:cxnSpLocks/>
          </p:cNvCxnSpPr>
          <p:nvPr/>
        </p:nvCxnSpPr>
        <p:spPr>
          <a:xfrm flipV="1">
            <a:off x="7886737" y="3183511"/>
            <a:ext cx="0" cy="324000"/>
          </a:xfrm>
          <a:prstGeom prst="line">
            <a:avLst/>
          </a:prstGeom>
          <a:ln w="12700">
            <a:prstDash val="solid"/>
            <a:headEnd type="arrow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2DCF433B-EE37-4BEB-A8C2-F9F5E54A0BED}"/>
              </a:ext>
            </a:extLst>
          </p:cNvPr>
          <p:cNvCxnSpPr>
            <a:cxnSpLocks/>
          </p:cNvCxnSpPr>
          <p:nvPr/>
        </p:nvCxnSpPr>
        <p:spPr>
          <a:xfrm flipV="1">
            <a:off x="10740372" y="3183510"/>
            <a:ext cx="0" cy="324000"/>
          </a:xfrm>
          <a:prstGeom prst="line">
            <a:avLst/>
          </a:prstGeom>
          <a:ln w="12700">
            <a:prstDash val="solid"/>
            <a:headEnd type="arrow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0CF7223D-254C-496D-8A60-53055A15CBA4}"/>
              </a:ext>
            </a:extLst>
          </p:cNvPr>
          <p:cNvCxnSpPr>
            <a:cxnSpLocks/>
          </p:cNvCxnSpPr>
          <p:nvPr/>
        </p:nvCxnSpPr>
        <p:spPr>
          <a:xfrm flipV="1">
            <a:off x="6459919" y="2848172"/>
            <a:ext cx="0" cy="324000"/>
          </a:xfrm>
          <a:prstGeom prst="line">
            <a:avLst/>
          </a:prstGeom>
          <a:ln w="12700"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47A3500F-2EC9-42EA-BB16-1C7E05E7C3F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2892069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23" name="그림 22">
            <a:extLst>
              <a:ext uri="{FF2B5EF4-FFF2-40B4-BE49-F238E27FC236}">
                <a16:creationId xmlns:a16="http://schemas.microsoft.com/office/drawing/2014/main" id="{0A454977-7C60-4ABB-AE46-EF65ADDC911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4" name="표 20">
            <a:extLst>
              <a:ext uri="{FF2B5EF4-FFF2-40B4-BE49-F238E27FC236}">
                <a16:creationId xmlns:a16="http://schemas.microsoft.com/office/drawing/2014/main" id="{A9C38F93-2325-44DF-AA16-02E89A7CEB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993777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정신과적 응급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자살성향</a:t>
                      </a:r>
                      <a:r>
                        <a:rPr kumimoji="0" lang="en-US" altLang="ko-KR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</a:t>
                      </a:r>
                      <a:r>
                        <a:rPr kumimoji="0" lang="en-US" altLang="ko-KR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C26E13-FA18-45AB-9B9D-C30AF7852293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67D35BB5-4309-44A9-ABA6-A421CAD0DF3C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7" name="삼각형 20">
              <a:extLst>
                <a:ext uri="{FF2B5EF4-FFF2-40B4-BE49-F238E27FC236}">
                  <a16:creationId xmlns:a16="http://schemas.microsoft.com/office/drawing/2014/main" id="{4CDD0D3B-C105-4A12-BB63-3EA196E1FF40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8" name="삼각형 21">
              <a:extLst>
                <a:ext uri="{FF2B5EF4-FFF2-40B4-BE49-F238E27FC236}">
                  <a16:creationId xmlns:a16="http://schemas.microsoft.com/office/drawing/2014/main" id="{5A15AFBC-CCA0-4737-ADA4-B3D711DC934A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76A097F8-D2EC-49E6-A6FF-F0DE5334E9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16646"/>
              </p:ext>
            </p:extLst>
          </p:nvPr>
        </p:nvGraphicFramePr>
        <p:xfrm>
          <a:off x="1350334" y="2109119"/>
          <a:ext cx="4745666" cy="41330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5396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310270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자살관련 용어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708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자살시도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attempt)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죽으려는 의도에 따른 행동</a:t>
                      </a:r>
                      <a:b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노골적인 또는 암시적인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708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자살의도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intent)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자살로 이어질 수 있는 주관적인 생각이나 바람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708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자살관념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(Suicidal ideation)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자신의 죽음에 대한 생각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자살에 대한 계획이나 의도의 정도에 따라 중대한 정도가 다를 수 있음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161197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도주의 가능성 또는 안전에 대한 위험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(Uncertain flight or safety risk)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자신이나 타인에게 폭력적인 위협을 가하는 환자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조절되지 않는 분노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편집증 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(Paranoia),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또는 환각으로 이상 행동을 하는 환자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 위험도 평가에 협조하지 않거나 거부하며 도주의 위험이 있는 환자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이에 대해 집중 관찰이 필요함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(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보호자가 상주하거나 환자와 보호자가 합의한 경우에는 병원에서 지정한 집중관찰 구역은 필요하지 않음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77003A41-4734-4AC6-9361-09EA46A051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75343"/>
              </p:ext>
            </p:extLst>
          </p:nvPr>
        </p:nvGraphicFramePr>
        <p:xfrm>
          <a:off x="6779395" y="2109120"/>
          <a:ext cx="4738154" cy="32311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7412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58074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93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중증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초조함을 동반한 극도의 불안이나 걱정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극도의 흥분상태로  의료진의 협조 요청에도 진정되지 않음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93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중등도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명백한 불안이나 걱정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떨림은 없음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초조함의 징후를 보이며 지시에 대해 일관성 있게 수행하지 못함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예를 들어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앉거나 진정하도록 지시했을 때 일시적으로 지시에 따르지만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금방 안절부절못하고 다시 초조해짐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93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경증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가벼운 불안이나 걱정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근심이 있지만 안심시키면 나아짐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안절부절못하지만 협조적이며 지시에 잘 따름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B66FADF8-1D4F-4FC3-9EB3-D2FBEFD1A43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475F900-222E-4AB5-A43D-40D4A7232D57}"/>
              </a:ext>
            </a:extLst>
          </p:cNvPr>
          <p:cNvGrpSpPr/>
          <p:nvPr/>
        </p:nvGrpSpPr>
        <p:grpSpPr>
          <a:xfrm>
            <a:off x="6695090" y="5391808"/>
            <a:ext cx="5002924" cy="924911"/>
            <a:chOff x="6695090" y="5391808"/>
            <a:chExt cx="5002924" cy="924911"/>
          </a:xfrm>
        </p:grpSpPr>
        <p:sp>
          <p:nvSpPr>
            <p:cNvPr id="13" name="직사각형 12">
              <a:hlinkClick r:id="rId3" action="ppaction://hlinksldjump"/>
              <a:extLst>
                <a:ext uri="{FF2B5EF4-FFF2-40B4-BE49-F238E27FC236}">
                  <a16:creationId xmlns:a16="http://schemas.microsoft.com/office/drawing/2014/main" id="{24ECFEEF-D7E0-48BF-A558-104655C6EC53}"/>
                </a:ext>
              </a:extLst>
            </p:cNvPr>
            <p:cNvSpPr/>
            <p:nvPr/>
          </p:nvSpPr>
          <p:spPr>
            <a:xfrm>
              <a:off x="6779395" y="5734985"/>
              <a:ext cx="4738154" cy="2462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5" name="그림 14">
              <a:hlinkClick r:id="rId4" action="ppaction://hlinksldjump"/>
              <a:extLst>
                <a:ext uri="{FF2B5EF4-FFF2-40B4-BE49-F238E27FC236}">
                  <a16:creationId xmlns:a16="http://schemas.microsoft.com/office/drawing/2014/main" id="{5CD74B00-A10A-4E73-A7E7-0C51CD72C7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695090" y="5391808"/>
              <a:ext cx="5002924" cy="924911"/>
            </a:xfrm>
            <a:prstGeom prst="rect">
              <a:avLst/>
            </a:prstGeom>
          </p:spPr>
        </p:pic>
        <p:sp>
          <p:nvSpPr>
            <p:cNvPr id="16" name="TextBox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3C346289-7D64-4CD3-A59A-B07F4E1E050E}"/>
                </a:ext>
              </a:extLst>
            </p:cNvPr>
            <p:cNvSpPr txBox="1"/>
            <p:nvPr/>
          </p:nvSpPr>
          <p:spPr>
            <a:xfrm>
              <a:off x="6856675" y="5734985"/>
              <a:ext cx="43068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다음 슬라이드 </a:t>
              </a:r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‐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정신과적 응급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환각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망상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기괴한 행동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9133908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23" name="그림 22">
            <a:extLst>
              <a:ext uri="{FF2B5EF4-FFF2-40B4-BE49-F238E27FC236}">
                <a16:creationId xmlns:a16="http://schemas.microsoft.com/office/drawing/2014/main" id="{0A454977-7C60-4ABB-AE46-EF65ADDC9110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4" name="표 20">
            <a:extLst>
              <a:ext uri="{FF2B5EF4-FFF2-40B4-BE49-F238E27FC236}">
                <a16:creationId xmlns:a16="http://schemas.microsoft.com/office/drawing/2014/main" id="{A9C38F93-2325-44DF-AA16-02E89A7CEB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444167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정신과적 응급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F3D94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환각</a:t>
                      </a:r>
                      <a:r>
                        <a:rPr kumimoji="0" lang="en-US" altLang="ko-KR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kumimoji="0" lang="ko-KR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망상</a:t>
                      </a:r>
                      <a:r>
                        <a:rPr kumimoji="0" lang="en-US" altLang="ko-KR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기괴한 행동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C26E13-FA18-45AB-9B9D-C30AF7852293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67D35BB5-4309-44A9-ABA6-A421CAD0DF3C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7" name="삼각형 20">
              <a:extLst>
                <a:ext uri="{FF2B5EF4-FFF2-40B4-BE49-F238E27FC236}">
                  <a16:creationId xmlns:a16="http://schemas.microsoft.com/office/drawing/2014/main" id="{4CDD0D3B-C105-4A12-BB63-3EA196E1FF40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8" name="삼각형 21">
              <a:extLst>
                <a:ext uri="{FF2B5EF4-FFF2-40B4-BE49-F238E27FC236}">
                  <a16:creationId xmlns:a16="http://schemas.microsoft.com/office/drawing/2014/main" id="{5A15AFBC-CCA0-4737-ADA4-B3D711DC934A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2A29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AD7A6D1-07D6-406B-90AE-588B067D0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063878"/>
              </p:ext>
            </p:extLst>
          </p:nvPr>
        </p:nvGraphicFramePr>
        <p:xfrm>
          <a:off x="1350334" y="2109118"/>
          <a:ext cx="4745666" cy="41281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5396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310270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890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  <a:endParaRPr lang="en-US" altLang="ko-Kore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879971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1" 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정신병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극단적인 자기 부정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혼란하고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무질서한 생각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 장애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환청이나 환각을 현실과 구분하지 못함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환각이나 망상으로 인한 이상한 생각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적대감을 표출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305879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편집증</a:t>
                      </a:r>
                      <a:endParaRPr kumimoji="1"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(Paranoia)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피해망상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타인에 의해  추적당하고 있거나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독극물에 노출되거나 해를 입고 있고 있다고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생각함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관계사고</a:t>
                      </a: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사람들이 자신의 얘기를 하고 있다는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잘못된 믿음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극심한 불안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초조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적개심이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동반될 수 있음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663448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kumimoji="1" 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환각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환각의 병력을 알고 있지만 최근의 양상이나 빈도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환각으로 인한 본인의 고통의 변화가 없음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879971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kumimoji="1" 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kumimoji="1"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비응급</a:t>
                      </a:r>
                      <a:r>
                        <a:rPr kumimoji="1"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분류담당자가 평소 알고 있는 환자이며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이전에도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치료가 잘됐던 동일한 증상을 호소하거나 단순히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음식이나 따뜻한 곳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일시적으로 쉴 곳을 찾고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있는 경우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3DD06FF2-9C28-46C6-B9DB-B8A7A5753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6251203"/>
              </p:ext>
            </p:extLst>
          </p:nvPr>
        </p:nvGraphicFramePr>
        <p:xfrm>
          <a:off x="6779395" y="2109121"/>
          <a:ext cx="4738154" cy="34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7412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58074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</a:t>
                      </a:r>
                      <a:r>
                        <a:rPr lang="ko-Kore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 행동</a:t>
                      </a:r>
                      <a:endParaRPr lang="en-US" altLang="ko-Kore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조절되지 않는 행동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기이하며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지남력이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없고 비이성적인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행동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이성과 언어에 의한 의사소통으로 조절되지 않는 행동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환자나 타인을 신체적 위험에 빠뜨리는 행동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조절되는 행동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기이하고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비이성적인 행동으로 위협이 되지만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합리적인 설득으로 통제가 가능함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가족이나 친구가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환자와 동반하고 있음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해롭지</a:t>
                      </a:r>
                      <a:endParaRPr kumimoji="1"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않은 행동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기이하고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괴상한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행동이 장기간 지속되었으나 최근에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급격한 변화 없으며 환자 자신 또는 타인에게 위협이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되지 않는 상태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긴급하게 개입할 필요는 없음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05F62F73-9983-489C-BE85-AB2B3E6C5D8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74610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B597A367-2BEE-469C-84FE-6E0A3BAE1E64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47" name="그림 46">
              <a:hlinkClick r:id="rId3" action="ppaction://hlinksldjump"/>
              <a:extLst>
                <a:ext uri="{FF2B5EF4-FFF2-40B4-BE49-F238E27FC236}">
                  <a16:creationId xmlns:a16="http://schemas.microsoft.com/office/drawing/2014/main" id="{E68DB2DB-2501-4644-9EB2-5B90530E768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942AAA5F-C722-4ED8-8A6E-DB333BE668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물질금단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8C80BD0F-D153-4856-93DC-D1FA60578896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1" name="그림 20">
              <a:hlinkClick r:id="rId5" action="ppaction://hlinksldjump"/>
              <a:extLst>
                <a:ext uri="{FF2B5EF4-FFF2-40B4-BE49-F238E27FC236}">
                  <a16:creationId xmlns:a16="http://schemas.microsoft.com/office/drawing/2014/main" id="{4591EA92-BC4B-4791-86CB-8C7170B48A2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2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681995F8-EFBE-465A-AA23-B109AAAD4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물질오용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중독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DC5C9A23-AA16-4455-A4A2-D89F3A3B85E6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24" name="그림 23">
              <a:hlinkClick r:id="rId6" action="ppaction://hlinksldjump"/>
              <a:extLst>
                <a:ext uri="{FF2B5EF4-FFF2-40B4-BE49-F238E27FC236}">
                  <a16:creationId xmlns:a16="http://schemas.microsoft.com/office/drawing/2014/main" id="{28E32C94-7279-4343-AEEF-E42F08E6A4C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2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A95C919-1D7F-40FF-B74C-2824A046A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과다복용</a:t>
              </a: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CAF5EBC4-1800-4062-A1E8-9743FAFBAC9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6900686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그룹 6">
            <a:extLst>
              <a:ext uri="{FF2B5EF4-FFF2-40B4-BE49-F238E27FC236}">
                <a16:creationId xmlns:a16="http://schemas.microsoft.com/office/drawing/2014/main" id="{BC49B625-93FA-4D3E-BE94-292811134EA7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47" name="그림 46">
              <a:hlinkClick r:id="rId2" action="ppaction://hlinksldjump"/>
              <a:extLst>
                <a:ext uri="{FF2B5EF4-FFF2-40B4-BE49-F238E27FC236}">
                  <a16:creationId xmlns:a16="http://schemas.microsoft.com/office/drawing/2014/main" id="{E68DB2DB-2501-4644-9EB2-5B90530E768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942AAA5F-C722-4ED8-8A6E-DB333BE668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불면증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E263ABE1-7D95-409F-B32D-A4B7FA9D99CA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1" name="그림 20">
              <a:hlinkClick r:id="rId4" action="ppaction://hlinksldjump"/>
              <a:extLst>
                <a:ext uri="{FF2B5EF4-FFF2-40B4-BE49-F238E27FC236}">
                  <a16:creationId xmlns:a16="http://schemas.microsoft.com/office/drawing/2014/main" id="{4591EA92-BC4B-4791-86CB-8C7170B48A2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2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681995F8-EFBE-465A-AA23-B109AAAD4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불안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위기 상황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A3BD1949-DFDB-4D40-903D-E7F0EB836536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24" name="그림 23">
              <a:hlinkClick r:id="rId5" action="ppaction://hlinksldjump"/>
              <a:extLst>
                <a:ext uri="{FF2B5EF4-FFF2-40B4-BE49-F238E27FC236}">
                  <a16:creationId xmlns:a16="http://schemas.microsoft.com/office/drawing/2014/main" id="{28E32C94-7279-4343-AEEF-E42F08E6A4C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25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A95C919-1D7F-40FF-B74C-2824A046A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망상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E956FBD1-F07D-4866-A5B4-13388D4E44C3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15" name="그림 14">
              <a:hlinkClick r:id="rId6" action="ppaction://hlinksldjump"/>
              <a:extLst>
                <a:ext uri="{FF2B5EF4-FFF2-40B4-BE49-F238E27FC236}">
                  <a16:creationId xmlns:a16="http://schemas.microsoft.com/office/drawing/2014/main" id="{B98082A2-59AB-4D59-A272-9E735D382AD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1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1E1E58C-056D-4114-B89B-7E1FC440C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우울증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자살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자해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47400254-619A-426A-9BFB-9C7100B66924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18" name="그림 17">
              <a:hlinkClick r:id="rId7" action="ppaction://hlinksldjump"/>
              <a:extLst>
                <a:ext uri="{FF2B5EF4-FFF2-40B4-BE49-F238E27FC236}">
                  <a16:creationId xmlns:a16="http://schemas.microsoft.com/office/drawing/2014/main" id="{8907DD8C-E026-48A6-89F2-8C0F0079D5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2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D8E0008-571E-47D7-B387-5A9F2C93DA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폭력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살인행위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24026FE7-34AE-46B9-92BB-2F731A36D995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31" name="그림 30">
              <a:hlinkClick r:id="rId8" action="ppaction://hlinksldjump"/>
              <a:extLst>
                <a:ext uri="{FF2B5EF4-FFF2-40B4-BE49-F238E27FC236}">
                  <a16:creationId xmlns:a16="http://schemas.microsoft.com/office/drawing/2014/main" id="{EA763C07-EFB7-486E-87FC-64D9E569A3A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3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03BBC1F2-4BA4-4F9F-8C85-E4AA08265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환자의 안녕에 대한 고려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학대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방임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F03CA88D-F8A7-4C86-886A-34DB5FF06BB8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34" name="그림 33">
              <a:hlinkClick r:id="rId9" action="ppaction://hlinksldjump"/>
              <a:extLst>
                <a:ext uri="{FF2B5EF4-FFF2-40B4-BE49-F238E27FC236}">
                  <a16:creationId xmlns:a16="http://schemas.microsoft.com/office/drawing/2014/main" id="{3AE19A91-84CC-49C8-AF21-2BF30C52B4B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3E1F62A2-DB50-4AB6-8CCC-73D8EE931D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사회문제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A64E0A22-ACD6-4B47-9EDC-F996DF65619E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37" name="그림 36">
              <a:hlinkClick r:id="rId10" action="ppaction://hlinksldjump"/>
              <a:extLst>
                <a:ext uri="{FF2B5EF4-FFF2-40B4-BE49-F238E27FC236}">
                  <a16:creationId xmlns:a16="http://schemas.microsoft.com/office/drawing/2014/main" id="{C4579B4C-3D26-4FAD-92AC-F62D87919D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F58D0F26-CF73-4EA4-84D5-FCC55B70C7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기괴한 행동</a:t>
              </a:r>
            </a:p>
          </p:txBody>
        </p:sp>
      </p:grp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79E4E559-1E56-4E7F-9980-DEC6EE1F45F0}"/>
              </a:ext>
            </a:extLst>
          </p:cNvPr>
          <p:cNvPicPr>
            <a:picLocks noChangeAspect="1"/>
          </p:cNvPicPr>
          <p:nvPr/>
        </p:nvPicPr>
        <p:blipFill rotWithShape="1"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324729" y="5115856"/>
            <a:ext cx="4738549" cy="582483"/>
          </a:xfrm>
          <a:prstGeom prst="rect">
            <a:avLst/>
          </a:prstGeom>
        </p:spPr>
      </p:pic>
      <p:sp>
        <p:nvSpPr>
          <p:cNvPr id="41" name="Text Box 10">
            <a:hlinkClick r:id="" action="ppaction://noaction"/>
            <a:extLst>
              <a:ext uri="{FF2B5EF4-FFF2-40B4-BE49-F238E27FC236}">
                <a16:creationId xmlns:a16="http://schemas.microsoft.com/office/drawing/2014/main" id="{A0AD44AC-BDCD-4882-B912-011E58FE2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96" y="5210319"/>
            <a:ext cx="4674486" cy="396000"/>
          </a:xfrm>
          <a:prstGeom prst="roundRect">
            <a:avLst>
              <a:gd name="adj" fmla="val 50000"/>
            </a:avLst>
          </a:prstGeom>
          <a:noFill/>
          <a:ln w="19050">
            <a:noFill/>
            <a:miter lim="800000"/>
            <a:headEnd/>
            <a:tailEnd/>
          </a:ln>
        </p:spPr>
        <p:txBody>
          <a:bodyPr anchor="ctr"/>
          <a:lstStyle>
            <a:lvl1pPr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182563" indent="-182563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소아의 파괴적 행동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96B23DE-4598-41E3-B6BA-421A54209B7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4277340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59FA3A83-FB81-43CD-8352-5262B7DEE344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47" name="그림 46">
              <a:hlinkClick r:id="rId2" action="ppaction://hlinksldjump"/>
              <a:extLst>
                <a:ext uri="{FF2B5EF4-FFF2-40B4-BE49-F238E27FC236}">
                  <a16:creationId xmlns:a16="http://schemas.microsoft.com/office/drawing/2014/main" id="{E68DB2DB-2501-4644-9EB2-5B90530E768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942AAA5F-C722-4ED8-8A6E-DB333BE668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현훈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3AF7843E-70DE-44DA-BAF1-4DED6E3C1061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1" name="그림 20">
              <a:hlinkClick r:id="rId4" action="ppaction://hlinksldjump"/>
              <a:extLst>
                <a:ext uri="{FF2B5EF4-FFF2-40B4-BE49-F238E27FC236}">
                  <a16:creationId xmlns:a16="http://schemas.microsoft.com/office/drawing/2014/main" id="{4591EA92-BC4B-4791-86CB-8C7170B48A2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2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681995F8-EFBE-465A-AA23-B109AAAD4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의식수준의 변화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09C30D76-5BBC-49A5-8A97-D87EA0487652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24" name="그림 23">
              <a:hlinkClick r:id="rId5" action="ppaction://hlinksldjump"/>
              <a:extLst>
                <a:ext uri="{FF2B5EF4-FFF2-40B4-BE49-F238E27FC236}">
                  <a16:creationId xmlns:a16="http://schemas.microsoft.com/office/drawing/2014/main" id="{28E32C94-7279-4343-AEEF-E42F08E6A4C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25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A95C919-1D7F-40FF-B74C-2824A046A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착란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7C4E3FC8-BB8F-4D9F-A1B9-341244147FB0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15" name="그림 14">
              <a:hlinkClick r:id="rId6" action="ppaction://hlinksldjump"/>
              <a:extLst>
                <a:ext uri="{FF2B5EF4-FFF2-40B4-BE49-F238E27FC236}">
                  <a16:creationId xmlns:a16="http://schemas.microsoft.com/office/drawing/2014/main" id="{B98082A2-59AB-4D59-A272-9E735D382AD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1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1E1E58C-056D-4114-B89B-7E1FC440C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보행 장애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운동 실조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강직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411DC226-E5A5-4C3C-9394-6E1AEB20E2FE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18" name="그림 17">
              <a:hlinkClick r:id="rId7" action="ppaction://hlinksldjump"/>
              <a:extLst>
                <a:ext uri="{FF2B5EF4-FFF2-40B4-BE49-F238E27FC236}">
                  <a16:creationId xmlns:a16="http://schemas.microsoft.com/office/drawing/2014/main" id="{8907DD8C-E026-48A6-89F2-8C0F0079D5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2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D8E0008-571E-47D7-B387-5A9F2C93DA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두통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734ADB92-5483-4E53-8D43-1A1E0EC81BED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43" name="그림 42">
              <a:hlinkClick r:id="rId8" action="ppaction://hlinksldjump"/>
              <a:extLst>
                <a:ext uri="{FF2B5EF4-FFF2-40B4-BE49-F238E27FC236}">
                  <a16:creationId xmlns:a16="http://schemas.microsoft.com/office/drawing/2014/main" id="{D4B2222F-F28D-43DD-844E-5922550C937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4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B52F57C-E6D8-48C2-9F3A-3DAAA96B99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발작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F687E869-DD00-4CE0-B81B-9420A53BD681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48" name="그림 47">
              <a:hlinkClick r:id="rId9" action="ppaction://hlinksldjump"/>
              <a:extLst>
                <a:ext uri="{FF2B5EF4-FFF2-40B4-BE49-F238E27FC236}">
                  <a16:creationId xmlns:a16="http://schemas.microsoft.com/office/drawing/2014/main" id="{ABC5DF13-9714-46AF-8AA5-CAD186EE0C9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49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FB5C7A51-9639-4834-A293-BA65E2045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떨림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(Tremor)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FE677D7-1D50-4DCD-BEDA-A6141B63597D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51" name="그림 50">
              <a:hlinkClick r:id="rId10" action="ppaction://hlinksldjump"/>
              <a:extLst>
                <a:ext uri="{FF2B5EF4-FFF2-40B4-BE49-F238E27FC236}">
                  <a16:creationId xmlns:a16="http://schemas.microsoft.com/office/drawing/2014/main" id="{1D4E552F-B925-42F8-853B-FEE2C1DBC47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52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A47EBFBA-5EEC-404E-BDC6-F73DD9EDB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사지 약화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3405848-BEDD-4D75-AE24-A65BB6F9AC3F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55" name="그림 54">
              <a:hlinkClick r:id="rId11" action="ppaction://hlinksldjump"/>
              <a:extLst>
                <a:ext uri="{FF2B5EF4-FFF2-40B4-BE49-F238E27FC236}">
                  <a16:creationId xmlns:a16="http://schemas.microsoft.com/office/drawing/2014/main" id="{A9D44041-867E-4AA6-92E7-23492A3A85E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56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4323DD64-E947-4016-A6E7-BDB0288895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두부 손상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23FEFC6E-E8A9-4B99-BCA5-35F44CE6779D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58" name="그림 57">
              <a:hlinkClick r:id="rId12" action="ppaction://hlinksldjump"/>
              <a:extLst>
                <a:ext uri="{FF2B5EF4-FFF2-40B4-BE49-F238E27FC236}">
                  <a16:creationId xmlns:a16="http://schemas.microsoft.com/office/drawing/2014/main" id="{698787D5-F80C-41E5-9B80-7525CA48598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59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36642732-69E0-45BE-ACD5-F1255B037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감각상실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이상감각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C96E9FC-FE7F-4521-B011-8C0E11796255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64" name="그림 63">
              <a:hlinkClick r:id="rId13" action="ppaction://hlinksldjump"/>
              <a:extLst>
                <a:ext uri="{FF2B5EF4-FFF2-40B4-BE49-F238E27FC236}">
                  <a16:creationId xmlns:a16="http://schemas.microsoft.com/office/drawing/2014/main" id="{91C9A22C-B1AC-44FB-AC59-B10A23CDA10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65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9EAA3734-4D1B-4DDB-A0FD-F3079D6D3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기억상실</a:t>
              </a:r>
            </a:p>
          </p:txBody>
        </p:sp>
      </p:grpSp>
      <p:pic>
        <p:nvPicPr>
          <p:cNvPr id="40" name="그림 39" descr="텍스트이(가) 표시된 사진&#10;&#10;자동 생성된 설명">
            <a:extLst>
              <a:ext uri="{FF2B5EF4-FFF2-40B4-BE49-F238E27FC236}">
                <a16:creationId xmlns:a16="http://schemas.microsoft.com/office/drawing/2014/main" id="{384658BD-8260-4186-BB71-56C946F62E9B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324729" y="5819541"/>
            <a:ext cx="4738549" cy="582483"/>
          </a:xfrm>
          <a:prstGeom prst="rect">
            <a:avLst/>
          </a:prstGeom>
        </p:spPr>
      </p:pic>
      <p:sp>
        <p:nvSpPr>
          <p:cNvPr id="41" name="Text Box 10">
            <a:hlinkClick r:id="" action="ppaction://noaction"/>
            <a:extLst>
              <a:ext uri="{FF2B5EF4-FFF2-40B4-BE49-F238E27FC236}">
                <a16:creationId xmlns:a16="http://schemas.microsoft.com/office/drawing/2014/main" id="{DCFB07AE-07EE-452C-B22D-5D9903C6F7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96" y="5914004"/>
            <a:ext cx="4674486" cy="396000"/>
          </a:xfrm>
          <a:prstGeom prst="roundRect">
            <a:avLst>
              <a:gd name="adj" fmla="val 50000"/>
            </a:avLst>
          </a:prstGeom>
          <a:noFill/>
          <a:ln w="19050">
            <a:noFill/>
            <a:miter lim="800000"/>
            <a:headEnd/>
            <a:tailEnd/>
          </a:ln>
        </p:spPr>
        <p:txBody>
          <a:bodyPr anchor="ctr"/>
          <a:lstStyle>
            <a:lvl1pPr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182563" indent="-182563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축 늘어진 소아 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(Floppy child)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A42C6EBB-B9D1-462C-865A-6D2E4B557D8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4551388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861BD7C2-7064-4027-B561-D62104088023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13" name="그림 12">
              <a:hlinkClick r:id="rId2" action="ppaction://hlinksldjump"/>
              <a:extLst>
                <a:ext uri="{FF2B5EF4-FFF2-40B4-BE49-F238E27FC236}">
                  <a16:creationId xmlns:a16="http://schemas.microsoft.com/office/drawing/2014/main" id="{0CCBAB89-586C-4A2D-A1DA-E28348C345B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1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88E2DFD7-7BB7-4CB8-A5D3-B19126151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시력장애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E489BBB4-E82D-44EE-9A71-154D5C27CFDB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16" name="그림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6E9DE222-A9F1-402E-A47A-45343C2CE2B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17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63D2F167-5E07-4EB3-8B99-300A32238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눈의 화학물질 노출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0A22617-3CC1-4755-8222-9FE80A6E74CE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26" name="그림 25">
              <a:hlinkClick r:id="rId5" action="ppaction://hlinksldjump"/>
              <a:extLst>
                <a:ext uri="{FF2B5EF4-FFF2-40B4-BE49-F238E27FC236}">
                  <a16:creationId xmlns:a16="http://schemas.microsoft.com/office/drawing/2014/main" id="{64B7B3E3-39CF-4530-B9E3-C8A67CF62D8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27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1BE0414-B28D-4500-831A-26A5FF2D0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눈의 이물질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A5A3D51B-706D-4A38-A816-1FAB28C8A4E8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29" name="그림 28">
              <a:hlinkClick r:id="rId6" action="ppaction://hlinksldjump"/>
              <a:extLst>
                <a:ext uri="{FF2B5EF4-FFF2-40B4-BE49-F238E27FC236}">
                  <a16:creationId xmlns:a16="http://schemas.microsoft.com/office/drawing/2014/main" id="{608A5E9F-83CC-481B-8015-20AB705AA49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175F0C8-91FD-40E5-8118-94371C694D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 충혈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분비물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49484D48-E7C6-4433-A4B0-17B815099640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32" name="그림 31">
              <a:hlinkClick r:id="rId7" action="ppaction://hlinksldjump"/>
              <a:extLst>
                <a:ext uri="{FF2B5EF4-FFF2-40B4-BE49-F238E27FC236}">
                  <a16:creationId xmlns:a16="http://schemas.microsoft.com/office/drawing/2014/main" id="{1132E24A-B435-4E91-BA15-5497DB97FCC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33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775E053F-990F-489F-80AD-8E0D7EF18D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 통증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AC614F8-AFFD-4ED1-B310-E0C719CF0DC0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35" name="그림 34">
              <a:hlinkClick r:id="rId8" action="ppaction://hlinksldjump"/>
              <a:extLst>
                <a:ext uri="{FF2B5EF4-FFF2-40B4-BE49-F238E27FC236}">
                  <a16:creationId xmlns:a16="http://schemas.microsoft.com/office/drawing/2014/main" id="{2100EE24-6DB8-47F9-9399-B203C95800E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3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9839C1E-1ECF-4821-8432-59B6473D0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안와주위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부종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2C000FD-65A5-4696-8376-1F533B783610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38" name="그림 37">
              <a:hlinkClick r:id="rId9" action="ppaction://hlinksldjump"/>
              <a:extLst>
                <a:ext uri="{FF2B5EF4-FFF2-40B4-BE49-F238E27FC236}">
                  <a16:creationId xmlns:a16="http://schemas.microsoft.com/office/drawing/2014/main" id="{C25EDBAA-1407-4132-BEA4-287392604F5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39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D0E32971-F6EE-4774-B582-7AB43D506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눈부심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9CF734DF-45E9-4434-9DD2-9A9635B57220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41" name="그림 40">
              <a:hlinkClick r:id="rId10" action="ppaction://hlinksldjump"/>
              <a:extLst>
                <a:ext uri="{FF2B5EF4-FFF2-40B4-BE49-F238E27FC236}">
                  <a16:creationId xmlns:a16="http://schemas.microsoft.com/office/drawing/2014/main" id="{3AF8D137-EAF8-4D9A-BB18-0A4A66575BE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42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23851F85-480D-47EC-9C96-2C1D1F442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복시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028DB0A-5581-432E-86A6-1A97BF8485BE}"/>
              </a:ext>
            </a:extLst>
          </p:cNvPr>
          <p:cNvGrpSpPr/>
          <p:nvPr/>
        </p:nvGrpSpPr>
        <p:grpSpPr>
          <a:xfrm>
            <a:off x="6274196" y="5117077"/>
            <a:ext cx="4789079" cy="559946"/>
            <a:chOff x="6274196" y="5117077"/>
            <a:chExt cx="4789079" cy="559946"/>
          </a:xfrm>
        </p:grpSpPr>
        <p:pic>
          <p:nvPicPr>
            <p:cNvPr id="44" name="그림 43">
              <a:hlinkClick r:id="rId11" action="ppaction://hlinksldjump"/>
              <a:extLst>
                <a:ext uri="{FF2B5EF4-FFF2-40B4-BE49-F238E27FC236}">
                  <a16:creationId xmlns:a16="http://schemas.microsoft.com/office/drawing/2014/main" id="{47644CC8-1D1B-4385-BF09-42CD51A8C83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117077"/>
              <a:ext cx="4787502" cy="559946"/>
            </a:xfrm>
            <a:prstGeom prst="rect">
              <a:avLst/>
            </a:prstGeom>
          </p:spPr>
        </p:pic>
        <p:sp>
          <p:nvSpPr>
            <p:cNvPr id="45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90A9D6DD-3939-4AE1-AA67-BB7501DB32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눈의 외상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AEF9B25E-5709-4F5B-B555-E397BFD4F1D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46483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A40009F5-3369-4E5D-A870-733157D5FF62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13" name="그림 12">
              <a:hlinkClick r:id="rId2" action="ppaction://hlinksldjump"/>
              <a:extLst>
                <a:ext uri="{FF2B5EF4-FFF2-40B4-BE49-F238E27FC236}">
                  <a16:creationId xmlns:a16="http://schemas.microsoft.com/office/drawing/2014/main" id="{0CCBAB89-586C-4A2D-A1DA-E28348C345B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1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88E2DFD7-7BB7-4CB8-A5D3-B19126151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코의 이물질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A297341D-745B-4855-B8BF-E382BB7899CF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16" name="그림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6E9DE222-A9F1-402E-A47A-45343C2CE2B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17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63D2F167-5E07-4EB3-8B99-300A32238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코피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16E3530-F2D5-4047-BF17-1F2BD0B8DFC5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26" name="그림 25">
              <a:hlinkClick r:id="rId5" action="ppaction://hlinksldjump"/>
              <a:extLst>
                <a:ext uri="{FF2B5EF4-FFF2-40B4-BE49-F238E27FC236}">
                  <a16:creationId xmlns:a16="http://schemas.microsoft.com/office/drawing/2014/main" id="{64B7B3E3-39CF-4530-B9E3-C8A67CF62D8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27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1BE0414-B28D-4500-831A-26A5FF2D0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코막힘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015D851-6D21-4B80-A155-E20AE1C4F499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29" name="그림 28">
              <a:hlinkClick r:id="rId6" action="ppaction://hlinksldjump"/>
              <a:extLst>
                <a:ext uri="{FF2B5EF4-FFF2-40B4-BE49-F238E27FC236}">
                  <a16:creationId xmlns:a16="http://schemas.microsoft.com/office/drawing/2014/main" id="{608A5E9F-83CC-481B-8015-20AB705AA49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175F0C8-91FD-40E5-8118-94371C694D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코의 외상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961B0D62-981D-491B-B083-6398EE8039E0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32" name="그림 31">
              <a:hlinkClick r:id="rId7" action="ppaction://hlinksldjump"/>
              <a:extLst>
                <a:ext uri="{FF2B5EF4-FFF2-40B4-BE49-F238E27FC236}">
                  <a16:creationId xmlns:a16="http://schemas.microsoft.com/office/drawing/2014/main" id="{1132E24A-B435-4E91-BA15-5497DB97FCC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33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775E053F-990F-489F-80AD-8E0D7EF18D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상기도 감염 증상 호소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5E073FE1-7232-44AA-BA6C-0B6F1CF2D11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1412469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404B2FD-517F-4F3A-9680-A03BCC7EAFAD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47" name="그림 46">
              <a:hlinkClick r:id="rId2" action="ppaction://hlinksldjump"/>
              <a:extLst>
                <a:ext uri="{FF2B5EF4-FFF2-40B4-BE49-F238E27FC236}">
                  <a16:creationId xmlns:a16="http://schemas.microsoft.com/office/drawing/2014/main" id="{4A3EAC70-230A-472D-B3D8-045ACCB5DF6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48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8857BAA3-6F7F-47CB-AB2E-6FC019299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청력소실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CBAB786D-D604-4C5C-B49B-1B89AE57438D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50" name="그림 49">
              <a:hlinkClick r:id="rId4" action="ppaction://hlinksldjump"/>
              <a:extLst>
                <a:ext uri="{FF2B5EF4-FFF2-40B4-BE49-F238E27FC236}">
                  <a16:creationId xmlns:a16="http://schemas.microsoft.com/office/drawing/2014/main" id="{27A84E33-3437-478C-9420-00D95851224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51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D5FE1B50-4C6B-44B8-A889-5B4D4187C3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이통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(Earache)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42E49CB7-8D50-42EB-A5BF-5D3ECE710591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53" name="그림 52">
              <a:hlinkClick r:id="rId5" action="ppaction://hlinksldjump"/>
              <a:extLst>
                <a:ext uri="{FF2B5EF4-FFF2-40B4-BE49-F238E27FC236}">
                  <a16:creationId xmlns:a16="http://schemas.microsoft.com/office/drawing/2014/main" id="{D59DBA26-C6A8-4F44-9B2A-E02B1F39EB3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5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C6FC2F4-B333-4DE7-B21B-1039910C21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귀의 이물질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5707E162-DB64-4A78-BB8E-4892829A3C12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56" name="그림 55">
              <a:hlinkClick r:id="rId6" action="ppaction://hlinksldjump"/>
              <a:extLst>
                <a:ext uri="{FF2B5EF4-FFF2-40B4-BE49-F238E27FC236}">
                  <a16:creationId xmlns:a16="http://schemas.microsoft.com/office/drawing/2014/main" id="{B90BECFD-8D80-4EC1-A740-1EAEDA08099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5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296AB26-893B-4623-8677-92368B0926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귀의 손상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BB748E35-B326-42D8-808B-677B27E04B64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59" name="그림 58">
              <a:hlinkClick r:id="rId7" action="ppaction://hlinksldjump"/>
              <a:extLst>
                <a:ext uri="{FF2B5EF4-FFF2-40B4-BE49-F238E27FC236}">
                  <a16:creationId xmlns:a16="http://schemas.microsoft.com/office/drawing/2014/main" id="{3090934C-BDEC-463E-882A-C2060801ED1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6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11377B41-5F0E-49A0-A41C-5E175B3544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이명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74FB2416-0B9E-45CD-A9E2-970E721E1507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62" name="그림 61">
              <a:hlinkClick r:id="rId8" action="ppaction://hlinksldjump"/>
              <a:extLst>
                <a:ext uri="{FF2B5EF4-FFF2-40B4-BE49-F238E27FC236}">
                  <a16:creationId xmlns:a16="http://schemas.microsoft.com/office/drawing/2014/main" id="{6D9C4F12-D615-4D31-B705-92D616A7236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63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4BEEB17-9DD5-43CE-A209-D4544697CC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귀의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삼출물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2D501E0C-F086-461A-B0C4-8F2C6647476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3180492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53F7F66F-E02D-4854-97D5-55B5F7E5F0B1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22" name="그림 21">
              <a:hlinkClick r:id="rId2" action="ppaction://hlinksldjump"/>
              <a:extLst>
                <a:ext uri="{FF2B5EF4-FFF2-40B4-BE49-F238E27FC236}">
                  <a16:creationId xmlns:a16="http://schemas.microsoft.com/office/drawing/2014/main" id="{23FAA6B9-AA0D-4C21-AFDD-BC51BB66C66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2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A486F1BA-00BE-4199-92EF-8644FC60F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인후통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7E8A7E0-3679-4DA8-85B3-1B92E30D348F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5" name="그림 24">
              <a:hlinkClick r:id="rId4" action="ppaction://hlinksldjump"/>
              <a:extLst>
                <a:ext uri="{FF2B5EF4-FFF2-40B4-BE49-F238E27FC236}">
                  <a16:creationId xmlns:a16="http://schemas.microsoft.com/office/drawing/2014/main" id="{D3B6339A-C964-4F8B-B86B-3EB24222464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3C53628-8AA0-4D89-9AF9-DD1FB94D5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치아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구강 문제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55E33B7E-ECB7-4303-9AA1-7AD4C418D960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28" name="그림 27">
              <a:hlinkClick r:id="rId5" action="ppaction://hlinksldjump"/>
              <a:extLst>
                <a:ext uri="{FF2B5EF4-FFF2-40B4-BE49-F238E27FC236}">
                  <a16:creationId xmlns:a16="http://schemas.microsoft.com/office/drawing/2014/main" id="{00407247-7A50-4419-B94E-E0D75ED676B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29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BCFE59E-07FC-46CC-A94F-EB945BE9D8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안면 외상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4BE62E8-F273-4D05-A6E3-11152F68E4CC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31" name="그림 30">
              <a:hlinkClick r:id="rId6" action="ppaction://hlinksldjump"/>
              <a:extLst>
                <a:ext uri="{FF2B5EF4-FFF2-40B4-BE49-F238E27FC236}">
                  <a16:creationId xmlns:a16="http://schemas.microsoft.com/office/drawing/2014/main" id="{2BC1F3C7-57C9-48C0-987B-754005D3D00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3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E0E03E7-6A75-4BF4-9ABE-D28E56030C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목의 부종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통증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1F4976F3-0812-41DB-9C8E-9B1DFB67D404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34" name="그림 33">
              <a:hlinkClick r:id="rId7" action="ppaction://hlinksldjump"/>
              <a:extLst>
                <a:ext uri="{FF2B5EF4-FFF2-40B4-BE49-F238E27FC236}">
                  <a16:creationId xmlns:a16="http://schemas.microsoft.com/office/drawing/2014/main" id="{17854FC7-F6BD-4911-9D13-49643C5F08B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C0F81E2-A1B2-49A9-9237-E77339A36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안면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비외상성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비치아성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1C129DE5-A076-4866-AE7A-1BE6E9155A7F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37" name="그림 36">
              <a:hlinkClick r:id="rId8" action="ppaction://hlinksldjump"/>
              <a:extLst>
                <a:ext uri="{FF2B5EF4-FFF2-40B4-BE49-F238E27FC236}">
                  <a16:creationId xmlns:a16="http://schemas.microsoft.com/office/drawing/2014/main" id="{E861B7AD-4875-425F-8CF2-9FEB1C4D3ED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045868D-83D0-4EF4-9EF7-C360FF039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목의 외상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B22D9D55-FCBD-47EB-9D20-2779157BB218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40" name="그림 39">
              <a:hlinkClick r:id="rId9" action="ppaction://hlinksldjump"/>
              <a:extLst>
                <a:ext uri="{FF2B5EF4-FFF2-40B4-BE49-F238E27FC236}">
                  <a16:creationId xmlns:a16="http://schemas.microsoft.com/office/drawing/2014/main" id="{70EA83B2-27FE-4331-89ED-81AD9740850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20D06ED3-591A-4270-8FCB-7C9A490B65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연하장애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연하곤란</a:t>
              </a: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5FF7D149-80BC-49C4-80A0-16F1C037B38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1127742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">
            <a:extLst>
              <a:ext uri="{FF2B5EF4-FFF2-40B4-BE49-F238E27FC236}">
                <a16:creationId xmlns:a16="http://schemas.microsoft.com/office/drawing/2014/main" id="{E673EAB9-C9A6-44C1-AA2A-5EFDFF6E09AA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43" name="그림 42">
              <a:hlinkClick r:id="rId2" action="ppaction://hlinksldjump"/>
              <a:extLst>
                <a:ext uri="{FF2B5EF4-FFF2-40B4-BE49-F238E27FC236}">
                  <a16:creationId xmlns:a16="http://schemas.microsoft.com/office/drawing/2014/main" id="{21973D05-E50F-423A-8AAE-75A358A8AD3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4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AD75E47C-C308-4A31-B99B-2AC685D6B2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과다호흡증후군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984560BE-034F-490C-8880-62E0B0AB3C98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46" name="그림 45">
              <a:hlinkClick r:id="rId4" action="ppaction://hlinksldjump"/>
              <a:extLst>
                <a:ext uri="{FF2B5EF4-FFF2-40B4-BE49-F238E27FC236}">
                  <a16:creationId xmlns:a16="http://schemas.microsoft.com/office/drawing/2014/main" id="{3E4430F0-4EBB-4B18-BDAC-D0661BF4AF8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47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C7E68C9-C8E3-4711-AA87-EDAD3FCD7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숨참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7E032FBE-47F1-4974-9864-0CEB29EBAD6D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49" name="그림 48">
              <a:hlinkClick r:id="rId5" action="ppaction://hlinksldjump"/>
              <a:extLst>
                <a:ext uri="{FF2B5EF4-FFF2-40B4-BE49-F238E27FC236}">
                  <a16:creationId xmlns:a16="http://schemas.microsoft.com/office/drawing/2014/main" id="{A2E3F3EB-BCAE-45FC-8A62-31DB3DB2F99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5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3D51C61-AFE5-4633-B915-71E5271B22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호흡 정지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1D9F0949-0B59-4687-8F77-53DF63A504EF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52" name="그림 51">
              <a:hlinkClick r:id="rId6" action="ppaction://hlinksldjump"/>
              <a:extLst>
                <a:ext uri="{FF2B5EF4-FFF2-40B4-BE49-F238E27FC236}">
                  <a16:creationId xmlns:a16="http://schemas.microsoft.com/office/drawing/2014/main" id="{F7FE8F74-675E-4D08-8FCA-5072F694378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F06EDE0-54F8-4242-B1DD-A960D7CE8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기침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코막힘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941C2590-C3F5-4764-8E7E-B25A1B85B641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55" name="그림 54">
              <a:hlinkClick r:id="rId7" action="ppaction://hlinksldjump"/>
              <a:extLst>
                <a:ext uri="{FF2B5EF4-FFF2-40B4-BE49-F238E27FC236}">
                  <a16:creationId xmlns:a16="http://schemas.microsoft.com/office/drawing/2014/main" id="{67AA4D31-D357-4AF3-8ADC-D26070CF99A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5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12517607-C46C-44DD-ADC1-053784403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객혈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E824839C-63FA-42A9-A94F-532249D3900F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61" name="그림 60">
              <a:hlinkClick r:id="rId8" action="ppaction://hlinksldjump"/>
              <a:extLst>
                <a:ext uri="{FF2B5EF4-FFF2-40B4-BE49-F238E27FC236}">
                  <a16:creationId xmlns:a16="http://schemas.microsoft.com/office/drawing/2014/main" id="{CC0104F1-4F0E-4356-AE4A-B94DD9482B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6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44C56A5-248B-49E2-B852-DBB9D57C8D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호흡기 이물질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E3056793-A805-4B47-82A7-95D28888DA55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64" name="그림 63">
              <a:hlinkClick r:id="rId9" action="ppaction://hlinksldjump"/>
              <a:extLst>
                <a:ext uri="{FF2B5EF4-FFF2-40B4-BE49-F238E27FC236}">
                  <a16:creationId xmlns:a16="http://schemas.microsoft.com/office/drawing/2014/main" id="{055A2A47-FC01-4FA4-BF57-984AC963DB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65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489F5F7D-45DC-4E92-8CFA-22FA1F500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알레르기 반응</a:t>
              </a: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8209D0B3-2BC6-43A5-85A6-5C0D4D7487FA}"/>
              </a:ext>
            </a:extLst>
          </p:cNvPr>
          <p:cNvGrpSpPr/>
          <p:nvPr/>
        </p:nvGrpSpPr>
        <p:grpSpPr>
          <a:xfrm>
            <a:off x="6274196" y="5819541"/>
            <a:ext cx="4789082" cy="582483"/>
            <a:chOff x="6274196" y="5115856"/>
            <a:chExt cx="4789082" cy="582483"/>
          </a:xfrm>
        </p:grpSpPr>
        <p:pic>
          <p:nvPicPr>
            <p:cNvPr id="34" name="그림 33" descr="텍스트이(가) 표시된 사진&#10;&#10;자동 생성된 설명">
              <a:extLst>
                <a:ext uri="{FF2B5EF4-FFF2-40B4-BE49-F238E27FC236}">
                  <a16:creationId xmlns:a16="http://schemas.microsoft.com/office/drawing/2014/main" id="{2670989F-F13B-44A4-881B-CC89337549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35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CA9B68ED-3628-4832-97F6-8AB791946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천명음</a:t>
              </a: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다른 증상 호소 없음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0BCB26E6-DE2D-4D90-A99C-9663536C29AE}"/>
              </a:ext>
            </a:extLst>
          </p:cNvPr>
          <p:cNvGrpSpPr/>
          <p:nvPr/>
        </p:nvGrpSpPr>
        <p:grpSpPr>
          <a:xfrm>
            <a:off x="6274196" y="5117077"/>
            <a:ext cx="4789082" cy="582483"/>
            <a:chOff x="6274196" y="5115856"/>
            <a:chExt cx="4789082" cy="582483"/>
          </a:xfrm>
        </p:grpSpPr>
        <p:pic>
          <p:nvPicPr>
            <p:cNvPr id="37" name="그림 36" descr="텍스트이(가) 표시된 사진&#10;&#10;자동 생성된 설명">
              <a:extLst>
                <a:ext uri="{FF2B5EF4-FFF2-40B4-BE49-F238E27FC236}">
                  <a16:creationId xmlns:a16="http://schemas.microsoft.com/office/drawing/2014/main" id="{93125676-1A28-4848-86EA-9B7320ED8B4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38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084FCC14-CAD5-42C8-AF94-A668C6471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영아의 </a:t>
              </a:r>
              <a:r>
                <a:rPr lang="ko-KR" altLang="en-US" sz="1600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무호흡</a:t>
              </a: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발작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0AA01FAA-F3B4-4321-BB59-09435AC8671E}"/>
              </a:ext>
            </a:extLst>
          </p:cNvPr>
          <p:cNvGrpSpPr/>
          <p:nvPr/>
        </p:nvGrpSpPr>
        <p:grpSpPr>
          <a:xfrm>
            <a:off x="6274196" y="4411295"/>
            <a:ext cx="4789082" cy="582483"/>
            <a:chOff x="6274196" y="5115856"/>
            <a:chExt cx="4789082" cy="582483"/>
          </a:xfrm>
        </p:grpSpPr>
        <p:pic>
          <p:nvPicPr>
            <p:cNvPr id="40" name="그림 39" descr="텍스트이(가) 표시된 사진&#10;&#10;자동 생성된 설명">
              <a:extLst>
                <a:ext uri="{FF2B5EF4-FFF2-40B4-BE49-F238E27FC236}">
                  <a16:creationId xmlns:a16="http://schemas.microsoft.com/office/drawing/2014/main" id="{1216002F-2FC5-4BE9-A0F6-861F25FF32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41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CEDC73F7-817B-4A8E-A74E-9628CBD5D9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협착음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BCE4EC2E-69A0-4DBE-91C0-8C182661249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713609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3BF8459-D682-4BAA-ABA1-EAE3816D462B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34" name="그림 33">
              <a:hlinkClick r:id="rId2" action="ppaction://hlinksldjump"/>
              <a:extLst>
                <a:ext uri="{FF2B5EF4-FFF2-40B4-BE49-F238E27FC236}">
                  <a16:creationId xmlns:a16="http://schemas.microsoft.com/office/drawing/2014/main" id="{B67BF3E0-C875-4BF5-B16C-57FF40FEE9C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5B5CD787-563B-4774-A9C7-81B7A07BB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흉통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심장성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9D44622C-42BC-4508-AB9C-BAA939EDAB5F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7" name="그림 36">
              <a:hlinkClick r:id="rId4" action="ppaction://hlinksldjump"/>
              <a:extLst>
                <a:ext uri="{FF2B5EF4-FFF2-40B4-BE49-F238E27FC236}">
                  <a16:creationId xmlns:a16="http://schemas.microsoft.com/office/drawing/2014/main" id="{A62ACC97-6C63-4A4C-A300-D58F3E59DAB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7CC924EB-0328-4591-A17A-15F05EC0C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심정지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비외상성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7FA0F44C-562C-4713-9BE6-B1334DD804C1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40" name="그림 39">
              <a:hlinkClick r:id="rId5" action="ppaction://hlinksldjump"/>
              <a:extLst>
                <a:ext uri="{FF2B5EF4-FFF2-40B4-BE49-F238E27FC236}">
                  <a16:creationId xmlns:a16="http://schemas.microsoft.com/office/drawing/2014/main" id="{9D0CCCE9-BABF-4B35-AC8A-D3E6A842C16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B7401388-8AA4-459D-B9C2-F91693C84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심정지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외상성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72DBF0B1-EDD9-4ED6-8A91-EA5F8321DE65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73" name="그림 72">
              <a:hlinkClick r:id="rId6" action="ppaction://hlinksldjump"/>
              <a:extLst>
                <a:ext uri="{FF2B5EF4-FFF2-40B4-BE49-F238E27FC236}">
                  <a16:creationId xmlns:a16="http://schemas.microsoft.com/office/drawing/2014/main" id="{39FD07BE-6C1E-4AF5-816B-D07A31447EC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7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4FA8F3D5-FF0E-4268-85B7-2214E5C2E5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고혈압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C281FB89-31B1-467C-89FE-09EA55F953ED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76" name="그림 75">
              <a:hlinkClick r:id="rId7" action="ppaction://hlinksldjump"/>
              <a:extLst>
                <a:ext uri="{FF2B5EF4-FFF2-40B4-BE49-F238E27FC236}">
                  <a16:creationId xmlns:a16="http://schemas.microsoft.com/office/drawing/2014/main" id="{1CC7B85E-3919-419E-9004-E80D7D9FAC5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77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B94F67B6-C6DC-4FD5-B059-67935817E1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흉통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비심장성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168A558D-6664-4294-9C7B-D9CC86F3176D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79" name="그림 78">
              <a:hlinkClick r:id="rId8" action="ppaction://hlinksldjump"/>
              <a:extLst>
                <a:ext uri="{FF2B5EF4-FFF2-40B4-BE49-F238E27FC236}">
                  <a16:creationId xmlns:a16="http://schemas.microsoft.com/office/drawing/2014/main" id="{9F618733-E631-4D9B-9DEA-07CAC1B69C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8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3868D3D-007B-4BA7-92FC-F3E86619B6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심계항진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불규칙한 심장박동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15CA574-F940-445D-B66F-ECCCA16E56E2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82" name="그림 81">
              <a:hlinkClick r:id="rId9" action="ppaction://hlinksldjump"/>
              <a:extLst>
                <a:ext uri="{FF2B5EF4-FFF2-40B4-BE49-F238E27FC236}">
                  <a16:creationId xmlns:a16="http://schemas.microsoft.com/office/drawing/2014/main" id="{6D3A3C94-3B37-4848-82E9-98066D0CA8D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83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FE4AF7F7-04ED-4D06-AB2E-F82FBD0601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전신 부종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F25A747E-6045-4E42-B013-C57CDCC77A14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85" name="그림 84">
              <a:hlinkClick r:id="rId10" action="ppaction://hlinksldjump"/>
              <a:extLst>
                <a:ext uri="{FF2B5EF4-FFF2-40B4-BE49-F238E27FC236}">
                  <a16:creationId xmlns:a16="http://schemas.microsoft.com/office/drawing/2014/main" id="{D81D08F1-248F-4ECC-B4CE-DBBE6D7D50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86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8D6F77CC-6AA7-408A-AE8D-0A09B7806F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전신 쇠약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C0A9692A-4BC8-4973-A8AC-CA0C327157EC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88" name="그림 87">
              <a:hlinkClick r:id="rId11" action="ppaction://hlinksldjump"/>
              <a:extLst>
                <a:ext uri="{FF2B5EF4-FFF2-40B4-BE49-F238E27FC236}">
                  <a16:creationId xmlns:a16="http://schemas.microsoft.com/office/drawing/2014/main" id="{E4ACA9DB-66AB-42DA-A367-3CFEF732E51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89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70459574-6AF2-4490-B94D-FB7C3C41B0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전실신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FD13DE65-E8AA-4E11-A9BB-7C46B0C7F6E7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91" name="그림 90">
              <a:hlinkClick r:id="rId12" action="ppaction://hlinksldjump"/>
              <a:extLst>
                <a:ext uri="{FF2B5EF4-FFF2-40B4-BE49-F238E27FC236}">
                  <a16:creationId xmlns:a16="http://schemas.microsoft.com/office/drawing/2014/main" id="{DB4E3A31-C5CE-4565-9CEE-BF5140CDF77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92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288A89CF-1801-449D-8C5F-69BE9DB24D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다리 부기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부종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7707E42-8FEC-4750-BA40-E09E4F827409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94" name="그림 93">
              <a:hlinkClick r:id="rId13" action="ppaction://hlinksldjump"/>
              <a:extLst>
                <a:ext uri="{FF2B5EF4-FFF2-40B4-BE49-F238E27FC236}">
                  <a16:creationId xmlns:a16="http://schemas.microsoft.com/office/drawing/2014/main" id="{D9CEA0B3-B25C-4672-8044-D5F5310F03F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95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2D90E7FC-E42A-4489-9A98-41AAC4898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일측성의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홍조 띤 뜨거운 사지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7C50BA6-3858-490A-B317-8B0F5E42C21B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97" name="그림 96">
              <a:hlinkClick r:id="rId14" action="ppaction://hlinksldjump"/>
              <a:extLst>
                <a:ext uri="{FF2B5EF4-FFF2-40B4-BE49-F238E27FC236}">
                  <a16:creationId xmlns:a16="http://schemas.microsoft.com/office/drawing/2014/main" id="{70225FD9-B1AD-4E60-A81E-FAB84C8063E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98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C3AE6ED5-EF7D-4FBA-952E-342FA93EB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맥박이 없거나 차가운 사지</a:t>
              </a: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1F5BAEA4-A36F-48E3-B498-3EB9810963F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449170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9AF9A52D-92EA-4339-8B63-D4537532C68C}"/>
              </a:ext>
            </a:extLst>
          </p:cNvPr>
          <p:cNvGrpSpPr/>
          <p:nvPr/>
        </p:nvGrpSpPr>
        <p:grpSpPr>
          <a:xfrm>
            <a:off x="1078195" y="2976664"/>
            <a:ext cx="2161576" cy="633596"/>
            <a:chOff x="1078195" y="2976664"/>
            <a:chExt cx="2161576" cy="633596"/>
          </a:xfrm>
        </p:grpSpPr>
        <p:pic>
          <p:nvPicPr>
            <p:cNvPr id="99" name="그림 98">
              <a:hlinkClick r:id="rId2" action="ppaction://hlinksldjump"/>
              <a:extLst>
                <a:ext uri="{FF2B5EF4-FFF2-40B4-BE49-F238E27FC236}">
                  <a16:creationId xmlns:a16="http://schemas.microsoft.com/office/drawing/2014/main" id="{732FC5C9-AA8B-48EE-9D2B-0016C40664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2976664"/>
              <a:ext cx="2160000" cy="633596"/>
            </a:xfrm>
            <a:prstGeom prst="rect">
              <a:avLst/>
            </a:prstGeom>
          </p:spPr>
        </p:pic>
        <p:sp>
          <p:nvSpPr>
            <p:cNvPr id="100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151CBBDC-224F-4A3E-86B1-AEEAB9B3B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복통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4CBE96F-311D-4F7F-925F-7F9935943DB1}"/>
              </a:ext>
            </a:extLst>
          </p:cNvPr>
          <p:cNvGrpSpPr/>
          <p:nvPr/>
        </p:nvGrpSpPr>
        <p:grpSpPr>
          <a:xfrm>
            <a:off x="1078195" y="3540435"/>
            <a:ext cx="2161576" cy="633596"/>
            <a:chOff x="1078195" y="3540435"/>
            <a:chExt cx="2161576" cy="633596"/>
          </a:xfrm>
        </p:grpSpPr>
        <p:pic>
          <p:nvPicPr>
            <p:cNvPr id="111" name="그림 1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9682D4B-C51A-4FA4-A149-DF95FCAD1C3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40435"/>
              <a:ext cx="2160000" cy="633596"/>
            </a:xfrm>
            <a:prstGeom prst="rect">
              <a:avLst/>
            </a:prstGeom>
          </p:spPr>
        </p:pic>
        <p:sp>
          <p:nvSpPr>
            <p:cNvPr id="11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E17A74F-324E-43A9-8A9C-B11EF0E4BB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662255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식욕부진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EC03930-1D92-4695-AC6E-166037B65EBE}"/>
              </a:ext>
            </a:extLst>
          </p:cNvPr>
          <p:cNvGrpSpPr/>
          <p:nvPr/>
        </p:nvGrpSpPr>
        <p:grpSpPr>
          <a:xfrm>
            <a:off x="3681964" y="2976664"/>
            <a:ext cx="2224301" cy="633596"/>
            <a:chOff x="3681964" y="2976664"/>
            <a:chExt cx="2224301" cy="633596"/>
          </a:xfrm>
        </p:grpSpPr>
        <p:pic>
          <p:nvPicPr>
            <p:cNvPr id="114" name="그림 113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5017A-FCDC-43F0-970F-EF25C953778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2976664"/>
              <a:ext cx="2160000" cy="633596"/>
            </a:xfrm>
            <a:prstGeom prst="rect">
              <a:avLst/>
            </a:prstGeom>
          </p:spPr>
        </p:pic>
        <p:sp>
          <p:nvSpPr>
            <p:cNvPr id="115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495C369C-5EB5-4BF1-9ECA-6E7ED219C2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3098484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황달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3C907572-ABF6-4983-97C2-180A4F1CD140}"/>
              </a:ext>
            </a:extLst>
          </p:cNvPr>
          <p:cNvGrpSpPr/>
          <p:nvPr/>
        </p:nvGrpSpPr>
        <p:grpSpPr>
          <a:xfrm>
            <a:off x="1078195" y="4667977"/>
            <a:ext cx="2161576" cy="633596"/>
            <a:chOff x="1078195" y="4667977"/>
            <a:chExt cx="2161576" cy="633596"/>
          </a:xfrm>
        </p:grpSpPr>
        <p:pic>
          <p:nvPicPr>
            <p:cNvPr id="123" name="그림 122">
              <a:hlinkClick r:id="rId6" action="ppaction://hlinksldjump"/>
              <a:extLst>
                <a:ext uri="{FF2B5EF4-FFF2-40B4-BE49-F238E27FC236}">
                  <a16:creationId xmlns:a16="http://schemas.microsoft.com/office/drawing/2014/main" id="{19BA1421-8A0C-4FC7-9D42-D1889365160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67977"/>
              <a:ext cx="2160000" cy="633596"/>
            </a:xfrm>
            <a:prstGeom prst="rect">
              <a:avLst/>
            </a:prstGeom>
          </p:spPr>
        </p:pic>
        <p:sp>
          <p:nvSpPr>
            <p:cNvPr id="12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845EDFCD-54C0-4393-99AE-E88D2D11B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직장내 이물질 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7ED5FFF4-4A54-4996-B0C8-070C5258E0A1}"/>
              </a:ext>
            </a:extLst>
          </p:cNvPr>
          <p:cNvGrpSpPr/>
          <p:nvPr/>
        </p:nvGrpSpPr>
        <p:grpSpPr>
          <a:xfrm>
            <a:off x="3681965" y="4104206"/>
            <a:ext cx="2161576" cy="633596"/>
            <a:chOff x="3681965" y="4104206"/>
            <a:chExt cx="2161576" cy="633596"/>
          </a:xfrm>
        </p:grpSpPr>
        <p:pic>
          <p:nvPicPr>
            <p:cNvPr id="126" name="그림 125">
              <a:hlinkClick r:id="rId7" action="ppaction://hlinksldjump"/>
              <a:extLst>
                <a:ext uri="{FF2B5EF4-FFF2-40B4-BE49-F238E27FC236}">
                  <a16:creationId xmlns:a16="http://schemas.microsoft.com/office/drawing/2014/main" id="{4C2D2B64-3C19-468D-B4CE-8A80E796125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104206"/>
              <a:ext cx="2160000" cy="633596"/>
            </a:xfrm>
            <a:prstGeom prst="rect">
              <a:avLst/>
            </a:prstGeom>
          </p:spPr>
        </p:pic>
        <p:sp>
          <p:nvSpPr>
            <p:cNvPr id="127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CBE555FB-47A5-43E6-92EC-15EE892C5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흑색변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7D99ABB7-994D-48D6-BCC3-AC613A60264B}"/>
              </a:ext>
            </a:extLst>
          </p:cNvPr>
          <p:cNvGrpSpPr/>
          <p:nvPr/>
        </p:nvGrpSpPr>
        <p:grpSpPr>
          <a:xfrm>
            <a:off x="6273691" y="4130323"/>
            <a:ext cx="4789079" cy="559946"/>
            <a:chOff x="6273691" y="4130323"/>
            <a:chExt cx="4789079" cy="559946"/>
          </a:xfrm>
        </p:grpSpPr>
        <p:pic>
          <p:nvPicPr>
            <p:cNvPr id="71" name="그림 70">
              <a:hlinkClick r:id="rId8" action="ppaction://hlinksldjump"/>
              <a:extLst>
                <a:ext uri="{FF2B5EF4-FFF2-40B4-BE49-F238E27FC236}">
                  <a16:creationId xmlns:a16="http://schemas.microsoft.com/office/drawing/2014/main" id="{671E66E9-8EA8-4998-9CB8-045D2247632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323"/>
              <a:ext cx="4787502" cy="559946"/>
            </a:xfrm>
            <a:prstGeom prst="rect">
              <a:avLst/>
            </a:prstGeom>
          </p:spPr>
        </p:pic>
        <p:sp>
          <p:nvSpPr>
            <p:cNvPr id="7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DAFFAD8-BDBA-403C-B191-BB86EC5E7C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56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항문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회음부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외상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DFA650F6-3052-4874-BCE5-7CA4EBD34A3F}"/>
              </a:ext>
            </a:extLst>
          </p:cNvPr>
          <p:cNvGrpSpPr/>
          <p:nvPr/>
        </p:nvGrpSpPr>
        <p:grpSpPr>
          <a:xfrm>
            <a:off x="6273691" y="4694756"/>
            <a:ext cx="4789079" cy="559946"/>
            <a:chOff x="6273691" y="4694756"/>
            <a:chExt cx="4789079" cy="559946"/>
          </a:xfrm>
        </p:grpSpPr>
        <p:pic>
          <p:nvPicPr>
            <p:cNvPr id="74" name="그림 7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DD8CF56-39BC-48D1-9ED5-EA568D62189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4756"/>
              <a:ext cx="4787502" cy="559946"/>
            </a:xfrm>
            <a:prstGeom prst="rect">
              <a:avLst/>
            </a:prstGeom>
          </p:spPr>
        </p:pic>
        <p:sp>
          <p:nvSpPr>
            <p:cNvPr id="75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F843A3CF-06B7-4B18-9A2D-E3BF9FD93D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7998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이물질 삼킴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(Foreign Body swallowing)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1F7B8CF8-28C3-403C-8DE5-ED16BDB5A1F3}"/>
              </a:ext>
            </a:extLst>
          </p:cNvPr>
          <p:cNvGrpSpPr/>
          <p:nvPr/>
        </p:nvGrpSpPr>
        <p:grpSpPr>
          <a:xfrm>
            <a:off x="1083731" y="5231748"/>
            <a:ext cx="2161576" cy="633596"/>
            <a:chOff x="1083731" y="5231748"/>
            <a:chExt cx="2161576" cy="633596"/>
          </a:xfrm>
        </p:grpSpPr>
        <p:pic>
          <p:nvPicPr>
            <p:cNvPr id="95" name="그림 94">
              <a:hlinkClick r:id="rId11" action="ppaction://hlinksldjump"/>
              <a:extLst>
                <a:ext uri="{FF2B5EF4-FFF2-40B4-BE49-F238E27FC236}">
                  <a16:creationId xmlns:a16="http://schemas.microsoft.com/office/drawing/2014/main" id="{25A319D3-7C34-457D-B991-0047609E1F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85307" y="5231748"/>
              <a:ext cx="2160000" cy="633596"/>
            </a:xfrm>
            <a:prstGeom prst="rect">
              <a:avLst/>
            </a:prstGeom>
          </p:spPr>
        </p:pic>
        <p:sp>
          <p:nvSpPr>
            <p:cNvPr id="96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4B42DD24-6802-4BA3-BB3B-196DA6AD1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3731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설사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9C015976-A98D-4786-B396-7C7D32CFC389}"/>
              </a:ext>
            </a:extLst>
          </p:cNvPr>
          <p:cNvGrpSpPr/>
          <p:nvPr/>
        </p:nvGrpSpPr>
        <p:grpSpPr>
          <a:xfrm>
            <a:off x="1078195" y="5795518"/>
            <a:ext cx="2161576" cy="633596"/>
            <a:chOff x="1078195" y="5795518"/>
            <a:chExt cx="2161576" cy="633596"/>
          </a:xfrm>
        </p:grpSpPr>
        <p:pic>
          <p:nvPicPr>
            <p:cNvPr id="137" name="그림 136">
              <a:hlinkClick r:id="rId12" action="ppaction://hlinksldjump"/>
              <a:extLst>
                <a:ext uri="{FF2B5EF4-FFF2-40B4-BE49-F238E27FC236}">
                  <a16:creationId xmlns:a16="http://schemas.microsoft.com/office/drawing/2014/main" id="{4EBD548D-98FA-4755-911E-18ABA9F60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795518"/>
              <a:ext cx="2160000" cy="633596"/>
            </a:xfrm>
            <a:prstGeom prst="rect">
              <a:avLst/>
            </a:prstGeom>
          </p:spPr>
        </p:pic>
        <p:sp>
          <p:nvSpPr>
            <p:cNvPr id="138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60D9894-C659-4528-B824-80F9E6490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91733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구역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D346966C-B5A1-480D-BA2C-5F2648DC3560}"/>
              </a:ext>
            </a:extLst>
          </p:cNvPr>
          <p:cNvGrpSpPr/>
          <p:nvPr/>
        </p:nvGrpSpPr>
        <p:grpSpPr>
          <a:xfrm>
            <a:off x="1078195" y="4104206"/>
            <a:ext cx="2161576" cy="633596"/>
            <a:chOff x="1078195" y="4104206"/>
            <a:chExt cx="2161576" cy="633596"/>
          </a:xfrm>
        </p:grpSpPr>
        <p:pic>
          <p:nvPicPr>
            <p:cNvPr id="152" name="그림 151">
              <a:hlinkClick r:id="rId13" action="ppaction://hlinksldjump"/>
              <a:extLst>
                <a:ext uri="{FF2B5EF4-FFF2-40B4-BE49-F238E27FC236}">
                  <a16:creationId xmlns:a16="http://schemas.microsoft.com/office/drawing/2014/main" id="{89970BF3-2061-489B-8F22-F5347BFE3A4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04206"/>
              <a:ext cx="2160000" cy="633596"/>
            </a:xfrm>
            <a:prstGeom prst="rect">
              <a:avLst/>
            </a:prstGeom>
          </p:spPr>
        </p:pic>
        <p:sp>
          <p:nvSpPr>
            <p:cNvPr id="153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3E351F76-77E5-4DF2-8524-C9CE7324BA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변비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6A754DB-9EEF-44F7-AD68-F70E263C8460}"/>
              </a:ext>
            </a:extLst>
          </p:cNvPr>
          <p:cNvGrpSpPr/>
          <p:nvPr/>
        </p:nvGrpSpPr>
        <p:grpSpPr>
          <a:xfrm>
            <a:off x="3681965" y="3540435"/>
            <a:ext cx="2161576" cy="633596"/>
            <a:chOff x="3681965" y="3540435"/>
            <a:chExt cx="2161576" cy="633596"/>
          </a:xfrm>
        </p:grpSpPr>
        <p:pic>
          <p:nvPicPr>
            <p:cNvPr id="155" name="그림 154">
              <a:hlinkClick r:id="rId14" action="ppaction://hlinksldjump"/>
              <a:extLst>
                <a:ext uri="{FF2B5EF4-FFF2-40B4-BE49-F238E27FC236}">
                  <a16:creationId xmlns:a16="http://schemas.microsoft.com/office/drawing/2014/main" id="{6382D00C-7D30-4083-8975-F693C32069A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3540435"/>
              <a:ext cx="2160000" cy="633596"/>
            </a:xfrm>
            <a:prstGeom prst="rect">
              <a:avLst/>
            </a:prstGeom>
          </p:spPr>
        </p:pic>
        <p:sp>
          <p:nvSpPr>
            <p:cNvPr id="156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0958BAC0-6FBB-4647-AD3F-BA13BCFA05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3662255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토혈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47FE9CE5-7250-490A-B3AD-58A8A5133127}"/>
              </a:ext>
            </a:extLst>
          </p:cNvPr>
          <p:cNvGrpSpPr/>
          <p:nvPr/>
        </p:nvGrpSpPr>
        <p:grpSpPr>
          <a:xfrm>
            <a:off x="6273691" y="3003944"/>
            <a:ext cx="4789079" cy="559946"/>
            <a:chOff x="6273691" y="3003944"/>
            <a:chExt cx="4789079" cy="559946"/>
          </a:xfrm>
        </p:grpSpPr>
        <p:pic>
          <p:nvPicPr>
            <p:cNvPr id="52" name="그림 51">
              <a:hlinkClick r:id="rId15" action="ppaction://hlinksldjump"/>
              <a:extLst>
                <a:ext uri="{FF2B5EF4-FFF2-40B4-BE49-F238E27FC236}">
                  <a16:creationId xmlns:a16="http://schemas.microsoft.com/office/drawing/2014/main" id="{AB7ABD9E-9620-4AB4-8C38-A2DF58355C6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3944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15" action="ppaction://hlinksldjump"/>
              <a:extLst>
                <a:ext uri="{FF2B5EF4-FFF2-40B4-BE49-F238E27FC236}">
                  <a16:creationId xmlns:a16="http://schemas.microsoft.com/office/drawing/2014/main" id="{E135E104-B772-4B45-AB68-9BCA59A25E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7186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샅고랑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부위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종괴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B6F02A7F-5FAF-46C1-B332-F4568C07E44E}"/>
              </a:ext>
            </a:extLst>
          </p:cNvPr>
          <p:cNvGrpSpPr/>
          <p:nvPr/>
        </p:nvGrpSpPr>
        <p:grpSpPr>
          <a:xfrm>
            <a:off x="6273691" y="3565890"/>
            <a:ext cx="4789079" cy="559946"/>
            <a:chOff x="6273691" y="3565890"/>
            <a:chExt cx="4789079" cy="559946"/>
          </a:xfrm>
        </p:grpSpPr>
        <p:pic>
          <p:nvPicPr>
            <p:cNvPr id="55" name="그림 54">
              <a:hlinkClick r:id="rId16" action="ppaction://hlinksldjump"/>
              <a:extLst>
                <a:ext uri="{FF2B5EF4-FFF2-40B4-BE49-F238E27FC236}">
                  <a16:creationId xmlns:a16="http://schemas.microsoft.com/office/drawing/2014/main" id="{C4D656AC-38F1-49BD-A689-459C344CFD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5890"/>
              <a:ext cx="4787502" cy="559946"/>
            </a:xfrm>
            <a:prstGeom prst="rect">
              <a:avLst/>
            </a:prstGeom>
          </p:spPr>
        </p:pic>
        <p:sp>
          <p:nvSpPr>
            <p:cNvPr id="56" name="Text Box 10">
              <a:hlinkClick r:id="rId16" action="ppaction://hlinksldjump"/>
              <a:extLst>
                <a:ext uri="{FF2B5EF4-FFF2-40B4-BE49-F238E27FC236}">
                  <a16:creationId xmlns:a16="http://schemas.microsoft.com/office/drawing/2014/main" id="{21755EF5-E2C7-4E7C-9FA2-050CD63C92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13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항문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회음부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</a:t>
              </a: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6DB8744-151D-4112-B796-B3D1CC0B51A2}"/>
              </a:ext>
            </a:extLst>
          </p:cNvPr>
          <p:cNvGrpSpPr/>
          <p:nvPr/>
        </p:nvGrpSpPr>
        <p:grpSpPr>
          <a:xfrm>
            <a:off x="3681965" y="4667977"/>
            <a:ext cx="2161576" cy="633596"/>
            <a:chOff x="3681965" y="4667977"/>
            <a:chExt cx="2161576" cy="633596"/>
          </a:xfrm>
        </p:grpSpPr>
        <p:pic>
          <p:nvPicPr>
            <p:cNvPr id="61" name="그림 60">
              <a:hlinkClick r:id="rId17" action="ppaction://hlinksldjump"/>
              <a:extLst>
                <a:ext uri="{FF2B5EF4-FFF2-40B4-BE49-F238E27FC236}">
                  <a16:creationId xmlns:a16="http://schemas.microsoft.com/office/drawing/2014/main" id="{3DD08B08-7B0C-4C77-BDEF-28EF49F36E7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667977"/>
              <a:ext cx="2160000" cy="633596"/>
            </a:xfrm>
            <a:prstGeom prst="rect">
              <a:avLst/>
            </a:prstGeom>
          </p:spPr>
        </p:pic>
        <p:sp>
          <p:nvSpPr>
            <p:cNvPr id="62" name="Text Box 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63421649-C378-4995-847F-7D77795E61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복부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종괴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팽만</a:t>
              </a: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6A105C35-2E06-48AD-A666-CF8D6CCF3151}"/>
              </a:ext>
            </a:extLst>
          </p:cNvPr>
          <p:cNvGrpSpPr/>
          <p:nvPr/>
        </p:nvGrpSpPr>
        <p:grpSpPr>
          <a:xfrm>
            <a:off x="6274196" y="5819541"/>
            <a:ext cx="4789082" cy="582483"/>
            <a:chOff x="6274196" y="5115856"/>
            <a:chExt cx="4789082" cy="582483"/>
          </a:xfrm>
        </p:grpSpPr>
        <p:pic>
          <p:nvPicPr>
            <p:cNvPr id="58" name="그림 57" descr="텍스트이(가) 표시된 사진&#10;&#10;자동 생성된 설명">
              <a:extLst>
                <a:ext uri="{FF2B5EF4-FFF2-40B4-BE49-F238E27FC236}">
                  <a16:creationId xmlns:a16="http://schemas.microsoft.com/office/drawing/2014/main" id="{C961969C-DB24-4294-894F-7C7412187EB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59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FD5E6A44-9A5F-4A40-96D3-1F8C81879F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신생아 황달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CAE75E26-F990-42C4-AA4D-0AA21089621D}"/>
              </a:ext>
            </a:extLst>
          </p:cNvPr>
          <p:cNvGrpSpPr/>
          <p:nvPr/>
        </p:nvGrpSpPr>
        <p:grpSpPr>
          <a:xfrm>
            <a:off x="6274196" y="5257184"/>
            <a:ext cx="4789082" cy="582483"/>
            <a:chOff x="6274196" y="5115856"/>
            <a:chExt cx="4789082" cy="582483"/>
          </a:xfrm>
        </p:grpSpPr>
        <p:pic>
          <p:nvPicPr>
            <p:cNvPr id="64" name="그림 63" descr="텍스트이(가) 표시된 사진&#10;&#10;자동 생성된 설명">
              <a:extLst>
                <a:ext uri="{FF2B5EF4-FFF2-40B4-BE49-F238E27FC236}">
                  <a16:creationId xmlns:a16="http://schemas.microsoft.com/office/drawing/2014/main" id="{16B79786-79CF-4549-B2EA-CA489F1B70A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65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BC41706A-1C84-4B46-AF85-1EBD20E1FA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신생아 수유곤란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82C462F9-9A9A-4148-8778-53E808F74DB0}"/>
              </a:ext>
            </a:extLst>
          </p:cNvPr>
          <p:cNvGrpSpPr/>
          <p:nvPr/>
        </p:nvGrpSpPr>
        <p:grpSpPr>
          <a:xfrm>
            <a:off x="3650929" y="5231748"/>
            <a:ext cx="2161576" cy="633596"/>
            <a:chOff x="3650929" y="5231748"/>
            <a:chExt cx="2161576" cy="633596"/>
          </a:xfrm>
        </p:grpSpPr>
        <p:pic>
          <p:nvPicPr>
            <p:cNvPr id="88" name="그림 87">
              <a:hlinkClick r:id="rId19" action="ppaction://hlinksldjump"/>
              <a:extLst>
                <a:ext uri="{FF2B5EF4-FFF2-40B4-BE49-F238E27FC236}">
                  <a16:creationId xmlns:a16="http://schemas.microsoft.com/office/drawing/2014/main" id="{44273B51-8027-45E4-8143-0128328FDF4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52505" y="5231748"/>
              <a:ext cx="2160000" cy="633596"/>
            </a:xfrm>
            <a:prstGeom prst="rect">
              <a:avLst/>
            </a:prstGeom>
          </p:spPr>
        </p:pic>
        <p:sp>
          <p:nvSpPr>
            <p:cNvPr id="89" name="Text Box 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6DDBB425-8247-447B-B7C2-7972883A0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0929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딸꾹질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2BFE0FE-F40F-4237-9585-01F56E3177B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976604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7E94C49F-2FEA-46AD-95ED-A20665E2894F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52" name="그림 51">
              <a:hlinkClick r:id="rId2" action="ppaction://hlinksldjump"/>
              <a:extLst>
                <a:ext uri="{FF2B5EF4-FFF2-40B4-BE49-F238E27FC236}">
                  <a16:creationId xmlns:a16="http://schemas.microsoft.com/office/drawing/2014/main" id="{F4A584E6-247E-42E0-9448-C001D344636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1DC7502D-72BF-4C5C-93DD-8952A9187E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 분비물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16AEE72-9192-4C2E-B5ED-4AEE1A740337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55" name="그림 54">
              <a:hlinkClick r:id="rId4" action="ppaction://hlinksldjump"/>
              <a:extLst>
                <a:ext uri="{FF2B5EF4-FFF2-40B4-BE49-F238E27FC236}">
                  <a16:creationId xmlns:a16="http://schemas.microsoft.com/office/drawing/2014/main" id="{B5360080-C691-433E-80D7-A170C128159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5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848029B3-53AB-46B0-985D-BA29010C4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월경 문제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5E6590F-6297-4E5E-A009-D07B03A3D214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58" name="그림 57">
              <a:hlinkClick r:id="rId5" action="ppaction://hlinksldjump"/>
              <a:extLst>
                <a:ext uri="{FF2B5EF4-FFF2-40B4-BE49-F238E27FC236}">
                  <a16:creationId xmlns:a16="http://schemas.microsoft.com/office/drawing/2014/main" id="{0ABAD21B-FFAE-45EA-B45A-402CB6EADDF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59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5DE6D2B1-338A-4CE0-A21C-8F59A5346F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질내 이물질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9398D02-43DE-49C5-97DA-323FEFC392FA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64" name="그림 63">
              <a:hlinkClick r:id="rId6" action="ppaction://hlinksldjump"/>
              <a:extLst>
                <a:ext uri="{FF2B5EF4-FFF2-40B4-BE49-F238E27FC236}">
                  <a16:creationId xmlns:a16="http://schemas.microsoft.com/office/drawing/2014/main" id="{0C89D616-D165-4C98-A3DA-DBF44F5BCE7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6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30C35722-54DB-4202-8CB1-69E319CEE2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가려움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26D569F4-4BE0-4EBE-855D-B7DAD282ACD5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79" name="그림 78">
              <a:hlinkClick r:id="rId7" action="ppaction://hlinksldjump"/>
              <a:extLst>
                <a:ext uri="{FF2B5EF4-FFF2-40B4-BE49-F238E27FC236}">
                  <a16:creationId xmlns:a16="http://schemas.microsoft.com/office/drawing/2014/main" id="{92314C92-1BEB-48DA-9877-5851E0E871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8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1323198-392D-4114-B0D1-578F94E7C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 출혈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436B1A25-1DAF-4555-85A7-974CFC6099E0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82" name="그림 81">
              <a:hlinkClick r:id="rId8" action="ppaction://hlinksldjump"/>
              <a:extLst>
                <a:ext uri="{FF2B5EF4-FFF2-40B4-BE49-F238E27FC236}">
                  <a16:creationId xmlns:a16="http://schemas.microsoft.com/office/drawing/2014/main" id="{BDDCF2A6-9CF0-43DD-8769-7B26987F834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83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6711EEC7-0160-4F22-BF9E-666392430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 미만의 임신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A410D962-99C3-4DB0-8F27-70C8C7FE0963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85" name="그림 84">
              <a:hlinkClick r:id="rId9" action="ppaction://hlinksldjump"/>
              <a:extLst>
                <a:ext uri="{FF2B5EF4-FFF2-40B4-BE49-F238E27FC236}">
                  <a16:creationId xmlns:a16="http://schemas.microsoft.com/office/drawing/2014/main" id="{1D300465-B938-4EE2-8E4B-501CF1F669C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86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2FB05E37-0E41-4926-98EC-5368DAC24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생식기의 외상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119DDF-D32D-4D31-81BD-90AD69C77EB2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88" name="그림 87">
              <a:hlinkClick r:id="rId10" action="ppaction://hlinksldjump"/>
              <a:extLst>
                <a:ext uri="{FF2B5EF4-FFF2-40B4-BE49-F238E27FC236}">
                  <a16:creationId xmlns:a16="http://schemas.microsoft.com/office/drawing/2014/main" id="{3AA98327-8792-422F-9DB6-BC274196ACE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89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C7BEDD00-C5CD-4851-B353-F045F70F3D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음순 부종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DE02889-A6FF-4BF7-B6B1-A6056D6BF922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91" name="그림 90">
              <a:hlinkClick r:id="rId11" action="ppaction://hlinksldjump"/>
              <a:extLst>
                <a:ext uri="{FF2B5EF4-FFF2-40B4-BE49-F238E27FC236}">
                  <a16:creationId xmlns:a16="http://schemas.microsoft.com/office/drawing/2014/main" id="{380D50BF-0EAE-4634-809F-BDB24921118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92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6ADC9251-A0F0-4E8C-B7B9-E0DF20216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 이상의 임신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9149087D-0795-428D-9655-83C4CC6689BA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104" name="그림 103">
              <a:hlinkClick r:id="rId12" action="ppaction://hlinksldjump"/>
              <a:extLst>
                <a:ext uri="{FF2B5EF4-FFF2-40B4-BE49-F238E27FC236}">
                  <a16:creationId xmlns:a16="http://schemas.microsoft.com/office/drawing/2014/main" id="{BDFB9BED-5973-4176-BBEF-9FD71F35EDA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105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D5D69F3B-B327-404D-9ACC-D595168600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성폭행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EF56563-44A2-4EC6-863C-FC55F339BBC8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107" name="그림 106">
              <a:hlinkClick r:id="rId13" action="ppaction://hlinksldjump"/>
              <a:extLst>
                <a:ext uri="{FF2B5EF4-FFF2-40B4-BE49-F238E27FC236}">
                  <a16:creationId xmlns:a16="http://schemas.microsoft.com/office/drawing/2014/main" id="{F9CC9E9B-4536-406D-A3A2-0DCF4BF32E9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108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272900FD-32BA-4CE7-9296-2DCAB570EC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출산 후 문제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(6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 이내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CD1640B1-5610-4917-9F03-34FF6D66781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3820031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그룹 6">
            <a:extLst>
              <a:ext uri="{FF2B5EF4-FFF2-40B4-BE49-F238E27FC236}">
                <a16:creationId xmlns:a16="http://schemas.microsoft.com/office/drawing/2014/main" id="{37A49417-B555-465E-A386-98E162107771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52" name="그림 51">
              <a:hlinkClick r:id="rId2" action="ppaction://hlinksldjump"/>
              <a:extLst>
                <a:ext uri="{FF2B5EF4-FFF2-40B4-BE49-F238E27FC236}">
                  <a16:creationId xmlns:a16="http://schemas.microsoft.com/office/drawing/2014/main" id="{F4A584E6-247E-42E0-9448-C001D344636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1DC7502D-72BF-4C5C-93DD-8952A9187E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소변 배출장애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9DED0086-1FDD-423E-8663-F4297C1ED6C1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55" name="그림 54">
              <a:hlinkClick r:id="rId4" action="ppaction://hlinksldjump"/>
              <a:extLst>
                <a:ext uri="{FF2B5EF4-FFF2-40B4-BE49-F238E27FC236}">
                  <a16:creationId xmlns:a16="http://schemas.microsoft.com/office/drawing/2014/main" id="{B5360080-C691-433E-80D7-A170C128159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5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848029B3-53AB-46B0-985D-BA29010C4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옆구리 통증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2CF54A51-2DE6-4F0B-B3C1-C553B85CE6EC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58" name="그림 57">
              <a:hlinkClick r:id="rId5" action="ppaction://hlinksldjump"/>
              <a:extLst>
                <a:ext uri="{FF2B5EF4-FFF2-40B4-BE49-F238E27FC236}">
                  <a16:creationId xmlns:a16="http://schemas.microsoft.com/office/drawing/2014/main" id="{0ABAD21B-FFAE-45EA-B45A-402CB6EADDF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59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5DE6D2B1-338A-4CE0-A21C-8F59A5346F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혈뇨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CF5DA184-2B3B-4794-8DD1-AE6D4A34152A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64" name="그림 63">
              <a:hlinkClick r:id="rId6" action="ppaction://hlinksldjump"/>
              <a:extLst>
                <a:ext uri="{FF2B5EF4-FFF2-40B4-BE49-F238E27FC236}">
                  <a16:creationId xmlns:a16="http://schemas.microsoft.com/office/drawing/2014/main" id="{0C89D616-D165-4C98-A3DA-DBF44F5BCE7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6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30C35722-54DB-4202-8CB1-69E319CEE2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요로감염 증상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F8969945-6822-4205-97E3-02E5589E12E2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79" name="그림 78">
              <a:hlinkClick r:id="rId7" action="ppaction://hlinksldjump"/>
              <a:extLst>
                <a:ext uri="{FF2B5EF4-FFF2-40B4-BE49-F238E27FC236}">
                  <a16:creationId xmlns:a16="http://schemas.microsoft.com/office/drawing/2014/main" id="{92314C92-1BEB-48DA-9877-5851E0E871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8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1323198-392D-4114-B0D1-578F94E7C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핍뇨증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CA65F63F-63BA-480A-9B6F-ED313852C801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82" name="그림 81">
              <a:hlinkClick r:id="rId8" action="ppaction://hlinksldjump"/>
              <a:extLst>
                <a:ext uri="{FF2B5EF4-FFF2-40B4-BE49-F238E27FC236}">
                  <a16:creationId xmlns:a16="http://schemas.microsoft.com/office/drawing/2014/main" id="{BDDCF2A6-9CF0-43DD-8769-7B26987F834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83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6711EEC7-0160-4F22-BF9E-666392430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음경 부종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C76C9B79-52D4-4E8F-A381-53F2BD0EA2F9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85" name="그림 84">
              <a:hlinkClick r:id="rId9" action="ppaction://hlinksldjump"/>
              <a:extLst>
                <a:ext uri="{FF2B5EF4-FFF2-40B4-BE49-F238E27FC236}">
                  <a16:creationId xmlns:a16="http://schemas.microsoft.com/office/drawing/2014/main" id="{1D300465-B938-4EE2-8E4B-501CF1F669C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86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2FB05E37-0E41-4926-98EC-5368DAC24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생식기의 외상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FE53590-24FF-4972-A177-D156EBDAF00C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88" name="그림 87">
              <a:hlinkClick r:id="rId10" action="ppaction://hlinksldjump"/>
              <a:extLst>
                <a:ext uri="{FF2B5EF4-FFF2-40B4-BE49-F238E27FC236}">
                  <a16:creationId xmlns:a16="http://schemas.microsoft.com/office/drawing/2014/main" id="{3AA98327-8792-422F-9DB6-BC274196ACE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89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C7BEDD00-C5CD-4851-B353-F045F70F3D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생식기의 분비물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피부병변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08E5609-2B09-4C4C-8B16-110FD806547F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91" name="그림 90">
              <a:hlinkClick r:id="rId11" action="ppaction://hlinksldjump"/>
              <a:extLst>
                <a:ext uri="{FF2B5EF4-FFF2-40B4-BE49-F238E27FC236}">
                  <a16:creationId xmlns:a16="http://schemas.microsoft.com/office/drawing/2014/main" id="{380D50BF-0EAE-4634-809F-BDB24921118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92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6ADC9251-A0F0-4E8C-B7B9-E0DF20216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고환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부종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9730C2E-7E01-4F58-83BE-B22C1762CB0D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104" name="그림 103">
              <a:hlinkClick r:id="rId12" action="ppaction://hlinksldjump"/>
              <a:extLst>
                <a:ext uri="{FF2B5EF4-FFF2-40B4-BE49-F238E27FC236}">
                  <a16:creationId xmlns:a16="http://schemas.microsoft.com/office/drawing/2014/main" id="{BDFB9BED-5973-4176-BBEF-9FD71F35EDA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105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D5D69F3B-B327-404D-9ACC-D595168600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다뇨증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D855B52A-E0BD-4A85-B63B-9E118B1A637B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107" name="그림 106">
              <a:hlinkClick r:id="rId13" action="ppaction://hlinksldjump"/>
              <a:extLst>
                <a:ext uri="{FF2B5EF4-FFF2-40B4-BE49-F238E27FC236}">
                  <a16:creationId xmlns:a16="http://schemas.microsoft.com/office/drawing/2014/main" id="{F9CC9E9B-4536-406D-A3A2-0DCF4BF32E9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108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272900FD-32BA-4CE7-9296-2DCAB570EC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성폭행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남성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5CC78F32-7786-40D9-B114-01F3FB102C1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4132420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9D5DA1E5-866D-4A14-BBFB-2052BC34D6D1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37" name="그림 36">
              <a:hlinkClick r:id="rId2" action="ppaction://hlinksldjump"/>
              <a:extLst>
                <a:ext uri="{FF2B5EF4-FFF2-40B4-BE49-F238E27FC236}">
                  <a16:creationId xmlns:a16="http://schemas.microsoft.com/office/drawing/2014/main" id="{4CCDAD23-20A2-45AE-BB2A-1A447D17CFB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A737EA45-3C9E-4548-BFFF-626753B45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절단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F68CAF8B-7816-4770-8EE2-91CD89370185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40" name="그림 39">
              <a:hlinkClick r:id="rId4" action="ppaction://hlinksldjump"/>
              <a:extLst>
                <a:ext uri="{FF2B5EF4-FFF2-40B4-BE49-F238E27FC236}">
                  <a16:creationId xmlns:a16="http://schemas.microsoft.com/office/drawing/2014/main" id="{221B5964-BE70-4220-ACEF-B1513FFE04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9D5D85D-8DF4-4B60-ACD7-56E8080C12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허리 통증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83BCC5-8321-45F6-A830-5621D420A640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43" name="그림 42">
              <a:hlinkClick r:id="rId5" action="ppaction://hlinksldjump"/>
              <a:extLst>
                <a:ext uri="{FF2B5EF4-FFF2-40B4-BE49-F238E27FC236}">
                  <a16:creationId xmlns:a16="http://schemas.microsoft.com/office/drawing/2014/main" id="{D09F1185-710B-48C9-9428-F89FF88C100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4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8CE8FFA-C587-493C-8262-E0E1F6D34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외상성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목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허리 손상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2C43CF71-E052-46BE-B6F5-7D87D2D42565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46" name="그림 45">
              <a:hlinkClick r:id="rId6" action="ppaction://hlinksldjump"/>
              <a:extLst>
                <a:ext uri="{FF2B5EF4-FFF2-40B4-BE49-F238E27FC236}">
                  <a16:creationId xmlns:a16="http://schemas.microsoft.com/office/drawing/2014/main" id="{058EFBAA-3B49-4976-9D11-50F96720BA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4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36FDA97-6624-4CF4-8258-E1206E664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하지 통증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4469B32E-C85C-4968-B79F-D25C44A6E9CE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50" name="그림 49">
              <a:hlinkClick r:id="rId7" action="ppaction://hlinksldjump"/>
              <a:extLst>
                <a:ext uri="{FF2B5EF4-FFF2-40B4-BE49-F238E27FC236}">
                  <a16:creationId xmlns:a16="http://schemas.microsoft.com/office/drawing/2014/main" id="{3E7BD0B5-546E-4423-8761-6A5533E9238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6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A71F8AD1-B144-4A7B-9E53-9A17AF261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DB94424-9B1D-45E7-8F36-0BB702849E3B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62" name="그림 61">
              <a:hlinkClick r:id="rId8" action="ppaction://hlinksldjump"/>
              <a:extLst>
                <a:ext uri="{FF2B5EF4-FFF2-40B4-BE49-F238E27FC236}">
                  <a16:creationId xmlns:a16="http://schemas.microsoft.com/office/drawing/2014/main" id="{FC4C116F-06D6-4AB8-96FD-1D8EFB45277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67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D811CB4-8817-4D2B-9F48-9BC4185FE4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관절 부종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2074053C-99DC-45AA-BAA7-E0372C2F15BA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69" name="그림 68">
              <a:hlinkClick r:id="rId9" action="ppaction://hlinksldjump"/>
              <a:extLst>
                <a:ext uri="{FF2B5EF4-FFF2-40B4-BE49-F238E27FC236}">
                  <a16:creationId xmlns:a16="http://schemas.microsoft.com/office/drawing/2014/main" id="{2D398E73-59B3-4284-BCC1-DD70C1BB06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70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E638CAA5-3F5C-4E54-973C-725633910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손상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D3A148CC-0872-4C1F-9EEC-79A53E2F8A6C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72" name="그림 71">
              <a:hlinkClick r:id="rId10" action="ppaction://hlinksldjump"/>
              <a:extLst>
                <a:ext uri="{FF2B5EF4-FFF2-40B4-BE49-F238E27FC236}">
                  <a16:creationId xmlns:a16="http://schemas.microsoft.com/office/drawing/2014/main" id="{6755FCA9-BF26-4E9A-99C8-4F48D8AC103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73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5B127CA3-8DC6-4954-BD30-649D72C9E9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하지 손상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72A1177-9BCC-47E4-B73F-74ED43CADFA4}"/>
              </a:ext>
            </a:extLst>
          </p:cNvPr>
          <p:cNvGrpSpPr/>
          <p:nvPr/>
        </p:nvGrpSpPr>
        <p:grpSpPr>
          <a:xfrm>
            <a:off x="6274196" y="5117077"/>
            <a:ext cx="4789079" cy="559946"/>
            <a:chOff x="6274196" y="5117077"/>
            <a:chExt cx="4789079" cy="559946"/>
          </a:xfrm>
        </p:grpSpPr>
        <p:pic>
          <p:nvPicPr>
            <p:cNvPr id="75" name="그림 74">
              <a:hlinkClick r:id="rId11" action="ppaction://hlinksldjump"/>
              <a:extLst>
                <a:ext uri="{FF2B5EF4-FFF2-40B4-BE49-F238E27FC236}">
                  <a16:creationId xmlns:a16="http://schemas.microsoft.com/office/drawing/2014/main" id="{24C7D9AB-4CA0-40DB-A5BD-3462D05CF41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117077"/>
              <a:ext cx="4787502" cy="559946"/>
            </a:xfrm>
            <a:prstGeom prst="rect">
              <a:avLst/>
            </a:prstGeom>
          </p:spPr>
        </p:pic>
        <p:sp>
          <p:nvSpPr>
            <p:cNvPr id="76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87AC5979-40AD-4CD5-94D1-4233C0070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석고붕대 확인</a:t>
              </a:r>
            </a:p>
          </p:txBody>
        </p:sp>
      </p:grpSp>
      <p:pic>
        <p:nvPicPr>
          <p:cNvPr id="52" name="그림 51" descr="텍스트이(가) 표시된 사진&#10;&#10;자동 생성된 설명">
            <a:extLst>
              <a:ext uri="{FF2B5EF4-FFF2-40B4-BE49-F238E27FC236}">
                <a16:creationId xmlns:a16="http://schemas.microsoft.com/office/drawing/2014/main" id="{A4630D00-F212-4945-89D8-A6E819874B40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324729" y="5819541"/>
            <a:ext cx="4738549" cy="582483"/>
          </a:xfrm>
          <a:prstGeom prst="rect">
            <a:avLst/>
          </a:prstGeom>
        </p:spPr>
      </p:pic>
      <p:sp>
        <p:nvSpPr>
          <p:cNvPr id="53" name="Text Box 10">
            <a:hlinkClick r:id="" action="ppaction://noaction"/>
            <a:extLst>
              <a:ext uri="{FF2B5EF4-FFF2-40B4-BE49-F238E27FC236}">
                <a16:creationId xmlns:a16="http://schemas.microsoft.com/office/drawing/2014/main" id="{E767F4C2-0250-416E-ABBC-7BBE8AFC0B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96" y="5914004"/>
            <a:ext cx="4674486" cy="396000"/>
          </a:xfrm>
          <a:prstGeom prst="roundRect">
            <a:avLst>
              <a:gd name="adj" fmla="val 50000"/>
            </a:avLst>
          </a:prstGeom>
          <a:noFill/>
          <a:ln w="19050">
            <a:noFill/>
            <a:miter lim="800000"/>
            <a:headEnd/>
            <a:tailEnd/>
          </a:ln>
        </p:spPr>
        <p:txBody>
          <a:bodyPr anchor="ctr"/>
          <a:lstStyle>
            <a:lvl1pPr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182563" indent="-182563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소아 보행 장애 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16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보행시</a:t>
            </a:r>
            <a:r>
              <a: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통증 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1DE1780-3D91-4EE1-B6BD-9AE8A09F31F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880000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569440F1-2B19-421C-B126-824AD16B629D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52" name="그림 51">
              <a:hlinkClick r:id="rId2" action="ppaction://hlinksldjump"/>
              <a:extLst>
                <a:ext uri="{FF2B5EF4-FFF2-40B4-BE49-F238E27FC236}">
                  <a16:creationId xmlns:a16="http://schemas.microsoft.com/office/drawing/2014/main" id="{4BFA36C2-A6A0-46A6-8CFE-276CB0B5A80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E080306E-8125-4735-8196-75CCAE6E67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몸통을 포함한 다발성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2E2CC0A7-2069-403E-8F05-2BE54454D0B2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55" name="그림 54">
              <a:hlinkClick r:id="rId4" action="ppaction://hlinksldjump"/>
              <a:extLst>
                <a:ext uri="{FF2B5EF4-FFF2-40B4-BE49-F238E27FC236}">
                  <a16:creationId xmlns:a16="http://schemas.microsoft.com/office/drawing/2014/main" id="{4584FFE6-EA96-42E0-BA59-7CF38965984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5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FCB20E1-2613-4A82-ABBB-660CB8A455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몸통을 포함한 다발성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둔상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B4791889-93AA-4F33-A5CC-A72E783CE62D}"/>
              </a:ext>
            </a:extLst>
          </p:cNvPr>
          <p:cNvGrpSpPr/>
          <p:nvPr/>
        </p:nvGrpSpPr>
        <p:grpSpPr>
          <a:xfrm>
            <a:off x="1078194" y="4980921"/>
            <a:ext cx="4789079" cy="559946"/>
            <a:chOff x="1078194" y="4980921"/>
            <a:chExt cx="4789079" cy="559946"/>
          </a:xfrm>
        </p:grpSpPr>
        <p:pic>
          <p:nvPicPr>
            <p:cNvPr id="58" name="그림 57">
              <a:hlinkClick r:id="rId5" action="ppaction://hlinksldjump"/>
              <a:extLst>
                <a:ext uri="{FF2B5EF4-FFF2-40B4-BE49-F238E27FC236}">
                  <a16:creationId xmlns:a16="http://schemas.microsoft.com/office/drawing/2014/main" id="{90E14E23-2A81-4060-985D-7EE712599B8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980921"/>
              <a:ext cx="4787502" cy="559946"/>
            </a:xfrm>
            <a:prstGeom prst="rect">
              <a:avLst/>
            </a:prstGeom>
          </p:spPr>
        </p:pic>
        <p:sp>
          <p:nvSpPr>
            <p:cNvPr id="59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CEB36116-E4B9-43FF-8CE5-C612D7060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07416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복부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둔상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3CDF2611-5758-4A42-A5D3-3EF2A28A3353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82" name="그림 81">
              <a:hlinkClick r:id="rId6" action="ppaction://hlinksldjump"/>
              <a:extLst>
                <a:ext uri="{FF2B5EF4-FFF2-40B4-BE49-F238E27FC236}">
                  <a16:creationId xmlns:a16="http://schemas.microsoft.com/office/drawing/2014/main" id="{AD0CA7C3-29D8-4BA9-93A5-0D7748A6D3E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83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F74EEB5-2136-4E0C-948B-868723A87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흉부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F5202BAF-FD93-4C23-AB09-F048F37D8F85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85" name="그림 84">
              <a:hlinkClick r:id="rId7" action="ppaction://hlinksldjump"/>
              <a:extLst>
                <a:ext uri="{FF2B5EF4-FFF2-40B4-BE49-F238E27FC236}">
                  <a16:creationId xmlns:a16="http://schemas.microsoft.com/office/drawing/2014/main" id="{D14709EB-F478-4C4C-B3F8-18666B1FE8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8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F17E358C-4F77-458B-BF2A-0CE10D276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흉부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둔상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749A1B0B-C3C2-4FBB-92BB-B46D44827DB6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88" name="그림 87">
              <a:hlinkClick r:id="rId8" action="ppaction://hlinksldjump"/>
              <a:extLst>
                <a:ext uri="{FF2B5EF4-FFF2-40B4-BE49-F238E27FC236}">
                  <a16:creationId xmlns:a16="http://schemas.microsoft.com/office/drawing/2014/main" id="{91E2CDA0-6853-40BC-8FEC-0B00E04F141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89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036B421-631D-4892-B61D-44CADDAFFE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복부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B87B1FA8-4992-4487-B98A-B0453647C9B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3659766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A0922ABC-AE92-49BE-804F-0D46214483A9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22" name="그림 21">
              <a:hlinkClick r:id="rId2" action="ppaction://hlinksldjump"/>
              <a:extLst>
                <a:ext uri="{FF2B5EF4-FFF2-40B4-BE49-F238E27FC236}">
                  <a16:creationId xmlns:a16="http://schemas.microsoft.com/office/drawing/2014/main" id="{9D32D837-F6D3-479D-AD42-BC7C306C628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2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0DD8D89C-5EFA-438D-BDE4-31F716927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유해물질 흡입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F7FBDCC-52AA-4EB5-9E10-AB9B5DA68EC1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5" name="그림 24">
              <a:hlinkClick r:id="rId4" action="ppaction://hlinksldjump"/>
              <a:extLst>
                <a:ext uri="{FF2B5EF4-FFF2-40B4-BE49-F238E27FC236}">
                  <a16:creationId xmlns:a16="http://schemas.microsoft.com/office/drawing/2014/main" id="{061A5DEB-8A53-4462-8E4D-4CBE307BC9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534DD2A9-1508-453A-AC88-995562105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한랭손상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887DBC1-E454-4D64-8E7B-9ADA02ED0369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28" name="그림 27">
              <a:hlinkClick r:id="rId5" action="ppaction://hlinksldjump"/>
              <a:extLst>
                <a:ext uri="{FF2B5EF4-FFF2-40B4-BE49-F238E27FC236}">
                  <a16:creationId xmlns:a16="http://schemas.microsoft.com/office/drawing/2014/main" id="{9B966974-E3B6-4B73-B75A-7A1B11ABCB5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29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CDA6FB1-42FB-47BA-BDAD-EAB262C32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온열손상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54372727-3F04-4B0F-8A07-716014B73CEC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31" name="그림 30">
              <a:hlinkClick r:id="rId6" action="ppaction://hlinksldjump"/>
              <a:extLst>
                <a:ext uri="{FF2B5EF4-FFF2-40B4-BE49-F238E27FC236}">
                  <a16:creationId xmlns:a16="http://schemas.microsoft.com/office/drawing/2014/main" id="{4B41517D-223C-4EAE-9BA8-6CFB49D8205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3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0E9FDCB-6C6B-4550-8096-097D1486D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전기 손상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C209A91D-1E0E-4B56-A6C2-22A37916A7E6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34" name="그림 33">
              <a:hlinkClick r:id="rId7" action="ppaction://hlinksldjump"/>
              <a:extLst>
                <a:ext uri="{FF2B5EF4-FFF2-40B4-BE49-F238E27FC236}">
                  <a16:creationId xmlns:a16="http://schemas.microsoft.com/office/drawing/2014/main" id="{F363D2CD-6112-48E4-936F-52CA9D233AA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4772F816-3ACC-4E65-AFF4-7E99B219C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익수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775CB1DA-4FEE-42DA-9567-D06FF695D575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37" name="그림 36">
              <a:hlinkClick r:id="rId8" action="ppaction://hlinksldjump"/>
              <a:extLst>
                <a:ext uri="{FF2B5EF4-FFF2-40B4-BE49-F238E27FC236}">
                  <a16:creationId xmlns:a16="http://schemas.microsoft.com/office/drawing/2014/main" id="{1563BC95-7AA6-469A-AC90-F06F6D712D7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0DB1DC8-19E5-4CA6-B5D7-1F0940164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화학물질 노출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87690B2-E186-4084-88B6-B2B48AFCC6C7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40" name="그림 39">
              <a:hlinkClick r:id="rId9" action="ppaction://hlinksldjump"/>
              <a:extLst>
                <a:ext uri="{FF2B5EF4-FFF2-40B4-BE49-F238E27FC236}">
                  <a16:creationId xmlns:a16="http://schemas.microsoft.com/office/drawing/2014/main" id="{BA771096-6341-4082-B76A-1093732A971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B55A11B1-DA52-4EF6-8710-1E2181F51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저체온증</a:t>
              </a: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D7EA4CC5-A7DE-4504-905F-D865EA9D541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159099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">
            <a:extLst>
              <a:ext uri="{FF2B5EF4-FFF2-40B4-BE49-F238E27FC236}">
                <a16:creationId xmlns:a16="http://schemas.microsoft.com/office/drawing/2014/main" id="{AB03339E-6EF9-4D0C-B6A7-3DD198A425AC}"/>
              </a:ext>
            </a:extLst>
          </p:cNvPr>
          <p:cNvGrpSpPr/>
          <p:nvPr/>
        </p:nvGrpSpPr>
        <p:grpSpPr>
          <a:xfrm>
            <a:off x="1078195" y="3041780"/>
            <a:ext cx="2160000" cy="498655"/>
            <a:chOff x="1078195" y="3041780"/>
            <a:chExt cx="2160000" cy="498655"/>
          </a:xfrm>
        </p:grpSpPr>
        <p:pic>
          <p:nvPicPr>
            <p:cNvPr id="43" name="그림 42">
              <a:hlinkClick r:id="rId2" action="ppaction://hlinksldjump"/>
              <a:extLst>
                <a:ext uri="{FF2B5EF4-FFF2-40B4-BE49-F238E27FC236}">
                  <a16:creationId xmlns:a16="http://schemas.microsoft.com/office/drawing/2014/main" id="{AA5FB1EF-C465-4328-B18D-CC26BD7C378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29229" y="3041780"/>
              <a:ext cx="2064505" cy="498655"/>
            </a:xfrm>
            <a:prstGeom prst="rect">
              <a:avLst/>
            </a:prstGeom>
          </p:spPr>
        </p:pic>
        <p:sp>
          <p:nvSpPr>
            <p:cNvPr id="4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1AE1F729-B801-49EB-A515-FA1B67998A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물림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(Bite)</a:t>
              </a: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EF9DFBC8-762F-41FD-AD8D-88A27583588F}"/>
              </a:ext>
            </a:extLst>
          </p:cNvPr>
          <p:cNvGrpSpPr/>
          <p:nvPr/>
        </p:nvGrpSpPr>
        <p:grpSpPr>
          <a:xfrm>
            <a:off x="3681965" y="3041780"/>
            <a:ext cx="2160000" cy="498655"/>
            <a:chOff x="3681965" y="3041780"/>
            <a:chExt cx="2160000" cy="498655"/>
          </a:xfrm>
        </p:grpSpPr>
        <p:pic>
          <p:nvPicPr>
            <p:cNvPr id="46" name="그림 45">
              <a:hlinkClick r:id="rId4" action="ppaction://hlinksldjump"/>
              <a:extLst>
                <a:ext uri="{FF2B5EF4-FFF2-40B4-BE49-F238E27FC236}">
                  <a16:creationId xmlns:a16="http://schemas.microsoft.com/office/drawing/2014/main" id="{CC25614B-889C-4FD4-BBB8-D6454796437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709337" y="3041780"/>
              <a:ext cx="2103634" cy="498655"/>
            </a:xfrm>
            <a:prstGeom prst="rect">
              <a:avLst/>
            </a:prstGeom>
          </p:spPr>
        </p:pic>
        <p:sp>
          <p:nvSpPr>
            <p:cNvPr id="47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FFE2C3B9-DF51-4EBE-89CA-F8DC74FED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상처 확인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F85F8A79-A0D0-423D-BCF0-A6B39F254324}"/>
              </a:ext>
            </a:extLst>
          </p:cNvPr>
          <p:cNvGrpSpPr/>
          <p:nvPr/>
        </p:nvGrpSpPr>
        <p:grpSpPr>
          <a:xfrm>
            <a:off x="1078195" y="3597139"/>
            <a:ext cx="2160000" cy="529227"/>
            <a:chOff x="1078195" y="3597139"/>
            <a:chExt cx="2160000" cy="529227"/>
          </a:xfrm>
        </p:grpSpPr>
        <p:pic>
          <p:nvPicPr>
            <p:cNvPr id="50" name="그림 49">
              <a:hlinkClick r:id="rId6" action="ppaction://hlinksldjump"/>
              <a:extLst>
                <a:ext uri="{FF2B5EF4-FFF2-40B4-BE49-F238E27FC236}">
                  <a16:creationId xmlns:a16="http://schemas.microsoft.com/office/drawing/2014/main" id="{D13A8BE4-829E-491A-8E0D-B33E41FBF35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09010" y="3597139"/>
              <a:ext cx="2103388" cy="529227"/>
            </a:xfrm>
            <a:prstGeom prst="rect">
              <a:avLst/>
            </a:prstGeom>
          </p:spPr>
        </p:pic>
        <p:sp>
          <p:nvSpPr>
            <p:cNvPr id="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850F3BF-A399-4E2D-A8A9-89F98530E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662255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쏘임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(Sting)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E7886B7-1A6F-4976-BD7C-C6AC8535C812}"/>
              </a:ext>
            </a:extLst>
          </p:cNvPr>
          <p:cNvGrpSpPr/>
          <p:nvPr/>
        </p:nvGrpSpPr>
        <p:grpSpPr>
          <a:xfrm>
            <a:off x="3681964" y="3597139"/>
            <a:ext cx="2224301" cy="507067"/>
            <a:chOff x="3681964" y="3597139"/>
            <a:chExt cx="2224301" cy="507067"/>
          </a:xfrm>
        </p:grpSpPr>
        <p:pic>
          <p:nvPicPr>
            <p:cNvPr id="53" name="그림 52">
              <a:hlinkClick r:id="rId8" action="ppaction://hlinksldjump"/>
              <a:extLst>
                <a:ext uri="{FF2B5EF4-FFF2-40B4-BE49-F238E27FC236}">
                  <a16:creationId xmlns:a16="http://schemas.microsoft.com/office/drawing/2014/main" id="{29EE0F4C-CDC3-4BB7-9BC3-5B368B875C3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709337" y="3597139"/>
              <a:ext cx="2103634" cy="507067"/>
            </a:xfrm>
            <a:prstGeom prst="rect">
              <a:avLst/>
            </a:prstGeom>
          </p:spPr>
        </p:pic>
        <p:sp>
          <p:nvSpPr>
            <p:cNvPr id="5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630CE27F-850E-4366-91DE-340B8E384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3662255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발진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3E834232-EA72-4FEA-8B5A-A2A73B54AA96}"/>
              </a:ext>
            </a:extLst>
          </p:cNvPr>
          <p:cNvGrpSpPr/>
          <p:nvPr/>
        </p:nvGrpSpPr>
        <p:grpSpPr>
          <a:xfrm>
            <a:off x="1078195" y="4721685"/>
            <a:ext cx="2160000" cy="529227"/>
            <a:chOff x="1078195" y="4721685"/>
            <a:chExt cx="2160000" cy="529227"/>
          </a:xfrm>
        </p:grpSpPr>
        <p:pic>
          <p:nvPicPr>
            <p:cNvPr id="56" name="그림 55">
              <a:extLst>
                <a:ext uri="{FF2B5EF4-FFF2-40B4-BE49-F238E27FC236}">
                  <a16:creationId xmlns:a16="http://schemas.microsoft.com/office/drawing/2014/main" id="{4586BCB3-1307-401D-890B-04FC3BCA74A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09010" y="4721685"/>
              <a:ext cx="2084724" cy="529227"/>
            </a:xfrm>
            <a:prstGeom prst="rect">
              <a:avLst/>
            </a:prstGeom>
          </p:spPr>
        </p:pic>
        <p:sp>
          <p:nvSpPr>
            <p:cNvPr id="57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8BB13A62-79AC-494C-8C93-64CDBAA02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열상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천공</a:t>
              </a: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FD356E7C-A247-47C1-85F3-6DAC6B4E5533}"/>
              </a:ext>
            </a:extLst>
          </p:cNvPr>
          <p:cNvGrpSpPr/>
          <p:nvPr/>
        </p:nvGrpSpPr>
        <p:grpSpPr>
          <a:xfrm>
            <a:off x="3681965" y="4721685"/>
            <a:ext cx="2160000" cy="529227"/>
            <a:chOff x="3681965" y="4721685"/>
            <a:chExt cx="2160000" cy="529227"/>
          </a:xfrm>
        </p:grpSpPr>
        <p:pic>
          <p:nvPicPr>
            <p:cNvPr id="59" name="그림 58">
              <a:hlinkClick r:id="rId12" action="ppaction://hlinksldjump"/>
              <a:extLst>
                <a:ext uri="{FF2B5EF4-FFF2-40B4-BE49-F238E27FC236}">
                  <a16:creationId xmlns:a16="http://schemas.microsoft.com/office/drawing/2014/main" id="{4886FED6-3FC1-417D-A03C-F0A4C86BA69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700491" y="4721685"/>
              <a:ext cx="2112479" cy="529227"/>
            </a:xfrm>
            <a:prstGeom prst="rect">
              <a:avLst/>
            </a:prstGeom>
          </p:spPr>
        </p:pic>
        <p:sp>
          <p:nvSpPr>
            <p:cNvPr id="60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340990E0-93F8-404E-A456-2E54657B3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감염 가능성 확인</a:t>
              </a: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43E8B22D-2B1C-4365-B4E2-D545C43C1F3B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62" name="그림 61">
              <a:hlinkClick r:id="rId14" action="ppaction://hlinksldjump"/>
              <a:extLst>
                <a:ext uri="{FF2B5EF4-FFF2-40B4-BE49-F238E27FC236}">
                  <a16:creationId xmlns:a16="http://schemas.microsoft.com/office/drawing/2014/main" id="{329D638F-16E5-4453-B57A-5E2C8167370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63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495A325B-4254-4D9C-A748-C22B857050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유방의 발적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압통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B2BB436-CD8F-4F8E-8AA3-E0338FD7621F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65" name="그림 64">
              <a:hlinkClick r:id="rId16" action="ppaction://hlinksldjump"/>
              <a:extLst>
                <a:ext uri="{FF2B5EF4-FFF2-40B4-BE49-F238E27FC236}">
                  <a16:creationId xmlns:a16="http://schemas.microsoft.com/office/drawing/2014/main" id="{54E93696-488F-412A-B010-4BDFB008337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66" name="Text Box 10">
              <a:hlinkClick r:id="rId16" action="ppaction://hlinksldjump"/>
              <a:extLst>
                <a:ext uri="{FF2B5EF4-FFF2-40B4-BE49-F238E27FC236}">
                  <a16:creationId xmlns:a16="http://schemas.microsoft.com/office/drawing/2014/main" id="{CA1BB82D-0CDE-4C0E-A6EF-5434456578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혈액이나 체액에 노출</a:t>
              </a: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863AD24A-00CC-44E3-8471-E67A4982CDC5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68" name="그림 67">
              <a:hlinkClick r:id="rId17" action="ppaction://hlinksldjump"/>
              <a:extLst>
                <a:ext uri="{FF2B5EF4-FFF2-40B4-BE49-F238E27FC236}">
                  <a16:creationId xmlns:a16="http://schemas.microsoft.com/office/drawing/2014/main" id="{BC5FA877-D4D1-4E71-8E1B-901D190EF5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69" name="Text Box 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1A736299-343C-4EBE-8180-AE6A11427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스테이플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봉합사 제거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CF0611B3-F4AC-45C0-AE68-E6CA387F55C3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71" name="그림 70">
              <a:hlinkClick r:id="rId18" action="ppaction://hlinksldjump"/>
              <a:extLst>
                <a:ext uri="{FF2B5EF4-FFF2-40B4-BE49-F238E27FC236}">
                  <a16:creationId xmlns:a16="http://schemas.microsoft.com/office/drawing/2014/main" id="{424622F3-F408-43FE-9284-DAB5F6D0F56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72" name="Text Box 10">
              <a:hlinkClick r:id="rId18" action="ppaction://hlinksldjump"/>
              <a:extLst>
                <a:ext uri="{FF2B5EF4-FFF2-40B4-BE49-F238E27FC236}">
                  <a16:creationId xmlns:a16="http://schemas.microsoft.com/office/drawing/2014/main" id="{D5F18C4E-35B8-4A5C-AF93-FE8C302E3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국소성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부종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발적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C66CD4BF-14BD-4BA0-9798-B283EDB213ED}"/>
              </a:ext>
            </a:extLst>
          </p:cNvPr>
          <p:cNvGrpSpPr/>
          <p:nvPr/>
        </p:nvGrpSpPr>
        <p:grpSpPr>
          <a:xfrm>
            <a:off x="1078195" y="5296211"/>
            <a:ext cx="2160000" cy="523086"/>
            <a:chOff x="1078195" y="5296211"/>
            <a:chExt cx="2160000" cy="523086"/>
          </a:xfrm>
        </p:grpSpPr>
        <p:pic>
          <p:nvPicPr>
            <p:cNvPr id="74" name="그림 73">
              <a:hlinkClick r:id="rId19" action="ppaction://hlinksldjump"/>
              <a:extLst>
                <a:ext uri="{FF2B5EF4-FFF2-40B4-BE49-F238E27FC236}">
                  <a16:creationId xmlns:a16="http://schemas.microsoft.com/office/drawing/2014/main" id="{E336AFC0-A538-4A4A-8A8F-B102E744FDF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09010" y="5296211"/>
              <a:ext cx="2084724" cy="523086"/>
            </a:xfrm>
            <a:prstGeom prst="rect">
              <a:avLst/>
            </a:prstGeom>
          </p:spPr>
        </p:pic>
        <p:sp>
          <p:nvSpPr>
            <p:cNvPr id="75" name="Text Box 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7794E094-01DF-48C2-926B-EC6EFE81F4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화상</a:t>
              </a: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3EA006D7-2AFF-4CDE-B2C6-540E12E469BD}"/>
              </a:ext>
            </a:extLst>
          </p:cNvPr>
          <p:cNvGrpSpPr/>
          <p:nvPr/>
        </p:nvGrpSpPr>
        <p:grpSpPr>
          <a:xfrm>
            <a:off x="3681965" y="5284918"/>
            <a:ext cx="2160000" cy="534378"/>
            <a:chOff x="3681965" y="5284918"/>
            <a:chExt cx="2160000" cy="534378"/>
          </a:xfrm>
        </p:grpSpPr>
        <p:pic>
          <p:nvPicPr>
            <p:cNvPr id="77" name="그림 76">
              <a:hlinkClick r:id="rId21" action="ppaction://hlinksldjump"/>
              <a:extLst>
                <a:ext uri="{FF2B5EF4-FFF2-40B4-BE49-F238E27FC236}">
                  <a16:creationId xmlns:a16="http://schemas.microsoft.com/office/drawing/2014/main" id="{81613E70-5B68-4860-9AC7-1A65D5E85B5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709337" y="5284918"/>
              <a:ext cx="2103634" cy="534378"/>
            </a:xfrm>
            <a:prstGeom prst="rect">
              <a:avLst/>
            </a:prstGeom>
          </p:spPr>
        </p:pic>
        <p:sp>
          <p:nvSpPr>
            <p:cNvPr id="78" name="Text Box 10">
              <a:hlinkClick r:id="rId21" action="ppaction://hlinksldjump"/>
              <a:extLst>
                <a:ext uri="{FF2B5EF4-FFF2-40B4-BE49-F238E27FC236}">
                  <a16:creationId xmlns:a16="http://schemas.microsoft.com/office/drawing/2014/main" id="{3AADEF18-4ABE-4BBA-B2C2-5BF23AC32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청색증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E74C5CC-6209-4A36-B16A-1D68CBA3D65F}"/>
              </a:ext>
            </a:extLst>
          </p:cNvPr>
          <p:cNvGrpSpPr/>
          <p:nvPr/>
        </p:nvGrpSpPr>
        <p:grpSpPr>
          <a:xfrm>
            <a:off x="1078195" y="5852224"/>
            <a:ext cx="2160000" cy="531381"/>
            <a:chOff x="1078195" y="5852224"/>
            <a:chExt cx="2160000" cy="531381"/>
          </a:xfrm>
        </p:grpSpPr>
        <p:pic>
          <p:nvPicPr>
            <p:cNvPr id="80" name="그림 79">
              <a:hlinkClick r:id="rId23" action="ppaction://hlinksldjump"/>
              <a:extLst>
                <a:ext uri="{FF2B5EF4-FFF2-40B4-BE49-F238E27FC236}">
                  <a16:creationId xmlns:a16="http://schemas.microsoft.com/office/drawing/2014/main" id="{2787C993-294C-488A-B9DD-5A27A06CDF4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09010" y="5852224"/>
              <a:ext cx="2084724" cy="531381"/>
            </a:xfrm>
            <a:prstGeom prst="rect">
              <a:avLst/>
            </a:prstGeom>
          </p:spPr>
        </p:pic>
        <p:sp>
          <p:nvSpPr>
            <p:cNvPr id="81" name="Text Box 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C61E3883-E087-4596-8A4D-2ACB2914B6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91733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피부의 이물질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333FA26E-168A-4808-84DF-6C8A449118F6}"/>
              </a:ext>
            </a:extLst>
          </p:cNvPr>
          <p:cNvGrpSpPr/>
          <p:nvPr/>
        </p:nvGrpSpPr>
        <p:grpSpPr>
          <a:xfrm>
            <a:off x="3681965" y="5852224"/>
            <a:ext cx="2160000" cy="531381"/>
            <a:chOff x="3681965" y="5852224"/>
            <a:chExt cx="2160000" cy="531381"/>
          </a:xfrm>
        </p:grpSpPr>
        <p:pic>
          <p:nvPicPr>
            <p:cNvPr id="83" name="그림 82">
              <a:hlinkClick r:id="rId25" action="ppaction://hlinksldjump"/>
              <a:extLst>
                <a:ext uri="{FF2B5EF4-FFF2-40B4-BE49-F238E27FC236}">
                  <a16:creationId xmlns:a16="http://schemas.microsoft.com/office/drawing/2014/main" id="{41BCF429-7A0A-4ABA-A794-4767E39F11C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709337" y="5852224"/>
              <a:ext cx="2103634" cy="531381"/>
            </a:xfrm>
            <a:prstGeom prst="rect">
              <a:avLst/>
            </a:prstGeom>
          </p:spPr>
        </p:pic>
        <p:sp>
          <p:nvSpPr>
            <p:cNvPr id="84" name="Text Box 10">
              <a:hlinkClick r:id="rId25" action="ppaction://hlinksldjump"/>
              <a:extLst>
                <a:ext uri="{FF2B5EF4-FFF2-40B4-BE49-F238E27FC236}">
                  <a16:creationId xmlns:a16="http://schemas.microsoft.com/office/drawing/2014/main" id="{97105D0D-78AF-41DE-84A5-EA407467B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591733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소양증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EE08DF7C-447C-498B-B971-81429420F1E2}"/>
              </a:ext>
            </a:extLst>
          </p:cNvPr>
          <p:cNvGrpSpPr/>
          <p:nvPr/>
        </p:nvGrpSpPr>
        <p:grpSpPr>
          <a:xfrm>
            <a:off x="1078195" y="4150156"/>
            <a:ext cx="2160000" cy="529227"/>
            <a:chOff x="1078195" y="4150156"/>
            <a:chExt cx="2160000" cy="529227"/>
          </a:xfrm>
        </p:grpSpPr>
        <p:pic>
          <p:nvPicPr>
            <p:cNvPr id="86" name="그림 85">
              <a:hlinkClick r:id="rId27" action="ppaction://hlinksldjump"/>
              <a:extLst>
                <a:ext uri="{FF2B5EF4-FFF2-40B4-BE49-F238E27FC236}">
                  <a16:creationId xmlns:a16="http://schemas.microsoft.com/office/drawing/2014/main" id="{BED040A2-0E4D-4061-A0A1-5A0A49CC8F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09010" y="4150156"/>
              <a:ext cx="2103388" cy="529227"/>
            </a:xfrm>
            <a:prstGeom prst="rect">
              <a:avLst/>
            </a:prstGeom>
          </p:spPr>
        </p:pic>
        <p:sp>
          <p:nvSpPr>
            <p:cNvPr id="87" name="Text Box 10">
              <a:hlinkClick r:id="rId27" action="ppaction://hlinksldjump"/>
              <a:extLst>
                <a:ext uri="{FF2B5EF4-FFF2-40B4-BE49-F238E27FC236}">
                  <a16:creationId xmlns:a16="http://schemas.microsoft.com/office/drawing/2014/main" id="{A6D83B1F-5ECC-4103-9249-CAFF708E67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찰과상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E043BD33-E75E-414F-9636-46D6F1A53FB6}"/>
              </a:ext>
            </a:extLst>
          </p:cNvPr>
          <p:cNvGrpSpPr/>
          <p:nvPr/>
        </p:nvGrpSpPr>
        <p:grpSpPr>
          <a:xfrm>
            <a:off x="3681965" y="4150156"/>
            <a:ext cx="2160000" cy="540520"/>
            <a:chOff x="3681965" y="4150156"/>
            <a:chExt cx="2160000" cy="540520"/>
          </a:xfrm>
        </p:grpSpPr>
        <p:pic>
          <p:nvPicPr>
            <p:cNvPr id="89" name="그림 88">
              <a:hlinkClick r:id="rId29" action="ppaction://hlinksldjump"/>
              <a:extLst>
                <a:ext uri="{FF2B5EF4-FFF2-40B4-BE49-F238E27FC236}">
                  <a16:creationId xmlns:a16="http://schemas.microsoft.com/office/drawing/2014/main" id="{0FE2940F-8155-41BD-9BEC-562431401D5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709337" y="4150156"/>
              <a:ext cx="2103634" cy="540520"/>
            </a:xfrm>
            <a:prstGeom prst="rect">
              <a:avLst/>
            </a:prstGeom>
          </p:spPr>
        </p:pic>
        <p:sp>
          <p:nvSpPr>
            <p:cNvPr id="90" name="Text Box 10">
              <a:hlinkClick r:id="rId29" action="ppaction://hlinksldjump"/>
              <a:extLst>
                <a:ext uri="{FF2B5EF4-FFF2-40B4-BE49-F238E27FC236}">
                  <a16:creationId xmlns:a16="http://schemas.microsoft.com/office/drawing/2014/main" id="{8B7D806A-709E-4484-90C6-07F9BE602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혹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돌기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굳은 살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FF686A36-90CC-4DFB-8CA3-58B7D907403B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92" name="그림 91">
              <a:hlinkClick r:id="rId31" action="ppaction://hlinksldjump"/>
              <a:extLst>
                <a:ext uri="{FF2B5EF4-FFF2-40B4-BE49-F238E27FC236}">
                  <a16:creationId xmlns:a16="http://schemas.microsoft.com/office/drawing/2014/main" id="{8D62B791-D302-4438-B6A5-18B9072502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93" name="Text Box 10">
              <a:hlinkClick r:id="rId31" action="ppaction://hlinksldjump"/>
              <a:extLst>
                <a:ext uri="{FF2B5EF4-FFF2-40B4-BE49-F238E27FC236}">
                  <a16:creationId xmlns:a16="http://schemas.microsoft.com/office/drawing/2014/main" id="{6A377619-B2F6-4079-9598-ECD21270A8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외상없이 저절로 멍듦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BBF63F6D-C9B0-417B-ACC8-CBF3EF870DF5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95" name="그림 94">
              <a:hlinkClick r:id="rId32" action="ppaction://hlinksldjump"/>
              <a:extLst>
                <a:ext uri="{FF2B5EF4-FFF2-40B4-BE49-F238E27FC236}">
                  <a16:creationId xmlns:a16="http://schemas.microsoft.com/office/drawing/2014/main" id="{E4995C7C-F701-453B-A886-DAC2F587DA8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96" name="Text Box 10">
              <a:hlinkClick r:id="rId32" action="ppaction://hlinksldjump"/>
              <a:extLst>
                <a:ext uri="{FF2B5EF4-FFF2-40B4-BE49-F238E27FC236}">
                  <a16:creationId xmlns:a16="http://schemas.microsoft.com/office/drawing/2014/main" id="{36B8336E-EF55-418E-99B2-5E2A8D5F6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기타 피부 상태</a:t>
              </a:r>
            </a:p>
          </p:txBody>
        </p: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73BA402C-5680-487F-8E28-52456B18F5B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862362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>
            <a:extLst>
              <a:ext uri="{FF2B5EF4-FFF2-40B4-BE49-F238E27FC236}">
                <a16:creationId xmlns:a16="http://schemas.microsoft.com/office/drawing/2014/main" id="{3D4CC1FF-8D15-4F32-BC6F-0BF1CF1A9945}"/>
              </a:ext>
            </a:extLst>
          </p:cNvPr>
          <p:cNvGrpSpPr/>
          <p:nvPr/>
        </p:nvGrpSpPr>
        <p:grpSpPr>
          <a:xfrm>
            <a:off x="1078195" y="3585150"/>
            <a:ext cx="2160000" cy="521932"/>
            <a:chOff x="1078195" y="3585150"/>
            <a:chExt cx="2160000" cy="521932"/>
          </a:xfrm>
        </p:grpSpPr>
        <p:pic>
          <p:nvPicPr>
            <p:cNvPr id="43" name="그림 42">
              <a:hlinkClick r:id="rId2" action="ppaction://hlinksldjump"/>
              <a:extLst>
                <a:ext uri="{FF2B5EF4-FFF2-40B4-BE49-F238E27FC236}">
                  <a16:creationId xmlns:a16="http://schemas.microsoft.com/office/drawing/2014/main" id="{AA5FB1EF-C465-4328-B18D-CC26BD7C378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85150"/>
              <a:ext cx="2121006" cy="521932"/>
            </a:xfrm>
            <a:prstGeom prst="rect">
              <a:avLst/>
            </a:prstGeom>
          </p:spPr>
        </p:pic>
        <p:sp>
          <p:nvSpPr>
            <p:cNvPr id="4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1AE1F729-B801-49EB-A515-FA1B67998A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653153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열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7FDE2F76-0600-4667-B5AF-7B527C852B36}"/>
              </a:ext>
            </a:extLst>
          </p:cNvPr>
          <p:cNvGrpSpPr/>
          <p:nvPr/>
        </p:nvGrpSpPr>
        <p:grpSpPr>
          <a:xfrm>
            <a:off x="3681965" y="3585149"/>
            <a:ext cx="2161576" cy="521933"/>
            <a:chOff x="3681965" y="3585149"/>
            <a:chExt cx="2161576" cy="521933"/>
          </a:xfrm>
        </p:grpSpPr>
        <p:pic>
          <p:nvPicPr>
            <p:cNvPr id="46" name="그림 45">
              <a:hlinkClick r:id="rId4" action="ppaction://hlinksldjump"/>
              <a:extLst>
                <a:ext uri="{FF2B5EF4-FFF2-40B4-BE49-F238E27FC236}">
                  <a16:creationId xmlns:a16="http://schemas.microsoft.com/office/drawing/2014/main" id="{CC25614B-889C-4FD4-BBB8-D6454796437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3585149"/>
              <a:ext cx="2160000" cy="521933"/>
            </a:xfrm>
            <a:prstGeom prst="rect">
              <a:avLst/>
            </a:prstGeom>
          </p:spPr>
        </p:pic>
        <p:sp>
          <p:nvSpPr>
            <p:cNvPr id="47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FFE2C3B9-DF51-4EBE-89CA-F8DC74FED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3653153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드레싱 교체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F3939F55-3E90-4A34-8601-26162C04F7F3}"/>
              </a:ext>
            </a:extLst>
          </p:cNvPr>
          <p:cNvGrpSpPr/>
          <p:nvPr/>
        </p:nvGrpSpPr>
        <p:grpSpPr>
          <a:xfrm>
            <a:off x="1078195" y="4155337"/>
            <a:ext cx="2161576" cy="521932"/>
            <a:chOff x="1078195" y="4155337"/>
            <a:chExt cx="2161576" cy="521932"/>
          </a:xfrm>
        </p:grpSpPr>
        <p:pic>
          <p:nvPicPr>
            <p:cNvPr id="50" name="그림 49">
              <a:hlinkClick r:id="rId6" action="ppaction://hlinksldjump"/>
              <a:extLst>
                <a:ext uri="{FF2B5EF4-FFF2-40B4-BE49-F238E27FC236}">
                  <a16:creationId xmlns:a16="http://schemas.microsoft.com/office/drawing/2014/main" id="{D13A8BE4-829E-491A-8E0D-B33E41FBF35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55337"/>
              <a:ext cx="2160000" cy="521932"/>
            </a:xfrm>
            <a:prstGeom prst="rect">
              <a:avLst/>
            </a:prstGeom>
          </p:spPr>
        </p:pic>
        <p:sp>
          <p:nvSpPr>
            <p:cNvPr id="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850F3BF-A399-4E2D-A8A9-89F98530E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22285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고혈당	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20FE0A0-D9CD-4142-9636-D0AB51B9CBB1}"/>
              </a:ext>
            </a:extLst>
          </p:cNvPr>
          <p:cNvGrpSpPr/>
          <p:nvPr/>
        </p:nvGrpSpPr>
        <p:grpSpPr>
          <a:xfrm>
            <a:off x="3681964" y="4154289"/>
            <a:ext cx="2224301" cy="522980"/>
            <a:chOff x="3681964" y="4154289"/>
            <a:chExt cx="2224301" cy="522980"/>
          </a:xfrm>
        </p:grpSpPr>
        <p:pic>
          <p:nvPicPr>
            <p:cNvPr id="53" name="그림 52">
              <a:hlinkClick r:id="rId7" action="ppaction://hlinksldjump"/>
              <a:extLst>
                <a:ext uri="{FF2B5EF4-FFF2-40B4-BE49-F238E27FC236}">
                  <a16:creationId xmlns:a16="http://schemas.microsoft.com/office/drawing/2014/main" id="{29EE0F4C-CDC3-4BB7-9BC3-5B368B875C3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154289"/>
              <a:ext cx="2160000" cy="522980"/>
            </a:xfrm>
            <a:prstGeom prst="rect">
              <a:avLst/>
            </a:prstGeom>
          </p:spPr>
        </p:pic>
        <p:sp>
          <p:nvSpPr>
            <p:cNvPr id="5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30CE27F-850E-4366-91DE-340B8E384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4222857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의료 장비 문제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2B3F6F1-5EDB-4FA9-82C5-2577CF7652F1}"/>
              </a:ext>
            </a:extLst>
          </p:cNvPr>
          <p:cNvGrpSpPr/>
          <p:nvPr/>
        </p:nvGrpSpPr>
        <p:grpSpPr>
          <a:xfrm>
            <a:off x="6232660" y="3032382"/>
            <a:ext cx="2161576" cy="526204"/>
            <a:chOff x="6232660" y="3032382"/>
            <a:chExt cx="2161576" cy="526204"/>
          </a:xfrm>
        </p:grpSpPr>
        <p:pic>
          <p:nvPicPr>
            <p:cNvPr id="98" name="그림 97">
              <a:hlinkClick r:id="rId8" action="ppaction://hlinksldjump"/>
              <a:extLst>
                <a:ext uri="{FF2B5EF4-FFF2-40B4-BE49-F238E27FC236}">
                  <a16:creationId xmlns:a16="http://schemas.microsoft.com/office/drawing/2014/main" id="{E4FC2D7E-E3EF-427C-81C6-C8D70D69546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8794" b="8156"/>
            <a:stretch/>
          </p:blipFill>
          <p:spPr>
            <a:xfrm>
              <a:off x="6234236" y="3032382"/>
              <a:ext cx="2160000" cy="526204"/>
            </a:xfrm>
            <a:prstGeom prst="rect">
              <a:avLst/>
            </a:prstGeom>
          </p:spPr>
        </p:pic>
        <p:sp>
          <p:nvSpPr>
            <p:cNvPr id="99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D363340-E3F2-47C7-92C7-6F5E62CE80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2660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반지 제거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150D737-FACF-4E4B-B646-83A5BFDEB08F}"/>
              </a:ext>
            </a:extLst>
          </p:cNvPr>
          <p:cNvGrpSpPr/>
          <p:nvPr/>
        </p:nvGrpSpPr>
        <p:grpSpPr>
          <a:xfrm>
            <a:off x="6232659" y="3585149"/>
            <a:ext cx="2224301" cy="535223"/>
            <a:chOff x="6232659" y="3585149"/>
            <a:chExt cx="2224301" cy="535223"/>
          </a:xfrm>
        </p:grpSpPr>
        <p:pic>
          <p:nvPicPr>
            <p:cNvPr id="101" name="그림 10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70A46F-4FBE-4BDE-8C19-61C0633494E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34236" y="3585149"/>
              <a:ext cx="2160000" cy="535223"/>
            </a:xfrm>
            <a:prstGeom prst="rect">
              <a:avLst/>
            </a:prstGeom>
          </p:spPr>
        </p:pic>
        <p:sp>
          <p:nvSpPr>
            <p:cNvPr id="102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78558A89-B093-4449-B261-8B257C5CE9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2659" y="3653153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비정상 검사 결과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B344C008-5888-4FFF-9005-080D89B8E32C}"/>
              </a:ext>
            </a:extLst>
          </p:cNvPr>
          <p:cNvGrpSpPr/>
          <p:nvPr/>
        </p:nvGrpSpPr>
        <p:grpSpPr>
          <a:xfrm>
            <a:off x="8895649" y="3011069"/>
            <a:ext cx="2161576" cy="547517"/>
            <a:chOff x="8895649" y="3011069"/>
            <a:chExt cx="2161576" cy="547517"/>
          </a:xfrm>
        </p:grpSpPr>
        <p:pic>
          <p:nvPicPr>
            <p:cNvPr id="104" name="그림 103">
              <a:hlinkClick r:id="rId12" action="ppaction://hlinksldjump"/>
              <a:extLst>
                <a:ext uri="{FF2B5EF4-FFF2-40B4-BE49-F238E27FC236}">
                  <a16:creationId xmlns:a16="http://schemas.microsoft.com/office/drawing/2014/main" id="{A4E3F437-245B-42A0-9C13-E1C6C6E7468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897225" y="3011069"/>
              <a:ext cx="2160000" cy="547517"/>
            </a:xfrm>
            <a:prstGeom prst="rect">
              <a:avLst/>
            </a:prstGeom>
          </p:spPr>
        </p:pic>
        <p:sp>
          <p:nvSpPr>
            <p:cNvPr id="105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09D78C8F-3C63-4899-A2F3-0AA669E0F9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5649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창백함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빈혈</a:t>
              </a: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2C78E232-11A1-4B2B-A9EA-31154B7B4CFB}"/>
              </a:ext>
            </a:extLst>
          </p:cNvPr>
          <p:cNvGrpSpPr/>
          <p:nvPr/>
        </p:nvGrpSpPr>
        <p:grpSpPr>
          <a:xfrm>
            <a:off x="8895648" y="3571859"/>
            <a:ext cx="2224301" cy="535223"/>
            <a:chOff x="8895648" y="3571859"/>
            <a:chExt cx="2224301" cy="535223"/>
          </a:xfrm>
        </p:grpSpPr>
        <p:pic>
          <p:nvPicPr>
            <p:cNvPr id="107" name="그림 106">
              <a:hlinkClick r:id="rId14" action="ppaction://hlinksldjump"/>
              <a:extLst>
                <a:ext uri="{FF2B5EF4-FFF2-40B4-BE49-F238E27FC236}">
                  <a16:creationId xmlns:a16="http://schemas.microsoft.com/office/drawing/2014/main" id="{D783FF52-E245-4107-A75F-5DD6107659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897225" y="3571859"/>
              <a:ext cx="2160000" cy="535223"/>
            </a:xfrm>
            <a:prstGeom prst="rect">
              <a:avLst/>
            </a:prstGeom>
          </p:spPr>
        </p:pic>
        <p:sp>
          <p:nvSpPr>
            <p:cNvPr id="108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5BDE5670-F222-474E-8556-FAB001A41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5648" y="3653153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수술 후 합병증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27AD96-487F-4339-8DDD-A624AC66963B}"/>
              </a:ext>
            </a:extLst>
          </p:cNvPr>
          <p:cNvGrpSpPr/>
          <p:nvPr/>
        </p:nvGrpSpPr>
        <p:grpSpPr>
          <a:xfrm>
            <a:off x="1078195" y="3002666"/>
            <a:ext cx="4789079" cy="559946"/>
            <a:chOff x="1078195" y="3002666"/>
            <a:chExt cx="4789079" cy="559946"/>
          </a:xfrm>
        </p:grpSpPr>
        <p:pic>
          <p:nvPicPr>
            <p:cNvPr id="113" name="그림 112">
              <a:hlinkClick r:id="rId16" action="ppaction://hlinksldjump"/>
              <a:extLst>
                <a:ext uri="{FF2B5EF4-FFF2-40B4-BE49-F238E27FC236}">
                  <a16:creationId xmlns:a16="http://schemas.microsoft.com/office/drawing/2014/main" id="{2C961437-1941-48F2-8FC5-AF81DD3BC2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2" y="3002666"/>
              <a:ext cx="4787502" cy="559946"/>
            </a:xfrm>
            <a:prstGeom prst="rect">
              <a:avLst/>
            </a:prstGeom>
          </p:spPr>
        </p:pic>
        <p:sp>
          <p:nvSpPr>
            <p:cNvPr id="114" name="Text Box 10">
              <a:hlinkClick r:id="rId16" action="ppaction://hlinksldjump"/>
              <a:extLst>
                <a:ext uri="{FF2B5EF4-FFF2-40B4-BE49-F238E27FC236}">
                  <a16:creationId xmlns:a16="http://schemas.microsoft.com/office/drawing/2014/main" id="{C8EF01D3-809F-43C0-A85B-1B03E7A043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095908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감염성 질환에 노출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9E622A39-05A3-416A-9F45-35CF491DDF6F}"/>
              </a:ext>
            </a:extLst>
          </p:cNvPr>
          <p:cNvGrpSpPr/>
          <p:nvPr/>
        </p:nvGrpSpPr>
        <p:grpSpPr>
          <a:xfrm>
            <a:off x="1078195" y="5259350"/>
            <a:ext cx="4789079" cy="559946"/>
            <a:chOff x="1078195" y="5259350"/>
            <a:chExt cx="4789079" cy="559946"/>
          </a:xfrm>
        </p:grpSpPr>
        <p:pic>
          <p:nvPicPr>
            <p:cNvPr id="116" name="그림 115">
              <a:hlinkClick r:id="rId18" action="ppaction://hlinksldjump"/>
              <a:extLst>
                <a:ext uri="{FF2B5EF4-FFF2-40B4-BE49-F238E27FC236}">
                  <a16:creationId xmlns:a16="http://schemas.microsoft.com/office/drawing/2014/main" id="{4084B770-C7BC-452A-BF04-8ECACF7A4F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2" y="5259350"/>
              <a:ext cx="4787502" cy="559946"/>
            </a:xfrm>
            <a:prstGeom prst="rect">
              <a:avLst/>
            </a:prstGeom>
          </p:spPr>
        </p:pic>
        <p:sp>
          <p:nvSpPr>
            <p:cNvPr id="117" name="Text Box 10">
              <a:hlinkClick r:id="rId18" action="ppaction://hlinksldjump"/>
              <a:extLst>
                <a:ext uri="{FF2B5EF4-FFF2-40B4-BE49-F238E27FC236}">
                  <a16:creationId xmlns:a16="http://schemas.microsoft.com/office/drawing/2014/main" id="{A4E8CDC7-0E3C-437C-BF38-17FD4A0823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 진료를 위해서 의뢰된 환자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373526A-5E98-4EB4-880B-DCAE83ECE37C}"/>
              </a:ext>
            </a:extLst>
          </p:cNvPr>
          <p:cNvGrpSpPr/>
          <p:nvPr/>
        </p:nvGrpSpPr>
        <p:grpSpPr>
          <a:xfrm>
            <a:off x="1078195" y="5823659"/>
            <a:ext cx="4789079" cy="559946"/>
            <a:chOff x="1078195" y="5823659"/>
            <a:chExt cx="4789079" cy="559946"/>
          </a:xfrm>
        </p:grpSpPr>
        <p:pic>
          <p:nvPicPr>
            <p:cNvPr id="119" name="그림 118">
              <a:hlinkClick r:id="rId19" action="ppaction://hlinksldjump"/>
              <a:extLst>
                <a:ext uri="{FF2B5EF4-FFF2-40B4-BE49-F238E27FC236}">
                  <a16:creationId xmlns:a16="http://schemas.microsoft.com/office/drawing/2014/main" id="{2341C437-585B-4B8B-B21B-57F15CFD6A9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2" y="5823659"/>
              <a:ext cx="4787502" cy="559946"/>
            </a:xfrm>
            <a:prstGeom prst="rect">
              <a:avLst/>
            </a:prstGeom>
          </p:spPr>
        </p:pic>
        <p:sp>
          <p:nvSpPr>
            <p:cNvPr id="120" name="Text Box 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C8347244-1333-47EC-AACC-C3800EB2D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영상 검사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검사실 검사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9D55FB2-A3E6-4E27-AB8E-53F7D327DD33}"/>
              </a:ext>
            </a:extLst>
          </p:cNvPr>
          <p:cNvGrpSpPr/>
          <p:nvPr/>
        </p:nvGrpSpPr>
        <p:grpSpPr>
          <a:xfrm>
            <a:off x="1078195" y="4725524"/>
            <a:ext cx="2161576" cy="521932"/>
            <a:chOff x="1078195" y="4725524"/>
            <a:chExt cx="2161576" cy="521932"/>
          </a:xfrm>
        </p:grpSpPr>
        <p:pic>
          <p:nvPicPr>
            <p:cNvPr id="122" name="그림 1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1DD6E423-E06B-41D8-94FA-87046425FEB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725524"/>
              <a:ext cx="2160000" cy="521932"/>
            </a:xfrm>
            <a:prstGeom prst="rect">
              <a:avLst/>
            </a:prstGeom>
          </p:spPr>
        </p:pic>
        <p:sp>
          <p:nvSpPr>
            <p:cNvPr id="123" name="Text Box 10">
              <a:hlinkClick r:id="rId20" action="ppaction://hlinksldjump"/>
              <a:extLst>
                <a:ext uri="{FF2B5EF4-FFF2-40B4-BE49-F238E27FC236}">
                  <a16:creationId xmlns:a16="http://schemas.microsoft.com/office/drawing/2014/main" id="{00DAE1D2-21D4-4C5C-B004-A11FFA3E1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792561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저혈당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917D627-6F2D-47F6-84A6-0971552C8361}"/>
              </a:ext>
            </a:extLst>
          </p:cNvPr>
          <p:cNvGrpSpPr/>
          <p:nvPr/>
        </p:nvGrpSpPr>
        <p:grpSpPr>
          <a:xfrm>
            <a:off x="3681964" y="4725524"/>
            <a:ext cx="2224301" cy="521932"/>
            <a:chOff x="3681964" y="4725524"/>
            <a:chExt cx="2224301" cy="521932"/>
          </a:xfrm>
        </p:grpSpPr>
        <p:pic>
          <p:nvPicPr>
            <p:cNvPr id="125" name="그림 124">
              <a:hlinkClick r:id="rId21" action="ppaction://hlinksldjump"/>
              <a:extLst>
                <a:ext uri="{FF2B5EF4-FFF2-40B4-BE49-F238E27FC236}">
                  <a16:creationId xmlns:a16="http://schemas.microsoft.com/office/drawing/2014/main" id="{4A9987CE-E978-4FF2-ABB4-AC330CD7B9F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725524"/>
              <a:ext cx="2160000" cy="521932"/>
            </a:xfrm>
            <a:prstGeom prst="rect">
              <a:avLst/>
            </a:prstGeom>
          </p:spPr>
        </p:pic>
        <p:sp>
          <p:nvSpPr>
            <p:cNvPr id="126" name="Text Box 10">
              <a:hlinkClick r:id="rId21" action="ppaction://hlinksldjump"/>
              <a:extLst>
                <a:ext uri="{FF2B5EF4-FFF2-40B4-BE49-F238E27FC236}">
                  <a16:creationId xmlns:a16="http://schemas.microsoft.com/office/drawing/2014/main" id="{00466575-0DD2-4788-8CA8-92D5D75EA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4792561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spc="-1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처방전 </a:t>
              </a:r>
              <a:r>
                <a:rPr lang="en-US" altLang="ko-KR" sz="1600" b="1" spc="-1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spc="-1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투약 문의</a:t>
              </a: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6D794205-65E2-4609-B38F-C060464EA488}"/>
              </a:ext>
            </a:extLst>
          </p:cNvPr>
          <p:cNvGrpSpPr/>
          <p:nvPr/>
        </p:nvGrpSpPr>
        <p:grpSpPr>
          <a:xfrm>
            <a:off x="6274196" y="5826915"/>
            <a:ext cx="4789082" cy="582483"/>
            <a:chOff x="6274196" y="5115856"/>
            <a:chExt cx="4789082" cy="582483"/>
          </a:xfrm>
        </p:grpSpPr>
        <p:pic>
          <p:nvPicPr>
            <p:cNvPr id="57" name="그림 56" descr="텍스트이(가) 표시된 사진&#10;&#10;자동 생성된 설명">
              <a:extLst>
                <a:ext uri="{FF2B5EF4-FFF2-40B4-BE49-F238E27FC236}">
                  <a16:creationId xmlns:a16="http://schemas.microsoft.com/office/drawing/2014/main" id="{8B33B593-1C63-40EA-9ABD-D01F6B3AABF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58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005A41CB-DEE8-4604-9F2E-D6A08500C7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방금 태어난 신생아</a:t>
              </a: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3ED0C35C-A4F3-4CB8-B593-A5F88011502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C5B86629-06BB-4130-8089-905993B0333A}"/>
              </a:ext>
            </a:extLst>
          </p:cNvPr>
          <p:cNvGrpSpPr/>
          <p:nvPr/>
        </p:nvGrpSpPr>
        <p:grpSpPr>
          <a:xfrm>
            <a:off x="6273691" y="4131187"/>
            <a:ext cx="4789079" cy="559946"/>
            <a:chOff x="6273691" y="4131187"/>
            <a:chExt cx="4789079" cy="559946"/>
          </a:xfrm>
        </p:grpSpPr>
        <p:pic>
          <p:nvPicPr>
            <p:cNvPr id="62" name="그림 6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A78759C-18A2-450D-AE30-35D392B9879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1187"/>
              <a:ext cx="4787502" cy="559946"/>
            </a:xfrm>
            <a:prstGeom prst="rect">
              <a:avLst/>
            </a:prstGeom>
          </p:spPr>
        </p:pic>
        <p:sp>
          <p:nvSpPr>
            <p:cNvPr id="63" name="Text Box 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66E0B4F0-0367-4C95-B9D8-DAD5861CE8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442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경증 또는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비특이적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증상 호소</a:t>
              </a: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92FF2600-036B-41EF-ABEC-012C004EEB32}"/>
              </a:ext>
            </a:extLst>
          </p:cNvPr>
          <p:cNvGrpSpPr/>
          <p:nvPr/>
        </p:nvGrpSpPr>
        <p:grpSpPr>
          <a:xfrm>
            <a:off x="6274196" y="4691237"/>
            <a:ext cx="4789082" cy="582483"/>
            <a:chOff x="6274196" y="5115856"/>
            <a:chExt cx="4789082" cy="582483"/>
          </a:xfrm>
        </p:grpSpPr>
        <p:pic>
          <p:nvPicPr>
            <p:cNvPr id="72" name="그림 71" descr="텍스트이(가) 표시된 사진&#10;&#10;자동 생성된 설명">
              <a:extLst>
                <a:ext uri="{FF2B5EF4-FFF2-40B4-BE49-F238E27FC236}">
                  <a16:creationId xmlns:a16="http://schemas.microsoft.com/office/drawing/2014/main" id="{645FE40B-1247-4510-9786-34400A90C67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73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3E829FCA-2CC7-44F2-BF27-09FA39CA5F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영유아의 달랠 수 없는 울음</a:t>
              </a: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F9627FBE-E984-4867-A15B-FE67C95B592C}"/>
              </a:ext>
            </a:extLst>
          </p:cNvPr>
          <p:cNvGrpSpPr/>
          <p:nvPr/>
        </p:nvGrpSpPr>
        <p:grpSpPr>
          <a:xfrm>
            <a:off x="6274196" y="5259076"/>
            <a:ext cx="4789082" cy="582483"/>
            <a:chOff x="6274196" y="5115856"/>
            <a:chExt cx="4789082" cy="582483"/>
          </a:xfrm>
        </p:grpSpPr>
        <p:pic>
          <p:nvPicPr>
            <p:cNvPr id="75" name="그림 74" descr="텍스트이(가) 표시된 사진&#10;&#10;자동 생성된 설명">
              <a:extLst>
                <a:ext uri="{FF2B5EF4-FFF2-40B4-BE49-F238E27FC236}">
                  <a16:creationId xmlns:a16="http://schemas.microsoft.com/office/drawing/2014/main" id="{ABFEC359-EE76-46B6-B13A-A11398403DA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24729" y="5115856"/>
              <a:ext cx="4738549" cy="582483"/>
            </a:xfrm>
            <a:prstGeom prst="rect">
              <a:avLst/>
            </a:prstGeom>
          </p:spPr>
        </p:pic>
        <p:sp>
          <p:nvSpPr>
            <p:cNvPr id="76" name="Text Box 10">
              <a:hlinkClick r:id="" action="ppaction://noaction"/>
              <a:extLst>
                <a:ext uri="{FF2B5EF4-FFF2-40B4-BE49-F238E27FC236}">
                  <a16:creationId xmlns:a16="http://schemas.microsoft.com/office/drawing/2014/main" id="{F568CECA-C569-43B3-8031-9627EB16F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소아의 선천적 문제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314846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62350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51671CD4-BDCF-44F0-8092-1ED458C6C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3732800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심정지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비외상성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심폐소생술의 대상이 아닌 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45" name="직사각형 44">
            <a:extLst>
              <a:ext uri="{FF2B5EF4-FFF2-40B4-BE49-F238E27FC236}">
                <a16:creationId xmlns:a16="http://schemas.microsoft.com/office/drawing/2014/main" id="{169894B3-E8B6-47B1-A1B7-9E139C582D7A}"/>
              </a:ext>
            </a:extLst>
          </p:cNvPr>
          <p:cNvSpPr/>
          <p:nvPr/>
        </p:nvSpPr>
        <p:spPr>
          <a:xfrm>
            <a:off x="7449668" y="2324871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DF37F8C1-5631-49E5-89F4-651864B308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5023555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CE5F4735-FFAE-4785-BE03-34FFA74C525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5335181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449816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51671CD4-BDCF-44F0-8092-1ED458C6C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973730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심정지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심폐소생술의 대상이 아닌 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45" name="직사각형 44">
            <a:extLst>
              <a:ext uri="{FF2B5EF4-FFF2-40B4-BE49-F238E27FC236}">
                <a16:creationId xmlns:a16="http://schemas.microsoft.com/office/drawing/2014/main" id="{169894B3-E8B6-47B1-A1B7-9E139C582D7A}"/>
              </a:ext>
            </a:extLst>
          </p:cNvPr>
          <p:cNvSpPr/>
          <p:nvPr/>
        </p:nvSpPr>
        <p:spPr>
          <a:xfrm>
            <a:off x="7449668" y="2324871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DF37F8C1-5631-49E5-89F4-651864B308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1023669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2CEC0E0B-38FA-479D-9E02-5D76A369524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0717979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461731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심장성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406194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심장성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흉통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05D6BCB-8D63-4062-9399-16D34ED08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2962714"/>
              </p:ext>
            </p:extLst>
          </p:nvPr>
        </p:nvGraphicFramePr>
        <p:xfrm>
          <a:off x="1350334" y="2107950"/>
          <a:ext cx="5063884" cy="2290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8E55379-888D-42CE-A586-C91D2CD83E1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0898081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623889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비심장성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9353487"/>
              </p:ext>
            </p:extLst>
          </p:nvPr>
        </p:nvGraphicFramePr>
        <p:xfrm>
          <a:off x="6774581" y="2107952"/>
          <a:ext cx="4745666" cy="309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심각한 가슴 통증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잡아 째는</a:t>
                      </a: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찢어지는 통증</a:t>
                      </a: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5" marB="4571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5" marB="4571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461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비심장성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5" marB="4571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657873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288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05D6BCB-8D63-4062-9399-16D34ED08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562527"/>
              </p:ext>
            </p:extLst>
          </p:nvPr>
        </p:nvGraphicFramePr>
        <p:xfrm>
          <a:off x="1350334" y="2107950"/>
          <a:ext cx="5063884" cy="414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74413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86776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3235058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8571602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749289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523748"/>
                  </a:ext>
                </a:extLst>
              </a:tr>
              <a:tr h="74413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1669600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9640778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0426270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0785043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71833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3683193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494985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5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099912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5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9408712"/>
                  </a:ext>
                </a:extLst>
              </a:tr>
              <a:tr h="8929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5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446532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9460F437-42A1-49FA-88C5-F51EBDCC94AF}"/>
              </a:ext>
            </a:extLst>
          </p:cNvPr>
          <p:cNvGrpSpPr/>
          <p:nvPr/>
        </p:nvGrpSpPr>
        <p:grpSpPr>
          <a:xfrm>
            <a:off x="6761172" y="5292990"/>
            <a:ext cx="4404969" cy="288244"/>
            <a:chOff x="6814337" y="5235856"/>
            <a:chExt cx="4404969" cy="288244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24F423C-70DC-4502-B137-B02803316999}"/>
                </a:ext>
              </a:extLst>
            </p:cNvPr>
            <p:cNvSpPr txBox="1"/>
            <p:nvPr/>
          </p:nvSpPr>
          <p:spPr>
            <a:xfrm>
              <a:off x="7248952" y="5247101"/>
              <a:ext cx="3970354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흉벽의 통증은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말초성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통증임을 유의할 것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CA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7" name="그림 6" descr="화살이(가) 표시된 사진&#10;&#10;자동 생성된 설명">
              <a:extLst>
                <a:ext uri="{FF2B5EF4-FFF2-40B4-BE49-F238E27FC236}">
                  <a16:creationId xmlns:a16="http://schemas.microsoft.com/office/drawing/2014/main" id="{187AC57D-E9B9-4CC8-8FFD-5139067DD92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55A3659-7704-43A6-8849-258B9473BE8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3263583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404152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심계항진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불규칙한 심장박동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8293901"/>
              </p:ext>
            </p:extLst>
          </p:nvPr>
        </p:nvGraphicFramePr>
        <p:xfrm>
          <a:off x="6774581" y="2107952"/>
          <a:ext cx="4745666" cy="34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심장성 가슴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00667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치명적일 수 있는 부정맥의 병력이나 기록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심계항진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현재는 회복된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461190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327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05D6BCB-8D63-4062-9399-16D34ED08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45404"/>
              </p:ext>
            </p:extLst>
          </p:nvPr>
        </p:nvGraphicFramePr>
        <p:xfrm>
          <a:off x="1350334" y="2107950"/>
          <a:ext cx="5063884" cy="2693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85D4D09-5D53-4747-8773-D20055F3567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2932131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250039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고혈압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673702"/>
              </p:ext>
            </p:extLst>
          </p:nvPr>
        </p:nvGraphicFramePr>
        <p:xfrm>
          <a:off x="6774581" y="2107952"/>
          <a:ext cx="4745666" cy="40585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고혈압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≥220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 130)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 있음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중 한가지 존재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숨참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혼미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구역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구토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00667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고혈압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≥220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130),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동반된 다른 증상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고혈압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200-220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그리고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110-130),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고혈압 증상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고혈압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200-220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그리고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이완기혈압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110-130)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무증상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461190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3844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05D6BCB-8D63-4062-9399-16D34ED08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5759096"/>
              </p:ext>
            </p:extLst>
          </p:nvPr>
        </p:nvGraphicFramePr>
        <p:xfrm>
          <a:off x="1350334" y="2107950"/>
          <a:ext cx="5063884" cy="2693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36C64F5-B51D-49F0-99AF-3CEF9DB9096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044152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656623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 쇠약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9398787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탈수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갑자기 보행이 어려움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탈수의 가능성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쇠약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461190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05D6BCB-8D63-4062-9399-16D34ED08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1185469"/>
              </p:ext>
            </p:extLst>
          </p:nvPr>
        </p:nvGraphicFramePr>
        <p:xfrm>
          <a:off x="1350334" y="2107950"/>
          <a:ext cx="5063884" cy="29000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184169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AC44A094-27AB-484A-8EAF-809698CDA49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94B843A-6BD4-4A84-8D97-7987CF26E00D}"/>
              </a:ext>
            </a:extLst>
          </p:cNvPr>
          <p:cNvGrpSpPr/>
          <p:nvPr/>
        </p:nvGrpSpPr>
        <p:grpSpPr>
          <a:xfrm>
            <a:off x="6722536" y="5228489"/>
            <a:ext cx="4836341" cy="428845"/>
            <a:chOff x="6722536" y="5228489"/>
            <a:chExt cx="4836341" cy="428845"/>
          </a:xfrm>
        </p:grpSpPr>
        <p:pic>
          <p:nvPicPr>
            <p:cNvPr id="4" name="그림 3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73653F35-F102-4C14-9E6A-BD9DB83D682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5228489"/>
              <a:ext cx="4836341" cy="428845"/>
            </a:xfrm>
            <a:prstGeom prst="rect">
              <a:avLst/>
            </a:prstGeom>
          </p:spPr>
        </p:pic>
        <p:sp>
          <p:nvSpPr>
            <p:cNvPr id="21" name="TextBox 20">
              <a:hlinkClick r:id="rId3" action="ppaction://hlinksldjump"/>
              <a:extLst>
                <a:ext uri="{FF2B5EF4-FFF2-40B4-BE49-F238E27FC236}">
                  <a16:creationId xmlns:a16="http://schemas.microsoft.com/office/drawing/2014/main" id="{8CA958C2-5604-4ADC-810B-A3AAA028EE3F}"/>
                </a:ext>
              </a:extLst>
            </p:cNvPr>
            <p:cNvSpPr txBox="1"/>
            <p:nvPr/>
          </p:nvSpPr>
          <p:spPr>
            <a:xfrm>
              <a:off x="6808230" y="5302641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'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305970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20578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전실신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426475"/>
              </p:ext>
            </p:extLst>
          </p:nvPr>
        </p:nvGraphicFramePr>
        <p:xfrm>
          <a:off x="6774581" y="2107952"/>
          <a:ext cx="4745666" cy="42282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부정맥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불규칙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맥박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맥박수의 변화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전구증상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운동 중 발생함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전구증상 동반 또는 급격한 자세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변화시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발병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의식소실의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56650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401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05D6BCB-8D63-4062-9399-16D34ED08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5351737"/>
              </p:ext>
            </p:extLst>
          </p:nvPr>
        </p:nvGraphicFramePr>
        <p:xfrm>
          <a:off x="1350334" y="2107950"/>
          <a:ext cx="5063884" cy="2693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1C3F019-0F4E-452D-A10F-7E45F44B7BD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2046672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626030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478243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 부종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05D6BCB-8D63-4062-9399-16D34ED08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3058372"/>
              </p:ext>
            </p:extLst>
          </p:nvPr>
        </p:nvGraphicFramePr>
        <p:xfrm>
          <a:off x="1350334" y="2107950"/>
          <a:ext cx="5063884" cy="2693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114712AA-FF35-4476-BC01-638869E0FE3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2767836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680136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다리 부기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59F2D0D-60AF-4CAB-8D0C-8E38425BB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0390241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일측성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다리 부기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60636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994234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양측성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다리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부기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14148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BB520735-5FBB-4DB8-A3F1-18F6AF688680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A4193C6E-FE46-48F2-83D2-119DA4B8F0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950939"/>
              </p:ext>
            </p:extLst>
          </p:nvPr>
        </p:nvGraphicFramePr>
        <p:xfrm>
          <a:off x="1350334" y="2107950"/>
          <a:ext cx="5063884" cy="35290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증등도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671343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F9AD7CD7-BE16-4E16-8681-E51F5E92209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0745859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649808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맥박이 없거나 차가운 사지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A4193C6E-FE46-48F2-83D2-119DA4B8F0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4636124"/>
              </p:ext>
            </p:extLst>
          </p:nvPr>
        </p:nvGraphicFramePr>
        <p:xfrm>
          <a:off x="1350334" y="2107950"/>
          <a:ext cx="5063884" cy="18677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01020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651441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657555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5AC2D88-6E3B-49F7-AF10-D223115F0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1934246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 말단에 맥박이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사지가 차가움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CB13AD-F36E-4561-BF8D-43190169884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73853E1-9779-41D4-A129-41E0F163EF4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1769072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511237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일측성의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홍조 띤 뜨거운 사지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5AC2D88-6E3B-49F7-AF10-D223115F0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1107513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광범위한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염증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염증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CB13AD-F36E-4561-BF8D-431901698848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E5334A-45DB-4821-92D0-44E05147C5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795092"/>
              </p:ext>
            </p:extLst>
          </p:nvPr>
        </p:nvGraphicFramePr>
        <p:xfrm>
          <a:off x="1350334" y="2107950"/>
          <a:ext cx="5063884" cy="2909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2B55FB00-227B-40C0-9ABA-865EF4E8CF3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1084529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140414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이통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(Earache)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5AC2D88-6E3B-49F7-AF10-D223115F0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6535843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통증을 동반한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이통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CB13AD-F36E-4561-BF8D-43190169884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E5334A-45DB-4821-92D0-44E05147C5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7294744"/>
              </p:ext>
            </p:extLst>
          </p:nvPr>
        </p:nvGraphicFramePr>
        <p:xfrm>
          <a:off x="1350334" y="2107950"/>
          <a:ext cx="5063884" cy="2290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52891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631258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782DD336-B2E9-4AD9-876C-9DABB5B81AF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7772651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271422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5AC2D88-6E3B-49F7-AF10-D223115F0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3786185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말초성 중증 통증 </a:t>
                      </a:r>
                      <a:r>
                        <a:rPr lang="en-US" altLang="ko-KR" sz="14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(4-7)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귀의 이물질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CB13AD-F36E-4561-BF8D-43190169884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E5334A-45DB-4821-92D0-44E05147C5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7768063"/>
              </p:ext>
            </p:extLst>
          </p:nvPr>
        </p:nvGraphicFramePr>
        <p:xfrm>
          <a:off x="1350334" y="2107950"/>
          <a:ext cx="5063884" cy="8354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 밖의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52891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631258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1DA3A654-F633-4AD2-9472-7FAB087E25C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0014056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347328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청력소실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5AC2D88-6E3B-49F7-AF10-D223115F0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3226874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청력소실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발병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청력소실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서서히 발병</a:t>
                      </a: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CB13AD-F36E-4561-BF8D-431901698848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E5334A-45DB-4821-92D0-44E05147C5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1873093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D1A7C9CC-DC90-447A-97FF-27351CC1DFC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49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489617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939258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5AC2D88-6E3B-49F7-AF10-D223115F0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9316668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아스피린 복용 가능성 있음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이명</a:t>
                      </a: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CB13AD-F36E-4561-BF8D-431901698848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E5334A-45DB-4821-92D0-44E05147C5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988698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072AFB8A-928F-4B4A-B48F-A6E18F387C9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9542255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695118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삼출물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5AC2D88-6E3B-49F7-AF10-D223115F0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264195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CB13AD-F36E-4561-BF8D-431901698848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2076442-102B-4F2E-9F77-FBA92975C8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405185"/>
              </p:ext>
            </p:extLst>
          </p:nvPr>
        </p:nvGraphicFramePr>
        <p:xfrm>
          <a:off x="1350334" y="2107950"/>
          <a:ext cx="5063884" cy="12483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52891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0979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93541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631258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2DB9312-E70C-4A4F-9AAB-E3C674C5813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0387343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4CE230-2E70-4A90-810D-E8C391D728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증상에 따른 중증</a:t>
            </a:r>
            <a:r>
              <a:rPr lang="en-US" altLang="ko-KR"/>
              <a:t>/</a:t>
            </a:r>
            <a:r>
              <a:rPr lang="ko-KR" altLang="en-US"/>
              <a:t>긴급도 분류 </a:t>
            </a:r>
            <a:r>
              <a:rPr lang="en-US" altLang="ko-KR"/>
              <a:t>2021 - </a:t>
            </a:r>
            <a:r>
              <a:rPr lang="ko-KR" altLang="en-US"/>
              <a:t>한국형 응급환자 분류 도구</a:t>
            </a:r>
            <a:endParaRPr lang="ko-KR" altLang="en-US" dirty="0"/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801B293E-F83E-4BEF-8DF3-2B84B0A7D5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43" name="표 20">
            <a:extLst>
              <a:ext uri="{FF2B5EF4-FFF2-40B4-BE49-F238E27FC236}">
                <a16:creationId xmlns:a16="http://schemas.microsoft.com/office/drawing/2014/main" id="{70595428-7FC9-4BD1-ACAC-25577792E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9756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5FDBCBE-3B72-4782-9E7C-899D30F4BE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6650481"/>
              </p:ext>
            </p:extLst>
          </p:nvPr>
        </p:nvGraphicFramePr>
        <p:xfrm>
          <a:off x="6774581" y="2107951"/>
          <a:ext cx="4745666" cy="41032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527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창백하거나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청색증을 동반한 동상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색 변화를 동반하지 않은 동상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봉합이 필요한 열상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봉합이 불필요한 열상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찰과상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475468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84E3C74-FCDA-4BE1-ABA3-5D81CDFE52BE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311BD8A-A258-4574-BAD7-881D764C7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7027918"/>
              </p:ext>
            </p:extLst>
          </p:nvPr>
        </p:nvGraphicFramePr>
        <p:xfrm>
          <a:off x="1350334" y="2107950"/>
          <a:ext cx="5063884" cy="3322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6F455042-A502-4402-A779-86DC00D1ED9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7011494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879929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치아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구강 문제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723EE1E-17F9-1A48-81D1-09FA54195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2350932"/>
              </p:ext>
            </p:extLst>
          </p:nvPr>
        </p:nvGraphicFramePr>
        <p:xfrm>
          <a:off x="6774581" y="2107952"/>
          <a:ext cx="4745666" cy="22482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치아 박리 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36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최근 발생하였으며 온전한 치아가 존재</a:t>
                      </a: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36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spc="-9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 징후가 정상이며 기저 질환이 없는 잇몸 출혈</a:t>
                      </a:r>
                      <a:endParaRPr lang="en-CA" altLang="ko-KR" sz="1400" b="1" kern="1200" spc="-9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치아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잇몸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DB14CA2-8C7F-8242-9B34-BBE0ECF48F38}"/>
              </a:ext>
            </a:extLst>
          </p:cNvPr>
          <p:cNvSpPr/>
          <p:nvPr/>
        </p:nvSpPr>
        <p:spPr>
          <a:xfrm>
            <a:off x="7452144" y="2324529"/>
            <a:ext cx="120580" cy="203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FA94D8B-C604-47E0-9BBE-90C38119E4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3687636"/>
              </p:ext>
            </p:extLst>
          </p:nvPr>
        </p:nvGraphicFramePr>
        <p:xfrm>
          <a:off x="1350334" y="2107950"/>
          <a:ext cx="5063884" cy="12483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 밖의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322364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증등도나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84950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증등도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6713434"/>
                  </a:ext>
                </a:extLst>
              </a:tr>
            </a:tbl>
          </a:graphicData>
        </a:graphic>
      </p:graphicFrame>
      <p:grpSp>
        <p:nvGrpSpPr>
          <p:cNvPr id="9" name="그룹 8">
            <a:extLst>
              <a:ext uri="{FF2B5EF4-FFF2-40B4-BE49-F238E27FC236}">
                <a16:creationId xmlns:a16="http://schemas.microsoft.com/office/drawing/2014/main" id="{C44FA4A1-48C2-4048-BBBD-0A5359F91A3E}"/>
              </a:ext>
            </a:extLst>
          </p:cNvPr>
          <p:cNvGrpSpPr/>
          <p:nvPr/>
        </p:nvGrpSpPr>
        <p:grpSpPr>
          <a:xfrm>
            <a:off x="6761172" y="4448989"/>
            <a:ext cx="4945271" cy="276999"/>
            <a:chOff x="6814337" y="5226194"/>
            <a:chExt cx="4945271" cy="276999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C5093166-D557-467F-80E2-436453454AC4}"/>
                </a:ext>
              </a:extLst>
            </p:cNvPr>
            <p:cNvSpPr txBox="1"/>
            <p:nvPr/>
          </p:nvSpPr>
          <p:spPr>
            <a:xfrm>
              <a:off x="7248951" y="5226194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구강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혀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열상은 ‘피부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열상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천공’ 을 참고하여 분류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4" name="그림 13" descr="화살이(가) 표시된 사진&#10;&#10;자동 생성된 설명">
              <a:extLst>
                <a:ext uri="{FF2B5EF4-FFF2-40B4-BE49-F238E27FC236}">
                  <a16:creationId xmlns:a16="http://schemas.microsoft.com/office/drawing/2014/main" id="{8E10B736-05BC-46CC-A28A-4A0E7408C73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3FC86BC2-AC0C-4682-AF68-B11F28056C0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131829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770908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723EE1E-17F9-1A48-81D1-09FA54195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67652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0" marB="4573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0" marB="4573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0" marB="4573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DB14CA2-8C7F-8242-9B34-BBE0ECF48F38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E50EBE3-E661-4E3D-9042-243332BC6E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3937291"/>
              </p:ext>
            </p:extLst>
          </p:nvPr>
        </p:nvGraphicFramePr>
        <p:xfrm>
          <a:off x="1350334" y="2107950"/>
          <a:ext cx="5063884" cy="4148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58B5191F-F7C9-4BDA-BCCD-F215E35386A5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8529384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9729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인후통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723EE1E-17F9-1A48-81D1-09FA54195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2875143"/>
              </p:ext>
            </p:extLst>
          </p:nvPr>
        </p:nvGraphicFramePr>
        <p:xfrm>
          <a:off x="6774581" y="2107952"/>
          <a:ext cx="4745666" cy="39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26181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입인두의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부기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연하장애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494520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인후통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후두염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2052985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DB14CA2-8C7F-8242-9B34-BBE0ECF48F38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E50EBE3-E661-4E3D-9042-243332BC6E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0723128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11606E62-A173-458F-8994-09C425EB9ED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5192074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382430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부종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723EE1E-17F9-1A48-81D1-09FA54195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575202"/>
              </p:ext>
            </p:extLst>
          </p:nvPr>
        </p:nvGraphicFramePr>
        <p:xfrm>
          <a:off x="6774581" y="2107952"/>
          <a:ext cx="4745666" cy="3116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수막자극증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55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동반한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2052985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DB14CA2-8C7F-8242-9B34-BBE0ECF48F38}"/>
              </a:ext>
            </a:extLst>
          </p:cNvPr>
          <p:cNvSpPr/>
          <p:nvPr/>
        </p:nvSpPr>
        <p:spPr>
          <a:xfrm>
            <a:off x="7452144" y="2324529"/>
            <a:ext cx="120580" cy="29016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E50EBE3-E661-4E3D-9042-243332BC6E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773682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CF297C76-86D0-42B6-B38D-DE1CC40B16B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7186576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772633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723EE1E-17F9-1A48-81D1-09FA54195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0331389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이상감각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목쉰소리와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176650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DB14CA2-8C7F-8242-9B34-BBE0ECF48F38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E50EBE3-E661-4E3D-9042-243332BC6E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3532588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1138356F-3B05-4052-A6CB-1B50BB9256C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3038637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894683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연하장애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연하곤란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723EE1E-17F9-1A48-81D1-09FA54195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3546781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이물질의 가능성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548036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DB14CA2-8C7F-8242-9B34-BBE0ECF48F38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E50EBE3-E661-4E3D-9042-243332BC6E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562313"/>
              </p:ext>
            </p:extLst>
          </p:nvPr>
        </p:nvGraphicFramePr>
        <p:xfrm>
          <a:off x="1350334" y="2107951"/>
          <a:ext cx="5063884" cy="33504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</a:t>
                      </a: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95114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D9938475-187B-437E-95AC-A4008D18E61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401628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304570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 통증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비치아성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723EE1E-17F9-1A48-81D1-09FA54195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5687376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DB14CA2-8C7F-8242-9B34-BBE0ECF48F38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F15D959-F12C-4000-A6FE-0A11D05502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3393960"/>
              </p:ext>
            </p:extLst>
          </p:nvPr>
        </p:nvGraphicFramePr>
        <p:xfrm>
          <a:off x="1350334" y="2107951"/>
          <a:ext cx="5063884" cy="33504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4E8DF5F-43F6-4287-A86D-E84E4DF983D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59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6849259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477003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2376B9A-71A0-4AB4-97BD-44F3F7DA65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908631"/>
              </p:ext>
            </p:extLst>
          </p:nvPr>
        </p:nvGraphicFramePr>
        <p:xfrm>
          <a:off x="6774581" y="2107951"/>
          <a:ext cx="4745666" cy="39592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527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적절한 압박에도 멈추지 않는 코피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압박으로 지혈된 코피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두드러진 출혈은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주기적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반복적이며 두드러지지 않은 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347EF26A-2DF5-46DF-9A77-9C8C2CBB0BF2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579D947-16DE-44B4-8E8F-CCBB72E3D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3006570"/>
              </p:ext>
            </p:extLst>
          </p:nvPr>
        </p:nvGraphicFramePr>
        <p:xfrm>
          <a:off x="1350334" y="2107951"/>
          <a:ext cx="5063884" cy="33504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3366568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DAFB9A1F-1DBF-4F46-8B39-786B7B5DAF3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9242820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38755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2376B9A-71A0-4AB4-97BD-44F3F7DA65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0752564"/>
              </p:ext>
            </p:extLst>
          </p:nvPr>
        </p:nvGraphicFramePr>
        <p:xfrm>
          <a:off x="6774581" y="2107951"/>
          <a:ext cx="4745666" cy="6832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527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코막힘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347EF26A-2DF5-46DF-9A77-9C8C2CBB0BF2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579D947-16DE-44B4-8E8F-CCBB72E3D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6999757"/>
              </p:ext>
            </p:extLst>
          </p:nvPr>
        </p:nvGraphicFramePr>
        <p:xfrm>
          <a:off x="1350334" y="2107951"/>
          <a:ext cx="5063884" cy="214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483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FB8774EC-9FC3-4E0E-86B6-6812AECE453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8382988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135411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DCD6A6F-1F22-40D6-A65E-3BAD106DF2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6102396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 곤란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단추형 건전지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통증을 동반한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코의 이물질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1D08ACB-BFDD-498A-BB9B-286BECA9F99C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0192CC5-A36D-4105-AECE-40A2FC2304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4404796"/>
              </p:ext>
            </p:extLst>
          </p:nvPr>
        </p:nvGraphicFramePr>
        <p:xfrm>
          <a:off x="1350334" y="2107950"/>
          <a:ext cx="5063884" cy="2290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261568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F56AE095-E01C-4C4F-BC10-736E2EF18D7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289560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832654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상기도감염 증상 호소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DCD6A6F-1F22-40D6-A65E-3BAD106DF2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941431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1D08ACB-BFDD-498A-BB9B-286BECA9F99C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0192CC5-A36D-4105-AECE-40A2FC2304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571699"/>
              </p:ext>
            </p:extLst>
          </p:nvPr>
        </p:nvGraphicFramePr>
        <p:xfrm>
          <a:off x="1350334" y="2107950"/>
          <a:ext cx="5063884" cy="2290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261568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B671913-7682-467F-AC74-C3B5A85CBD1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6704793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424581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DCD6A6F-1F22-40D6-A65E-3BAD106DF2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6240343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적절한 지혈에도 멈추지 않는 코피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6174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1D08ACB-BFDD-498A-BB9B-286BECA9F99C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0192CC5-A36D-4105-AECE-40A2FC2304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5367862"/>
              </p:ext>
            </p:extLst>
          </p:nvPr>
        </p:nvGraphicFramePr>
        <p:xfrm>
          <a:off x="1350334" y="2107950"/>
          <a:ext cx="5063884" cy="35290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783583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53180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894084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352941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795843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629380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261568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746BD450-B123-455D-8A59-CBB5A2D4AC2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9069448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320909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한랭손상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DCD6A6F-1F22-40D6-A65E-3BAD106DF2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527719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 말단부위에 맥박이 없고 차가움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6174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피부가 창백함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한랭손상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1D08ACB-BFDD-498A-BB9B-286BECA9F99C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0192CC5-A36D-4105-AECE-40A2FC2304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3617232"/>
              </p:ext>
            </p:extLst>
          </p:nvPr>
        </p:nvGraphicFramePr>
        <p:xfrm>
          <a:off x="1350334" y="2107950"/>
          <a:ext cx="5063884" cy="12483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 밖의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795843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629380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261568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5A32CF8F-61C2-4581-801B-6EF1663AB6B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9039164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234359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온열손상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BC121E-530B-48C5-A035-27A15CDE47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850365"/>
              </p:ext>
            </p:extLst>
          </p:nvPr>
        </p:nvGraphicFramePr>
        <p:xfrm>
          <a:off x="6774581" y="2107948"/>
          <a:ext cx="4745666" cy="4124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388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중증 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34739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중심체온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&gt;41℃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689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 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중심체온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39-41℃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440395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열경련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(heat cramps)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401871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620513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정상활력 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열경련이 회복된 상태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탈수에서 호전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B9B2F67B-5DB4-4987-9F70-9866B5EB46EE}"/>
              </a:ext>
            </a:extLst>
          </p:cNvPr>
          <p:cNvSpPr/>
          <p:nvPr/>
        </p:nvSpPr>
        <p:spPr>
          <a:xfrm>
            <a:off x="7452144" y="2324529"/>
            <a:ext cx="120580" cy="396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DBA17C1-C0F5-4452-BCEB-A226F86117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1543273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7528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86330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0A702265-470B-48BE-B53F-5CD8220295F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8982984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236025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유해물질 흡입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DBA17C1-C0F5-4452-BCEB-A226F86117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92956"/>
              </p:ext>
            </p:extLst>
          </p:nvPr>
        </p:nvGraphicFramePr>
        <p:xfrm>
          <a:off x="1350334" y="2107951"/>
          <a:ext cx="5063884" cy="1856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021FC2C-2AD9-44D5-B9F2-48B99562C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1932301"/>
              </p:ext>
            </p:extLst>
          </p:nvPr>
        </p:nvGraphicFramePr>
        <p:xfrm>
          <a:off x="6774581" y="2107952"/>
          <a:ext cx="4745666" cy="264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연기나 기타 물질 흡입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호흡곤란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55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유해물질을 흡입한 후 상당한 시간이 지남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E942CDF4-D1A2-4536-B7FB-ED8611DE0AF3}"/>
              </a:ext>
            </a:extLst>
          </p:cNvPr>
          <p:cNvSpPr/>
          <p:nvPr/>
        </p:nvSpPr>
        <p:spPr>
          <a:xfrm>
            <a:off x="7452144" y="2324529"/>
            <a:ext cx="120580" cy="243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CB4115-5E23-4700-BC9C-96BFC84866C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017045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399160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021FC2C-2AD9-44D5-B9F2-48B99562C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157900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E942CDF4-D1A2-4536-B7FB-ED8611DE0AF3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90A809D-6AC4-4338-A78F-2F31FEE99A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8713672"/>
              </p:ext>
            </p:extLst>
          </p:nvPr>
        </p:nvGraphicFramePr>
        <p:xfrm>
          <a:off x="1350334" y="2107951"/>
          <a:ext cx="5063884" cy="2276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F92F207F-7D68-42AB-9930-44684B58040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9627710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141999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화학물질 노출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021FC2C-2AD9-44D5-B9F2-48B99562C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301473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체표면적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중증 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손이나 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샅고랑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얼굴의 중증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눈에 이물질이 튄 후 증상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E942CDF4-D1A2-4536-B7FB-ED8611DE0AF3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90A809D-6AC4-4338-A78F-2F31FEE99A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3487346"/>
              </p:ext>
            </p:extLst>
          </p:nvPr>
        </p:nvGraphicFramePr>
        <p:xfrm>
          <a:off x="1350334" y="2107951"/>
          <a:ext cx="5063884" cy="1446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grpSp>
        <p:nvGrpSpPr>
          <p:cNvPr id="12" name="그룹 11">
            <a:extLst>
              <a:ext uri="{FF2B5EF4-FFF2-40B4-BE49-F238E27FC236}">
                <a16:creationId xmlns:a16="http://schemas.microsoft.com/office/drawing/2014/main" id="{00F7E382-EAC3-4047-BAFB-F6D60D957AEA}"/>
              </a:ext>
            </a:extLst>
          </p:cNvPr>
          <p:cNvGrpSpPr/>
          <p:nvPr/>
        </p:nvGrpSpPr>
        <p:grpSpPr>
          <a:xfrm>
            <a:off x="6761172" y="4287998"/>
            <a:ext cx="4945271" cy="511382"/>
            <a:chOff x="6814337" y="5235856"/>
            <a:chExt cx="4945271" cy="511382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F3FA739-4001-43B6-94A7-17FDAB2158EC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조기에 오염제거를 하고 물질의 독성 유무를 확인하기 위해 </a:t>
              </a: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최소한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단계 이상으로 분류한다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</p:txBody>
        </p:sp>
        <p:pic>
          <p:nvPicPr>
            <p:cNvPr id="16" name="그림 15" descr="화살이(가) 표시된 사진&#10;&#10;자동 생성된 설명">
              <a:extLst>
                <a:ext uri="{FF2B5EF4-FFF2-40B4-BE49-F238E27FC236}">
                  <a16:creationId xmlns:a16="http://schemas.microsoft.com/office/drawing/2014/main" id="{EE06052D-519F-4A8E-AF8F-11CE9B0B229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BE1479C8-6453-4280-9AAB-62F09B3C44C6}"/>
              </a:ext>
            </a:extLst>
          </p:cNvPr>
          <p:cNvGrpSpPr/>
          <p:nvPr/>
        </p:nvGrpSpPr>
        <p:grpSpPr>
          <a:xfrm>
            <a:off x="4757189" y="3644939"/>
            <a:ext cx="1754374" cy="502757"/>
            <a:chOff x="4757189" y="3644939"/>
            <a:chExt cx="1754374" cy="502757"/>
          </a:xfrm>
        </p:grpSpPr>
        <p:pic>
          <p:nvPicPr>
            <p:cNvPr id="18" name="그림 17">
              <a:hlinkClick r:id="rId4" action="ppaction://hlinksldjump"/>
              <a:extLst>
                <a:ext uri="{FF2B5EF4-FFF2-40B4-BE49-F238E27FC236}">
                  <a16:creationId xmlns:a16="http://schemas.microsoft.com/office/drawing/2014/main" id="{5A496618-2467-46CD-BAD2-61C05C02A15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757189" y="3644939"/>
              <a:ext cx="1754374" cy="502757"/>
            </a:xfrm>
            <a:prstGeom prst="rect">
              <a:avLst/>
            </a:prstGeom>
          </p:spPr>
        </p:pic>
        <p:sp>
          <p:nvSpPr>
            <p:cNvPr id="19" name="TextBox 18">
              <a:hlinkClick r:id="rId4" action="ppaction://hlinksldjump"/>
              <a:extLst>
                <a:ext uri="{FF2B5EF4-FFF2-40B4-BE49-F238E27FC236}">
                  <a16:creationId xmlns:a16="http://schemas.microsoft.com/office/drawing/2014/main" id="{133B6D18-5E83-43CD-A9F6-D42505DB14B3}"/>
                </a:ext>
              </a:extLst>
            </p:cNvPr>
            <p:cNvSpPr txBox="1"/>
            <p:nvPr/>
          </p:nvSpPr>
          <p:spPr>
            <a:xfrm>
              <a:off x="4903678" y="3769237"/>
              <a:ext cx="130810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체표면적 계산 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D72D2603-A6E4-416D-BCB8-CFB14828F22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69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7541276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014841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저체온증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021FC2C-2AD9-44D5-B9F2-48B99562C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0679366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저체온증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&lt;32°C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32-35°C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4986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동상 없음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16783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E942CDF4-D1A2-4536-B7FB-ED8611DE0AF3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90A809D-6AC4-4338-A78F-2F31FEE99A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8024888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62957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0413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899091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3243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96591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2112499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23E261B-6FDD-46BD-ABB7-FA928FBF47BA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8210520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>
            <a:extLst>
              <a:ext uri="{FF2B5EF4-FFF2-40B4-BE49-F238E27FC236}">
                <a16:creationId xmlns:a16="http://schemas.microsoft.com/office/drawing/2014/main" id="{B364B517-030F-4C34-9FEC-E82F747C8A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6E03C5CA-CB42-1745-BB93-5BB8E78FB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326646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익수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021FC2C-2AD9-44D5-B9F2-48B99562C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8433303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저체온증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&lt;32°C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32-35°C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4986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E942CDF4-D1A2-4536-B7FB-ED8611DE0AF3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90A809D-6AC4-4338-A78F-2F31FEE99A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3471645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62957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0413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899091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3243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96591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2112499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B426A93C-3CCC-44A0-9C97-E0260D6E73A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0250779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40633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AFCC681-CBFF-8946-BCFE-00E83C495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4955449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4DAB73D6-534F-FB4B-95E5-71FE87863A9B}"/>
              </a:ext>
            </a:extLst>
          </p:cNvPr>
          <p:cNvSpPr/>
          <p:nvPr/>
        </p:nvSpPr>
        <p:spPr>
          <a:xfrm>
            <a:off x="7449668" y="2324871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3F83EAC-19EC-42F6-84C2-17914A3877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2219107"/>
              </p:ext>
            </p:extLst>
          </p:nvPr>
        </p:nvGraphicFramePr>
        <p:xfrm>
          <a:off x="1350334" y="2107951"/>
          <a:ext cx="5063884" cy="41056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43218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1844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7164FB10-7AE7-4E1E-8350-936D208DD00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9798329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381439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식욕부진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AFCC681-CBFF-8946-BCFE-00E83C495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5012105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심각한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체중 감소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식욕부진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4DAB73D6-534F-FB4B-95E5-71FE87863A9B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3F83EAC-19EC-42F6-84C2-17914A3877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7205282"/>
              </p:ext>
            </p:extLst>
          </p:nvPr>
        </p:nvGraphicFramePr>
        <p:xfrm>
          <a:off x="1350334" y="2107951"/>
          <a:ext cx="5063884" cy="2266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3A8C60D-BA06-4D10-8965-6165E67751C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5139566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924285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AFCC681-CBFF-8946-BCFE-00E83C495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598604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단순변비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4DAB73D6-534F-FB4B-95E5-71FE87863A9B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F834173-8AE2-4A19-B31D-32C7AA19F4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1185913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322B066B-0CA0-46B6-83D3-FB611557B6C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585490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488224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설사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AFCC681-CBFF-8946-BCFE-00E83C495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6890676"/>
              </p:ext>
            </p:extLst>
          </p:nvPr>
        </p:nvGraphicFramePr>
        <p:xfrm>
          <a:off x="6774581" y="2107952"/>
          <a:ext cx="4745666" cy="29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84475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멈추지 않는 혈성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17038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 가능성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585858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설사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4DAB73D6-534F-FB4B-95E5-71FE87863A9B}"/>
              </a:ext>
            </a:extLst>
          </p:cNvPr>
          <p:cNvSpPr/>
          <p:nvPr/>
        </p:nvSpPr>
        <p:spPr>
          <a:xfrm>
            <a:off x="7449668" y="2324871"/>
            <a:ext cx="120580" cy="27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5472DCC-4008-49AC-87F0-11EE126FA7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2512993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62957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0413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899091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3243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96591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21124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38515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4A5446FB-9FD0-4E10-8FA0-AF2B50BCFA2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5B73A9E-1ED0-417D-96B8-80DF455525AB}"/>
              </a:ext>
            </a:extLst>
          </p:cNvPr>
          <p:cNvGrpSpPr/>
          <p:nvPr/>
        </p:nvGrpSpPr>
        <p:grpSpPr>
          <a:xfrm>
            <a:off x="6725262" y="5190435"/>
            <a:ext cx="4844303" cy="551167"/>
            <a:chOff x="6725262" y="5683453"/>
            <a:chExt cx="4844303" cy="551167"/>
          </a:xfrm>
        </p:grpSpPr>
        <p:pic>
          <p:nvPicPr>
            <p:cNvPr id="4" name="그림 3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8A2435BF-DD95-4028-8478-CC8CFE15B1F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5262" y="5683453"/>
              <a:ext cx="4844303" cy="551167"/>
            </a:xfrm>
            <a:prstGeom prst="rect">
              <a:avLst/>
            </a:prstGeom>
          </p:spPr>
        </p:pic>
        <p:sp>
          <p:nvSpPr>
            <p:cNvPr id="22" name="TextBox 21">
              <a:hlinkClick r:id="rId3" action="ppaction://hlinksldjump"/>
              <a:extLst>
                <a:ext uri="{FF2B5EF4-FFF2-40B4-BE49-F238E27FC236}">
                  <a16:creationId xmlns:a16="http://schemas.microsoft.com/office/drawing/2014/main" id="{00043426-B843-46A2-8776-4D9D08C75B7B}"/>
                </a:ext>
              </a:extLst>
            </p:cNvPr>
            <p:cNvSpPr txBox="1"/>
            <p:nvPr/>
          </p:nvSpPr>
          <p:spPr>
            <a:xfrm>
              <a:off x="6808230" y="5710570"/>
              <a:ext cx="4510657" cy="5001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spcBef>
                  <a:spcPts val="300"/>
                </a:spcBef>
              </a:pP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출혈성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질환이 있으면서 혈성 설사가 동반된다면 </a:t>
              </a:r>
              <a:endParaRPr lang="en-US" altLang="ko-KR" sz="1200" b="1" spc="-4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spcBef>
                  <a:spcPts val="300"/>
                </a:spcBef>
              </a:pP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소화기계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‐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혈변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흑색변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항목으로 이동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9B4DC24D-D62E-4D82-9F79-A875CEB350E4}"/>
              </a:ext>
            </a:extLst>
          </p:cNvPr>
          <p:cNvGrpSpPr/>
          <p:nvPr/>
        </p:nvGrpSpPr>
        <p:grpSpPr>
          <a:xfrm>
            <a:off x="9832120" y="5736820"/>
            <a:ext cx="1754374" cy="502757"/>
            <a:chOff x="9832120" y="5726847"/>
            <a:chExt cx="1754374" cy="502757"/>
          </a:xfrm>
        </p:grpSpPr>
        <p:pic>
          <p:nvPicPr>
            <p:cNvPr id="14" name="그림 13">
              <a:hlinkClick r:id="rId5" action="ppaction://hlinksldjump"/>
              <a:extLst>
                <a:ext uri="{FF2B5EF4-FFF2-40B4-BE49-F238E27FC236}">
                  <a16:creationId xmlns:a16="http://schemas.microsoft.com/office/drawing/2014/main" id="{61063ADE-5380-4958-A0CA-03E29A7ACA8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832120" y="5726847"/>
              <a:ext cx="1754374" cy="502757"/>
            </a:xfrm>
            <a:prstGeom prst="rect">
              <a:avLst/>
            </a:prstGeom>
          </p:spPr>
        </p:pic>
        <p:sp>
          <p:nvSpPr>
            <p:cNvPr id="15" name="TextBox 14">
              <a:hlinkClick r:id="rId5" action="ppaction://hlinksldjump"/>
              <a:extLst>
                <a:ext uri="{FF2B5EF4-FFF2-40B4-BE49-F238E27FC236}">
                  <a16:creationId xmlns:a16="http://schemas.microsoft.com/office/drawing/2014/main" id="{2A250F9C-332F-4746-BF95-143E99D774E6}"/>
                </a:ext>
              </a:extLst>
            </p:cNvPr>
            <p:cNvSpPr txBox="1"/>
            <p:nvPr/>
          </p:nvSpPr>
          <p:spPr>
            <a:xfrm>
              <a:off x="9913204" y="5851145"/>
              <a:ext cx="143891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탈수 정의로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6069505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19718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직장내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AFCC681-CBFF-8946-BCFE-00E83C495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309973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직장내 이물질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4DAB73D6-534F-FB4B-95E5-71FE87863A9B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EDEDF85-A1A6-4331-8153-2738F3D68A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9698946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2AB030EA-C3E8-4AC1-9A4D-0D402137E94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3736964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34122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샅고랑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부위 통증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종괴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6EBFEA1-9E92-4084-A2EF-24DC8DDB54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754928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샅고랑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부위 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247BF30-A7E8-407A-B1F9-5B24EA6E3AD9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0277B5E-4BA5-46B5-8305-7DF285EC16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860477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4BCB499-A851-4CAD-9EF6-73AA62AE3D4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6766281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974915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FF4C0BA-5192-434D-90AC-5D5E5EEE3D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435418"/>
              </p:ext>
            </p:extLst>
          </p:nvPr>
        </p:nvGraphicFramePr>
        <p:xfrm>
          <a:off x="6774581" y="2107952"/>
          <a:ext cx="4745666" cy="29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84475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상당량의 토혈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커피 찌꺼기 모양 구토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17038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 가능성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585858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구토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구역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46A4DF9E-79D6-4142-A9AD-E45978AE6861}"/>
              </a:ext>
            </a:extLst>
          </p:cNvPr>
          <p:cNvSpPr/>
          <p:nvPr/>
        </p:nvSpPr>
        <p:spPr>
          <a:xfrm>
            <a:off x="7449668" y="2324871"/>
            <a:ext cx="120580" cy="27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8042F9D8-52A1-4B04-A5DD-607018AE43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9626345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62957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0413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899091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3243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96591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21124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38515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CDD33161-C342-4ECE-9D6B-CBCA8E2A2D5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A67A0FA-7C88-41ED-BE8D-C59B068BB5BB}"/>
              </a:ext>
            </a:extLst>
          </p:cNvPr>
          <p:cNvGrpSpPr/>
          <p:nvPr/>
        </p:nvGrpSpPr>
        <p:grpSpPr>
          <a:xfrm>
            <a:off x="6725262" y="5185653"/>
            <a:ext cx="4844303" cy="551167"/>
            <a:chOff x="6725262" y="5691834"/>
            <a:chExt cx="4844303" cy="551167"/>
          </a:xfrm>
        </p:grpSpPr>
        <p:pic>
          <p:nvPicPr>
            <p:cNvPr id="23" name="그림 22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A6AF1FB9-B956-4AD6-9B0B-D255346F973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5262" y="5691834"/>
              <a:ext cx="4844303" cy="551167"/>
            </a:xfrm>
            <a:prstGeom prst="rect">
              <a:avLst/>
            </a:prstGeom>
          </p:spPr>
        </p:pic>
        <p:sp>
          <p:nvSpPr>
            <p:cNvPr id="24" name="TextBox 23">
              <a:hlinkClick r:id="rId3" action="ppaction://hlinksldjump"/>
              <a:extLst>
                <a:ext uri="{FF2B5EF4-FFF2-40B4-BE49-F238E27FC236}">
                  <a16:creationId xmlns:a16="http://schemas.microsoft.com/office/drawing/2014/main" id="{17EF9210-A1FE-4DF1-A767-ACAC6C0B9F6D}"/>
                </a:ext>
              </a:extLst>
            </p:cNvPr>
            <p:cNvSpPr txBox="1"/>
            <p:nvPr/>
          </p:nvSpPr>
          <p:spPr>
            <a:xfrm>
              <a:off x="6808230" y="5738187"/>
              <a:ext cx="4510657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spcBef>
                  <a:spcPts val="300"/>
                </a:spcBef>
              </a:pP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출혈성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질환에 커피 찌꺼기 모양 구토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흑색변이 동반되면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'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소화기계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토혈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'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항목으로 이동</a:t>
              </a: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30E405F-24AE-4CA5-9B3B-B79FDC197B3C}"/>
              </a:ext>
            </a:extLst>
          </p:cNvPr>
          <p:cNvGrpSpPr/>
          <p:nvPr/>
        </p:nvGrpSpPr>
        <p:grpSpPr>
          <a:xfrm>
            <a:off x="9832120" y="5736820"/>
            <a:ext cx="1754374" cy="502757"/>
            <a:chOff x="9832120" y="5726847"/>
            <a:chExt cx="1754374" cy="502757"/>
          </a:xfrm>
        </p:grpSpPr>
        <p:pic>
          <p:nvPicPr>
            <p:cNvPr id="17" name="그림 16">
              <a:hlinkClick r:id="rId5" action="ppaction://hlinksldjump"/>
              <a:extLst>
                <a:ext uri="{FF2B5EF4-FFF2-40B4-BE49-F238E27FC236}">
                  <a16:creationId xmlns:a16="http://schemas.microsoft.com/office/drawing/2014/main" id="{6D7FD05B-F51C-4E91-AF57-0583F14A795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832120" y="5726847"/>
              <a:ext cx="1754374" cy="502757"/>
            </a:xfrm>
            <a:prstGeom prst="rect">
              <a:avLst/>
            </a:prstGeom>
          </p:spPr>
        </p:pic>
        <p:sp>
          <p:nvSpPr>
            <p:cNvPr id="18" name="TextBox 17">
              <a:hlinkClick r:id="rId5" action="ppaction://hlinksldjump"/>
              <a:extLst>
                <a:ext uri="{FF2B5EF4-FFF2-40B4-BE49-F238E27FC236}">
                  <a16:creationId xmlns:a16="http://schemas.microsoft.com/office/drawing/2014/main" id="{1E2BCFFE-582B-43D3-90BE-8B09F257165D}"/>
                </a:ext>
              </a:extLst>
            </p:cNvPr>
            <p:cNvSpPr txBox="1"/>
            <p:nvPr/>
          </p:nvSpPr>
          <p:spPr>
            <a:xfrm>
              <a:off x="9913204" y="5851145"/>
              <a:ext cx="143891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탈수 정의로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3554617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79720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D2D6774-46BF-4D56-A739-DDEAE81A69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433324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92F26420-3520-4BE2-8874-985C8C4C51D4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D490A429-A1D1-4DE7-889A-46D9830F42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9729883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565968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F1F5DE33-5C30-447D-B4C8-BB00E01C1C1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79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024111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963266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560243-424F-4546-8EFE-3048F2DB5F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264584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활동성 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증상을 동반한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토혈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커피 찌꺼기 모양 구토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구토에 극소량이 섞인 경우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78A02EC0-5D6F-4CB4-AD71-86918163C29D}"/>
              </a:ext>
            </a:extLst>
          </p:cNvPr>
          <p:cNvSpPr/>
          <p:nvPr/>
        </p:nvSpPr>
        <p:spPr>
          <a:xfrm>
            <a:off x="7449668" y="2324871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BD96BFE-A247-4B4A-A790-953384CBFE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3875584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5739C2E9-3893-40F9-989C-01B374A090C5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6907069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534919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흑색변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560243-424F-4546-8EFE-3048F2DB5F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78447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많은 양의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적은 양의 직장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5031224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78A02EC0-5D6F-4CB4-AD71-86918163C29D}"/>
              </a:ext>
            </a:extLst>
          </p:cNvPr>
          <p:cNvSpPr/>
          <p:nvPr/>
        </p:nvSpPr>
        <p:spPr>
          <a:xfrm>
            <a:off x="7449668" y="2324871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BD96BFE-A247-4B4A-A790-953384CBFE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2900923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7787008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90670A61-FD7F-4FCA-8075-DD25F3A0CE8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0885565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553017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황달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560243-424F-4546-8EFE-3048F2DB5F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516146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황달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5031224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78A02EC0-5D6F-4CB4-AD71-86918163C29D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C8C4D764-8516-448E-BED1-DA5EDC5FBC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4267988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AC9F4041-65EC-441D-A68F-9E4A0C0C0CBA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8089257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9A815708-FE96-4D8D-8CA4-6BDEBA9B25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65643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딸꾹질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560243-424F-4546-8EFE-3048F2DB5F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6605199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딸꾹질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힘들어 보이지 않음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5031224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78A02EC0-5D6F-4CB4-AD71-86918163C29D}"/>
              </a:ext>
            </a:extLst>
          </p:cNvPr>
          <p:cNvSpPr/>
          <p:nvPr/>
        </p:nvSpPr>
        <p:spPr>
          <a:xfrm>
            <a:off x="7449668" y="2324871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C8C4D764-8516-448E-BED1-DA5EDC5FBC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909746"/>
              </p:ext>
            </p:extLst>
          </p:nvPr>
        </p:nvGraphicFramePr>
        <p:xfrm>
          <a:off x="1350334" y="2107951"/>
          <a:ext cx="5063884" cy="1660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52103F88-EFD7-4227-971A-322DE5A59A2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068068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371837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종괴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팽만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AFCC681-CBFF-8946-BCFE-00E83C495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8936714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22002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ko-Kore-KR" altLang="en-US" sz="14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126366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64957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지속적인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종괴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팽만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4DAB73D6-534F-FB4B-95E5-71FE87863A9B}"/>
              </a:ext>
            </a:extLst>
          </p:cNvPr>
          <p:cNvSpPr/>
          <p:nvPr/>
        </p:nvSpPr>
        <p:spPr>
          <a:xfrm>
            <a:off x="7452366" y="2325135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EBA30CF-35C0-4CE6-AB13-65D1CE6507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2464529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7528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0017051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86330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754C63FB-1051-47BE-9F92-8640A242F39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1955336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783385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AFCC681-CBFF-8946-BCFE-00E83C495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6788345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22002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64957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항문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회음부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외상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4DAB73D6-534F-FB4B-95E5-71FE87863A9B}"/>
              </a:ext>
            </a:extLst>
          </p:cNvPr>
          <p:cNvSpPr/>
          <p:nvPr/>
        </p:nvSpPr>
        <p:spPr>
          <a:xfrm>
            <a:off x="7452366" y="2325135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EBA30CF-35C0-4CE6-AB13-65D1CE6507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0298653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7528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0017051"/>
                  </a:ext>
                </a:extLst>
              </a:tr>
            </a:tbl>
          </a:graphicData>
        </a:graphic>
      </p:graphicFrame>
      <p:grpSp>
        <p:nvGrpSpPr>
          <p:cNvPr id="9" name="그룹 8">
            <a:extLst>
              <a:ext uri="{FF2B5EF4-FFF2-40B4-BE49-F238E27FC236}">
                <a16:creationId xmlns:a16="http://schemas.microsoft.com/office/drawing/2014/main" id="{0647E1DD-C2BB-4EFE-8C92-F1795A1DA2EE}"/>
              </a:ext>
            </a:extLst>
          </p:cNvPr>
          <p:cNvGrpSpPr/>
          <p:nvPr/>
        </p:nvGrpSpPr>
        <p:grpSpPr>
          <a:xfrm>
            <a:off x="6761172" y="4279856"/>
            <a:ext cx="4945271" cy="511382"/>
            <a:chOff x="6814337" y="5235856"/>
            <a:chExt cx="4945271" cy="511382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718E94-D1E4-4EFD-8CD7-114E2CD954D0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 외상으로 인한 쇼크인 경우는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몸통외상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'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분류한다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4" name="그림 13" descr="화살이(가) 표시된 사진&#10;&#10;자동 생성된 설명">
              <a:extLst>
                <a:ext uri="{FF2B5EF4-FFF2-40B4-BE49-F238E27FC236}">
                  <a16:creationId xmlns:a16="http://schemas.microsoft.com/office/drawing/2014/main" id="{8EC1B85A-F76F-4B35-97D8-0E5AA3C4AA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51B98C38-307D-436C-AEA2-5B0D92D347F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8104374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141204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 삼킴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(FB swallowing)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BADEB1F-9F97-483F-A9C2-0A953F54A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6959965"/>
              </p:ext>
            </p:extLst>
          </p:nvPr>
        </p:nvGraphicFramePr>
        <p:xfrm>
          <a:off x="6774581" y="2107950"/>
          <a:ext cx="4745666" cy="39808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목쉰소리와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언어장애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24718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단추형 건전지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뾰족한 물건 등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치료적 내시경을 고려해야 하는 경우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230665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지속적인 구토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연하곤란이나 호흡 곤란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33E1E2-6B33-44CA-8913-7E2DC8246E84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9C083BE-37DD-432C-BE98-69403714E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2591474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5C06DE27-30FA-4B03-8161-4221FF57E78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412505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831898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옆구리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BADEB1F-9F97-483F-A9C2-0A953F54A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5524540"/>
              </p:ext>
            </p:extLst>
          </p:nvPr>
        </p:nvGraphicFramePr>
        <p:xfrm>
          <a:off x="6774581" y="2107950"/>
          <a:ext cx="4745666" cy="2340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옆구리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33E1E2-6B33-44CA-8913-7E2DC8246E84}"/>
              </a:ext>
            </a:extLst>
          </p:cNvPr>
          <p:cNvSpPr/>
          <p:nvPr/>
        </p:nvSpPr>
        <p:spPr>
          <a:xfrm>
            <a:off x="7452144" y="2324529"/>
            <a:ext cx="120580" cy="212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9C083BE-37DD-432C-BE98-69403714E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7952007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86B986DB-F226-4D2A-87F4-69C4AF67111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0406577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177079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혈뇨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BADEB1F-9F97-483F-A9C2-0A953F54A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4347193"/>
              </p:ext>
            </p:extLst>
          </p:nvPr>
        </p:nvGraphicFramePr>
        <p:xfrm>
          <a:off x="6774581" y="2107950"/>
          <a:ext cx="4745666" cy="3037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또는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348967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33E1E2-6B33-44CA-8913-7E2DC8246E84}"/>
              </a:ext>
            </a:extLst>
          </p:cNvPr>
          <p:cNvSpPr/>
          <p:nvPr/>
        </p:nvSpPr>
        <p:spPr>
          <a:xfrm>
            <a:off x="7452144" y="2324529"/>
            <a:ext cx="120580" cy="282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9C083BE-37DD-432C-BE98-69403714E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795600"/>
              </p:ext>
            </p:extLst>
          </p:nvPr>
        </p:nvGraphicFramePr>
        <p:xfrm>
          <a:off x="1350334" y="2107951"/>
          <a:ext cx="5063884" cy="426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111785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111785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10582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7158455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6236252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385701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955691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252160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558950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70CEE6FC-6B25-4510-A1B8-3E8E3C5C305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3556936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923535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 분비물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피부병변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BADEB1F-9F97-483F-A9C2-0A953F54A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9457805"/>
              </p:ext>
            </p:extLst>
          </p:nvPr>
        </p:nvGraphicFramePr>
        <p:xfrm>
          <a:off x="6774581" y="2107950"/>
          <a:ext cx="4745666" cy="14908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생식기의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피부병변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33E1E2-6B33-44CA-8913-7E2DC8246E84}"/>
              </a:ext>
            </a:extLst>
          </p:cNvPr>
          <p:cNvSpPr/>
          <p:nvPr/>
        </p:nvSpPr>
        <p:spPr>
          <a:xfrm>
            <a:off x="7452144" y="2324529"/>
            <a:ext cx="120580" cy="1274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9C083BE-37DD-432C-BE98-69403714E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4473137"/>
              </p:ext>
            </p:extLst>
          </p:nvPr>
        </p:nvGraphicFramePr>
        <p:xfrm>
          <a:off x="1350334" y="2107951"/>
          <a:ext cx="5063884" cy="2481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0523CA8-FE14-46DF-9012-3034E4CC1B9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89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6513886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935865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음경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42DD157-8D75-45E5-A71B-34D7BF51E5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9232340"/>
              </p:ext>
            </p:extLst>
          </p:nvPr>
        </p:nvGraphicFramePr>
        <p:xfrm>
          <a:off x="6774581" y="2107950"/>
          <a:ext cx="4745666" cy="29015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지속발기증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426144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감돈포경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안으로 말린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음경꺼풀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정복되지 않음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2870466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음경 부종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또는 만성 통증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637B8C7E-A2BA-4C5D-B9C0-D58E0C0266BA}"/>
              </a:ext>
            </a:extLst>
          </p:cNvPr>
          <p:cNvSpPr/>
          <p:nvPr/>
        </p:nvSpPr>
        <p:spPr>
          <a:xfrm>
            <a:off x="7452144" y="2324529"/>
            <a:ext cx="120580" cy="26856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632D7F5-E254-46C2-822F-17A0424355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3621328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A9FC671-1D14-4649-9041-144FA275886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739133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828538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고환 통증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42DD157-8D75-45E5-A71B-34D7BF51E5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3896119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637B8C7E-A2BA-4C5D-B9C0-D58E0C0266BA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632D7F5-E254-46C2-822F-17A0424355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232584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23257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089FF7F-6678-4039-B1F2-AD9E66ABEBC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93658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60468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소변배출장애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42DD157-8D75-45E5-A71B-34D7BF51E5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782496"/>
              </p:ext>
            </p:extLst>
          </p:nvPr>
        </p:nvGraphicFramePr>
        <p:xfrm>
          <a:off x="6774581" y="2107950"/>
          <a:ext cx="4745666" cy="14908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소변배출장애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637B8C7E-A2BA-4C5D-B9C0-D58E0C0266BA}"/>
              </a:ext>
            </a:extLst>
          </p:cNvPr>
          <p:cNvSpPr/>
          <p:nvPr/>
        </p:nvSpPr>
        <p:spPr>
          <a:xfrm>
            <a:off x="7452144" y="2324529"/>
            <a:ext cx="120580" cy="127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632D7F5-E254-46C2-822F-17A0424355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5777865"/>
              </p:ext>
            </p:extLst>
          </p:nvPr>
        </p:nvGraphicFramePr>
        <p:xfrm>
          <a:off x="1350334" y="2107951"/>
          <a:ext cx="5063884" cy="2686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23257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0D9E89EC-054D-459D-8B8C-A28B931BD2D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13AB527-0829-4D37-B433-C794BD433D2F}"/>
              </a:ext>
            </a:extLst>
          </p:cNvPr>
          <p:cNvGrpSpPr/>
          <p:nvPr/>
        </p:nvGrpSpPr>
        <p:grpSpPr>
          <a:xfrm>
            <a:off x="6761172" y="3685901"/>
            <a:ext cx="4945271" cy="511382"/>
            <a:chOff x="6814337" y="5235856"/>
            <a:chExt cx="4945271" cy="511382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9BA04C7-4FAC-4697-A2BF-91F0EAA0C195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환자 상태가 불안정할 때는 다른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선택할만한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주증상이 있는지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19" name="그림 18" descr="화살이(가) 표시된 사진&#10;&#10;자동 생성된 설명">
              <a:extLst>
                <a:ext uri="{FF2B5EF4-FFF2-40B4-BE49-F238E27FC236}">
                  <a16:creationId xmlns:a16="http://schemas.microsoft.com/office/drawing/2014/main" id="{509E08CC-7EBB-4721-94A5-AC6F1B95F4E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6273266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681493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요로감염 증상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42DD157-8D75-45E5-A71B-34D7BF51E5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7277169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요로감염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증상호소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326619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637B8C7E-A2BA-4C5D-B9C0-D58E0C0266BA}"/>
              </a:ext>
            </a:extLst>
          </p:cNvPr>
          <p:cNvSpPr/>
          <p:nvPr/>
        </p:nvSpPr>
        <p:spPr>
          <a:xfrm>
            <a:off x="7452144" y="2324529"/>
            <a:ext cx="120580" cy="16992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51D58BD-AE11-4247-B684-07464B5D0448}"/>
              </a:ext>
            </a:extLst>
          </p:cNvPr>
          <p:cNvGrpSpPr/>
          <p:nvPr/>
        </p:nvGrpSpPr>
        <p:grpSpPr>
          <a:xfrm>
            <a:off x="6761172" y="4117445"/>
            <a:ext cx="4945271" cy="734520"/>
            <a:chOff x="6814337" y="5235856"/>
            <a:chExt cx="4945271" cy="734520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B67A687-8774-46E4-9C36-E3A6FD5CB78A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7232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통증의 원인이 방광부터 그 위쪽의 비뇨기계로 의심되면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중심성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통증으로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요도와 그 아래쪽으로 의심되면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말초성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통증으로 분류한다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6" name="그림 15" descr="화살이(가) 표시된 사진&#10;&#10;자동 생성된 설명">
              <a:extLst>
                <a:ext uri="{FF2B5EF4-FFF2-40B4-BE49-F238E27FC236}">
                  <a16:creationId xmlns:a16="http://schemas.microsoft.com/office/drawing/2014/main" id="{8604723C-D8C3-4E1E-BE86-4C6B1689D1A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C705D6E3-8C1F-46C9-8AC2-4DBF2588D5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4518619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232578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22978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057219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76578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686D57C-FB46-4798-A8F3-09339F8740C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2483681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336242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핍뇨증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2198648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핍뇨증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85D7588-9A72-4DE3-91DA-8FBDB8CEE1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298578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12C012B6-4724-4C1E-B5BF-5E104413FD35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4280771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351617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다뇨증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89532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다뇨증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85D7588-9A72-4DE3-91DA-8FBDB8CEE1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2998642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7317695E-B4C1-4094-B8F9-7E42B023C33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1136203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581915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7174459"/>
              </p:ext>
            </p:extLst>
          </p:nvPr>
        </p:nvGraphicFramePr>
        <p:xfrm>
          <a:off x="6774581" y="2107950"/>
          <a:ext cx="4745666" cy="2765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성폭행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안정되어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생식기의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3851847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255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85D7588-9A72-4DE3-91DA-8FBDB8CEE1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2697327"/>
              </p:ext>
            </p:extLst>
          </p:nvPr>
        </p:nvGraphicFramePr>
        <p:xfrm>
          <a:off x="1350334" y="2107952"/>
          <a:ext cx="5063884" cy="414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132341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132341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675597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1082850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2703241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3135901"/>
                  </a:ext>
                </a:extLst>
              </a:tr>
              <a:tr h="15880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652912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519B94C0-0BC0-47EF-8E54-5E226756A10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1111962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935615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우울증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자해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6887559"/>
              </p:ext>
            </p:extLst>
          </p:nvPr>
        </p:nvGraphicFramePr>
        <p:xfrm>
          <a:off x="6774581" y="2107950"/>
          <a:ext cx="4745666" cy="2340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계획적인 자살시도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뚜렷한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자살의도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구체적인 계획이 없는 자살관념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우울함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자살생각은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212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EF8D1D8-158C-4FF9-8C64-658A4C45AF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0858647"/>
              </p:ext>
            </p:extLst>
          </p:nvPr>
        </p:nvGraphicFramePr>
        <p:xfrm>
          <a:off x="1350334" y="2107951"/>
          <a:ext cx="5063884" cy="214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483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99B8121C-2DD5-4A26-B78A-93632BE5638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A28F3105-FDEB-4922-A4D0-FB6077D895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7505714"/>
              </p:ext>
            </p:extLst>
          </p:nvPr>
        </p:nvGraphicFramePr>
        <p:xfrm>
          <a:off x="1350334" y="2623201"/>
          <a:ext cx="5063884" cy="36809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758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646304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551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자살관련 용어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자살시도 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attempt)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죽으려는 의도에 따른 행동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(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노골적인 또는 암시적인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자살의도 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intent)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자살로 이어질 수 있는 주관적인 생각이나 바람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75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자살관념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(Suicidal ideation)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자신의 죽음에 대한 생각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자살에 대한 계획이나 의도의 정도에 따라 중대한 정도가 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다를 수 있음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145455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도주의 가능성 또는 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안전에 대한 위험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(Uncertain flight or safety risk)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자신이나 타인에게 폭력적인 위협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조절되지 않는 분노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편집증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(Paranoia),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또는 환각으로 이상 행동을 하는 환자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 위험도 평가에 협조하지 않거나 거부하며 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도주의 위험이 있는 환자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이에 대해 집중 관찰이 필요함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en-US" altLang="ko-KR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보호자가 상주하거나 </a:t>
                      </a:r>
                      <a:endParaRPr kumimoji="0" lang="en-US" altLang="ko-KR" sz="1000" b="0" i="0" u="none" strike="noStrike" cap="none" spc="-2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환자와 보호자가 합의한 경우에는 병원에서 지정한 </a:t>
                      </a:r>
                      <a:endParaRPr kumimoji="0" lang="en-US" altLang="ko-KR" sz="1000" b="0" i="0" u="none" strike="noStrike" cap="none" spc="-2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집중관찰 구역은 필요하지 않음</a:t>
                      </a:r>
                      <a:r>
                        <a:rPr kumimoji="0" lang="en-US" altLang="ko-KR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6233240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4265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위기 상황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501826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불안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EF8D1D8-158C-4FF9-8C64-658A4C45AF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2729898"/>
              </p:ext>
            </p:extLst>
          </p:nvPr>
        </p:nvGraphicFramePr>
        <p:xfrm>
          <a:off x="1350334" y="2107951"/>
          <a:ext cx="5063884" cy="214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483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6265A90-936E-4A28-B5C7-B8EFB4CA17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B1B9F12-CE0C-4A2E-AB00-5E3D8C917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6188796"/>
              </p:ext>
            </p:extLst>
          </p:nvPr>
        </p:nvGraphicFramePr>
        <p:xfrm>
          <a:off x="1350335" y="2623201"/>
          <a:ext cx="5063884" cy="3614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39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89648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57354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92912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중증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초조함을 동반한 극도의 불안이나 걱정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극도의 흥분상태로  의료진의 협조 요청에도 진정되지 않음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39849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중등도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명백한 불안이나 걱정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 </a:t>
                      </a:r>
                      <a:b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떨림은 없음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초조함의 징후를 보이며 지시에 대해 일관성 있게 수행하지 못함 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예를 들어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앉거나 진정하도록 지시했을 때 일시적으로 지시에 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따르지만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금방 안절부절못하고 다시 초조해짐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92912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경증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가벼운 불안이나 걱정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근심이 있지만 안심시키면 나아짐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안절부절못하지만 협조적이며 지시에 잘 따름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044623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67469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1EE1B0D-E13E-4999-93CD-8025502082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3956944"/>
              </p:ext>
            </p:extLst>
          </p:nvPr>
        </p:nvGraphicFramePr>
        <p:xfrm>
          <a:off x="1350334" y="4766669"/>
          <a:ext cx="10167214" cy="15279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9986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8957228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7850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26914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급성 정신병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극단적인 자기 부정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혼란하고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무질서한 생각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언어 장애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환청이나 환각을 현실과 구분하지 못함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환각이나 망상으로 인한 이상한 생각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혹은 적대감을 표출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5886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편집증</a:t>
                      </a:r>
                      <a:endParaRPr kumimoji="0" lang="en-US" altLang="ko-KR" sz="10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(Paranoia)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피해망상 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타인에 의해  추적당하고 있거나 독극물에 노출되거나 해를 입고 있고 있다고 생각함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관계사고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사람들이 자신의 얘기를 하고 있다는 잘못된 믿음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극심한 불안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초조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혹은 적개심이 동반될 수 있음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9438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만성</a:t>
                      </a:r>
                      <a: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환각</a:t>
                      </a:r>
                      <a:endParaRPr kumimoji="0" lang="en-US" altLang="ko-KR" sz="10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환각의 병력을 알고 있지만 최근의 양상이나 빈도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혹은 환각으로 인한 본인의 고통의 변화가 없음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26914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만성</a:t>
                      </a:r>
                      <a: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b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kumimoji="0" lang="ko-KR" altLang="en-US" sz="105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비응급</a:t>
                      </a: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상태</a:t>
                      </a:r>
                      <a:endParaRPr kumimoji="0" lang="en-US" altLang="ko-KR" sz="10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분류담당자가 평소 알고 있는 환자이며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이전에도 치료가 잘됐던 동일한 증상을 호소하거나 단순히 음식이나 따뜻한 곳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일시적으로 쉴 곳을 찾고 있는 경우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83AD456-738B-4413-95B6-01C398F5FA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6112860"/>
              </p:ext>
            </p:extLst>
          </p:nvPr>
        </p:nvGraphicFramePr>
        <p:xfrm>
          <a:off x="1350334" y="2107951"/>
          <a:ext cx="5063884" cy="2266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389CD7C9-001E-41E7-8D06-53D8E66557E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99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07CC0237-5BF3-48DC-A322-D2E29BBEA3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5649709"/>
              </p:ext>
            </p:extLst>
          </p:nvPr>
        </p:nvGraphicFramePr>
        <p:xfrm>
          <a:off x="6774581" y="2107950"/>
          <a:ext cx="4745666" cy="25256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정신병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편집증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(Paranoia)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경증의 불안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안정되어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만성적인 환각으로 인한 경증의 불안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4575FB55-B8DD-4F8A-8D85-F12290A74C11}"/>
              </a:ext>
            </a:extLst>
          </p:cNvPr>
          <p:cNvSpPr/>
          <p:nvPr/>
        </p:nvSpPr>
        <p:spPr>
          <a:xfrm>
            <a:off x="7452144" y="2324529"/>
            <a:ext cx="120580" cy="23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594775974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478610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불면증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929027"/>
              </p:ext>
            </p:extLst>
          </p:nvPr>
        </p:nvGraphicFramePr>
        <p:xfrm>
          <a:off x="6774581" y="2107950"/>
          <a:ext cx="4745666" cy="1065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불면증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불면증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84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5E2B9BB-C1BC-4B82-A099-30A4BBDB8C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1749241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D0397F66-DBAD-4E49-9863-4D3C23DED5D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4336338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966206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폭력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살인 행위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9158586"/>
              </p:ext>
            </p:extLst>
          </p:nvPr>
        </p:nvGraphicFramePr>
        <p:xfrm>
          <a:off x="6774581" y="2107950"/>
          <a:ext cx="4745666" cy="16267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 혹은 타인을 해치려는 구체적인 계획이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있거나 충동을 억제할 수 없는 상태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구체적 계획이 없는 폭력적인 생각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(ideation)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5E2B9BB-C1BC-4B82-A099-30A4BBDB8C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5218621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96F0192-3B61-4D42-9937-21C894C07C6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70813740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452798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사회문제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1640954"/>
              </p:ext>
            </p:extLst>
          </p:nvPr>
        </p:nvGraphicFramePr>
        <p:xfrm>
          <a:off x="6774581" y="2107950"/>
          <a:ext cx="4745666" cy="16267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육체적 학대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정신적 학대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심각한 감정적 스트레스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대처하기 어려운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비급성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5E2B9BB-C1BC-4B82-A099-30A4BBDB8C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0388028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897B86B-29D8-49BC-BC4F-474A33B471D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2694850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51463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기괴한 행동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D9F0A2C-77A7-461F-8FE7-5E4B88CC0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023286"/>
              </p:ext>
            </p:extLst>
          </p:nvPr>
        </p:nvGraphicFramePr>
        <p:xfrm>
          <a:off x="6774581" y="2107950"/>
          <a:ext cx="4745666" cy="3142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조절되지 않는 행동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조절되는 행동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3005371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해를 끼치지 않은 행동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비급성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829073-F09F-4AE7-AE2B-29FBBB24E6EE}"/>
              </a:ext>
            </a:extLst>
          </p:cNvPr>
          <p:cNvSpPr/>
          <p:nvPr/>
        </p:nvSpPr>
        <p:spPr>
          <a:xfrm>
            <a:off x="7452144" y="2324529"/>
            <a:ext cx="120580" cy="2926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838B91D-6F33-4D5A-9041-4370D3044D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5179698"/>
              </p:ext>
            </p:extLst>
          </p:nvPr>
        </p:nvGraphicFramePr>
        <p:xfrm>
          <a:off x="1350334" y="5387883"/>
          <a:ext cx="10167214" cy="906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2975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8437464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6304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기괴한 행동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조절되지 않는 행동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기이하며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지남력이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없고 비이성적인 행동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이성과 언어에 의한 의사소통으로 조절되지 않는 행동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환자나 타인을 신체적 위험에 빠뜨리는 행동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조절되는 행동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기이하고 비이성적인 행동으로 위협이 되지만 합리적인 설득으로 통제가 가능함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가족이나 친구가 환자와 동반하고 있음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해롭지 않은 행동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기이하고 괴상한 행동이 장기간 지속되었으나 최근에 급격한 </a:t>
                      </a:r>
                      <a:r>
                        <a:rPr kumimoji="0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변확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없으며 환자 자신 또는 타인에게 위협이 되지 않는 상태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긴급하게 개입할 필요는 없음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DF2D9FA-E5F3-4058-89E1-2BC071E982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3819329"/>
              </p:ext>
            </p:extLst>
          </p:nvPr>
        </p:nvGraphicFramePr>
        <p:xfrm>
          <a:off x="1350334" y="2107951"/>
          <a:ext cx="5063884" cy="2266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2A2B521-AA8C-48A1-A1FA-F73915B8E12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9974300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002375B-F4F1-4125-A0C7-555842D0E5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556231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폭력 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안전하지 않은 상황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93394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학대가 반복될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육체적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폭행 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성폭행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학대의 병력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징후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68637A0-E15D-456B-BF60-B2161F19C943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27755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환자의 안녕에 대한 고려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학대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방임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60E1BAF3-A662-4332-8221-DC11B8313563}"/>
              </a:ext>
            </a:extLst>
          </p:cNvPr>
          <p:cNvGrpSpPr/>
          <p:nvPr/>
        </p:nvGrpSpPr>
        <p:grpSpPr>
          <a:xfrm>
            <a:off x="6747097" y="4281654"/>
            <a:ext cx="4945271" cy="500749"/>
            <a:chOff x="6814337" y="5235856"/>
            <a:chExt cx="4945271" cy="50074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5139BED-51D3-4652-BCF4-64574248D3DA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 주증상은 급성 의학적 문제는 없지만 학대나 방임이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의심되는 환자에게 사용되는 증상 분류임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8" name="그림 17" descr="화살이(가) 표시된 사진&#10;&#10;자동 생성된 설명">
              <a:extLst>
                <a:ext uri="{FF2B5EF4-FFF2-40B4-BE49-F238E27FC236}">
                  <a16:creationId xmlns:a16="http://schemas.microsoft.com/office/drawing/2014/main" id="{61D68C8C-AA14-4A2D-B58A-AAA124E17EC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471CFD2E-1BF7-4286-9533-CA06AC4F3D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4118119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BB9F1C93-BEB6-4C94-B677-067FAFEF771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255376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636077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 수준의 변화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6174560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&lt;54 m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g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/dl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관련증상을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주취에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의한 의식변화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11A73B5-6D0B-43A7-8A4E-72E05D73C4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375223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C4DCA419-45A6-41CF-B6B4-3A6BA034351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D9617074-BC61-4B86-9643-67A88AD44ED3}"/>
              </a:ext>
            </a:extLst>
          </p:cNvPr>
          <p:cNvGrpSpPr/>
          <p:nvPr/>
        </p:nvGrpSpPr>
        <p:grpSpPr>
          <a:xfrm>
            <a:off x="6747097" y="4756296"/>
            <a:ext cx="4945271" cy="462277"/>
            <a:chOff x="6814337" y="5235856"/>
            <a:chExt cx="4945271" cy="46227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C056440-6393-40E5-9DBD-8D668EB0CFA9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단순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주취에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의한 의식변화는 신체적 원인에 의한 의식변화의 가능성을 배제한 후에 선택해야 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4" name="그림 13" descr="화살이(가) 표시된 사진&#10;&#10;자동 생성된 설명">
              <a:extLst>
                <a:ext uri="{FF2B5EF4-FFF2-40B4-BE49-F238E27FC236}">
                  <a16:creationId xmlns:a16="http://schemas.microsoft.com/office/drawing/2014/main" id="{A090D3C4-231F-4C03-BBB7-E5D10EEC601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201116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91866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착란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600194"/>
              </p:ext>
            </p:extLst>
          </p:nvPr>
        </p:nvGraphicFramePr>
        <p:xfrm>
          <a:off x="6774581" y="2107952"/>
          <a:ext cx="4745666" cy="36304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&lt;54mg/dl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관련증상을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 또는 의식 상태의 변화를 동반한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착란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 또는 의식 상태의 변화를 동반하지 않는 급성 착란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평상시에 비해 변화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888907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3398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11A73B5-6D0B-43A7-8A4E-72E05D73C4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1779430"/>
              </p:ext>
            </p:extLst>
          </p:nvPr>
        </p:nvGraphicFramePr>
        <p:xfrm>
          <a:off x="1350334" y="2107951"/>
          <a:ext cx="5063884" cy="2266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07583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E2A0CB8C-9CEE-4B42-A966-CABD312E6E5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10877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772353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9998208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06495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자세변화에 의해 유발되지 않음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spc="-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자세변화에 의해 발생</a:t>
                      </a:r>
                      <a:r>
                        <a:rPr lang="en-US" altLang="ko-KR" sz="1400" b="1" kern="1200" spc="-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spc="-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다른 신경학적 증상 없음</a:t>
                      </a:r>
                      <a:endParaRPr lang="ko-KR" altLang="en-CA" sz="1400" b="1" kern="1200" spc="-2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 어지러움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A6E3F31-6950-435F-8932-D5109BFCAC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2002502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645BAB9E-FA60-487D-B321-0890C1FB31C9}"/>
              </a:ext>
            </a:extLst>
          </p:cNvPr>
          <p:cNvGrpSpPr/>
          <p:nvPr/>
        </p:nvGrpSpPr>
        <p:grpSpPr>
          <a:xfrm>
            <a:off x="9364795" y="5676937"/>
            <a:ext cx="2167054" cy="434671"/>
            <a:chOff x="9364795" y="5214628"/>
            <a:chExt cx="2167054" cy="434671"/>
          </a:xfrm>
        </p:grpSpPr>
        <p:pic>
          <p:nvPicPr>
            <p:cNvPr id="4" name="그림 3">
              <a:hlinkClick r:id="rId3" action="ppaction://hlinksldjump"/>
              <a:extLst>
                <a:ext uri="{FF2B5EF4-FFF2-40B4-BE49-F238E27FC236}">
                  <a16:creationId xmlns:a16="http://schemas.microsoft.com/office/drawing/2014/main" id="{90508A22-9FDA-4A46-8598-503DA565732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364795" y="5214628"/>
              <a:ext cx="2167054" cy="434671"/>
            </a:xfrm>
            <a:prstGeom prst="rect">
              <a:avLst/>
            </a:prstGeom>
          </p:spPr>
        </p:pic>
        <p:sp>
          <p:nvSpPr>
            <p:cNvPr id="21" name="TextBox 20">
              <a:hlinkClick r:id="rId3" action="ppaction://hlinksldjump"/>
              <a:extLst>
                <a:ext uri="{FF2B5EF4-FFF2-40B4-BE49-F238E27FC236}">
                  <a16:creationId xmlns:a16="http://schemas.microsoft.com/office/drawing/2014/main" id="{44C217CC-C3FF-403B-91EB-1F18F7519644}"/>
                </a:ext>
              </a:extLst>
            </p:cNvPr>
            <p:cNvSpPr txBox="1"/>
            <p:nvPr/>
          </p:nvSpPr>
          <p:spPr>
            <a:xfrm>
              <a:off x="9421595" y="5309206"/>
              <a:ext cx="193469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어지러움의 일반적 분류</a:t>
              </a: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4ACDB048-4269-4442-A38F-52C49FF46FAA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39181C3C-73ED-40AD-A4EB-16E146B1CD03}"/>
              </a:ext>
            </a:extLst>
          </p:cNvPr>
          <p:cNvGrpSpPr/>
          <p:nvPr/>
        </p:nvGrpSpPr>
        <p:grpSpPr>
          <a:xfrm>
            <a:off x="6722536" y="5223568"/>
            <a:ext cx="4836341" cy="428845"/>
            <a:chOff x="6722536" y="3349975"/>
            <a:chExt cx="4836341" cy="428845"/>
          </a:xfrm>
        </p:grpSpPr>
        <p:pic>
          <p:nvPicPr>
            <p:cNvPr id="14" name="그림 13" descr="텍스트이(가) 표시된 사진&#10;&#10;자동 생성된 설명">
              <a:hlinkClick r:id="rId5" action="ppaction://hlinksldjump"/>
              <a:extLst>
                <a:ext uri="{FF2B5EF4-FFF2-40B4-BE49-F238E27FC236}">
                  <a16:creationId xmlns:a16="http://schemas.microsoft.com/office/drawing/2014/main" id="{44056A92-A7B1-4C7E-AA80-156F80B9B37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3349975"/>
              <a:ext cx="4836341" cy="428845"/>
            </a:xfrm>
            <a:prstGeom prst="rect">
              <a:avLst/>
            </a:prstGeom>
          </p:spPr>
        </p:pic>
        <p:sp>
          <p:nvSpPr>
            <p:cNvPr id="16" name="TextBox 15">
              <a:hlinkClick r:id="rId5" action="ppaction://hlinksldjump"/>
              <a:extLst>
                <a:ext uri="{FF2B5EF4-FFF2-40B4-BE49-F238E27FC236}">
                  <a16:creationId xmlns:a16="http://schemas.microsoft.com/office/drawing/2014/main" id="{1F7EEFA7-8D37-48E4-975F-7F6B5DC19E43}"/>
                </a:ext>
              </a:extLst>
            </p:cNvPr>
            <p:cNvSpPr txBox="1"/>
            <p:nvPr/>
          </p:nvSpPr>
          <p:spPr>
            <a:xfrm>
              <a:off x="6808230" y="3424127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7274854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448570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3848661"/>
              </p:ext>
            </p:extLst>
          </p:nvPr>
        </p:nvGraphicFramePr>
        <p:xfrm>
          <a:off x="6774581" y="2107952"/>
          <a:ext cx="4745666" cy="35802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06495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en-CA" altLang="ko-KR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r>
                        <a:rPr lang="en-CA" altLang="ko-KR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지금까지 경험했던 두통 중 </a:t>
                      </a:r>
                      <a:endParaRPr lang="en-US" altLang="ko-KR" sz="1400" b="1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가장 심함</a:t>
                      </a:r>
                      <a:endParaRPr lang="ko-KR" altLang="en-CA" sz="1400" b="1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시력장애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안구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반복적인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79607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336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308D0B8-065E-4309-B07B-A8D91F0E16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5874944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8764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7809CD23-91CC-46F4-B644-B3C807AC0408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7706270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1005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발작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0172540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지금 발작 중 </a:t>
                      </a: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06495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후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회복된 상태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명료한 의식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308D0B8-065E-4309-B07B-A8D91F0E16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7845796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0FBDDE15-7F9A-456E-A19F-2A1EB19D665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109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357551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693764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 장애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운동 실조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0860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발병시간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&lt;24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2AB219-E209-41DA-9A6E-069B82DE17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187927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B571149F-C854-4727-9639-2EC2BFB69A00}"/>
              </a:ext>
            </a:extLst>
          </p:cNvPr>
          <p:cNvGrpSpPr/>
          <p:nvPr/>
        </p:nvGrpSpPr>
        <p:grpSpPr>
          <a:xfrm>
            <a:off x="6747097" y="4752767"/>
            <a:ext cx="4945271" cy="277611"/>
            <a:chOff x="6814337" y="5235856"/>
            <a:chExt cx="4945271" cy="277611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44DE1D3-7851-4CCB-A198-C6EE9F825C24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발병시간은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병원별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초급성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뇌경색 판단 기준에 따른다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17" name="그림 16" descr="화살이(가) 표시된 사진&#10;&#10;자동 생성된 설명">
              <a:extLst>
                <a:ext uri="{FF2B5EF4-FFF2-40B4-BE49-F238E27FC236}">
                  <a16:creationId xmlns:a16="http://schemas.microsoft.com/office/drawing/2014/main" id="{7F05BBD5-74BE-4291-9FF0-D05DB47EDFF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44523551-5DC9-4937-B256-BA877ACDEC3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9B9B1330-73C3-449B-B6F6-C87CAD8EED4F}"/>
              </a:ext>
            </a:extLst>
          </p:cNvPr>
          <p:cNvGrpSpPr/>
          <p:nvPr/>
        </p:nvGrpSpPr>
        <p:grpSpPr>
          <a:xfrm>
            <a:off x="6722536" y="5068719"/>
            <a:ext cx="4836341" cy="428845"/>
            <a:chOff x="6722536" y="5068719"/>
            <a:chExt cx="4836341" cy="428845"/>
          </a:xfrm>
        </p:grpSpPr>
        <p:pic>
          <p:nvPicPr>
            <p:cNvPr id="20" name="그림 19" descr="텍스트이(가) 표시된 사진&#10;&#10;자동 생성된 설명">
              <a:hlinkClick r:id="rId4" action="ppaction://hlinksldjump"/>
              <a:extLst>
                <a:ext uri="{FF2B5EF4-FFF2-40B4-BE49-F238E27FC236}">
                  <a16:creationId xmlns:a16="http://schemas.microsoft.com/office/drawing/2014/main" id="{BAE219C1-8F2E-43A3-8D0E-CC96AB9EEFE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5068719"/>
              <a:ext cx="4836341" cy="428845"/>
            </a:xfrm>
            <a:prstGeom prst="rect">
              <a:avLst/>
            </a:prstGeom>
          </p:spPr>
        </p:pic>
        <p:sp>
          <p:nvSpPr>
            <p:cNvPr id="21" name="TextBox 20">
              <a:hlinkClick r:id="rId4" action="ppaction://hlinksldjump"/>
              <a:extLst>
                <a:ext uri="{FF2B5EF4-FFF2-40B4-BE49-F238E27FC236}">
                  <a16:creationId xmlns:a16="http://schemas.microsoft.com/office/drawing/2014/main" id="{ECFDFF94-F5B0-45AD-8815-2114A7FFD8B9}"/>
                </a:ext>
              </a:extLst>
            </p:cNvPr>
            <p:cNvSpPr txBox="1"/>
            <p:nvPr/>
          </p:nvSpPr>
          <p:spPr>
            <a:xfrm>
              <a:off x="6808230" y="5142871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625181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963821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두부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9887053"/>
              </p:ext>
            </p:extLst>
          </p:nvPr>
        </p:nvGraphicFramePr>
        <p:xfrm>
          <a:off x="6774581" y="2107952"/>
          <a:ext cx="4745666" cy="34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새로운 국소적 신경학적 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의식소실의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93476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장기간의 척추고정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의식소실의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병력이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327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9BDA0B03-7658-4058-A95C-16B5D41C62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904465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8764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AC15EFEA-3A80-47A5-A87F-C68BC0516B3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2757096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574583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떨림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(Tremor)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234453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떨림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9BDA0B03-7658-4058-A95C-16B5D41C62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6837671"/>
              </p:ext>
            </p:extLst>
          </p:nvPr>
        </p:nvGraphicFramePr>
        <p:xfrm>
          <a:off x="1350334" y="2107951"/>
          <a:ext cx="5063884" cy="2266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1B88ABDD-93BB-4D40-9457-60F95775868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772784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746592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사지 약화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뇌졸중 증상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9940865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74343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84131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발병시간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이내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78520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발병시간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초과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회복된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CC55E418-B36C-40DA-94A3-E7D149E3BA1D}"/>
              </a:ext>
            </a:extLst>
          </p:cNvPr>
          <p:cNvGrpSpPr/>
          <p:nvPr/>
        </p:nvGrpSpPr>
        <p:grpSpPr>
          <a:xfrm>
            <a:off x="6747097" y="5221791"/>
            <a:ext cx="4945271" cy="277611"/>
            <a:chOff x="6814337" y="5235856"/>
            <a:chExt cx="4945271" cy="277611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5C5FE9B-0EDD-406A-A7C6-6172D8BB93EA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발병시간은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병원별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초급성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뇌경색 판단 기준에 따른다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14" name="그림 13" descr="화살이(가) 표시된 사진&#10;&#10;자동 생성된 설명">
              <a:extLst>
                <a:ext uri="{FF2B5EF4-FFF2-40B4-BE49-F238E27FC236}">
                  <a16:creationId xmlns:a16="http://schemas.microsoft.com/office/drawing/2014/main" id="{B725B761-C7B8-4A61-A0B1-9F3CF189C3A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E0B2353F-31BF-44BD-85ED-2FB7A72D210C}"/>
              </a:ext>
            </a:extLst>
          </p:cNvPr>
          <p:cNvGrpSpPr/>
          <p:nvPr/>
        </p:nvGrpSpPr>
        <p:grpSpPr>
          <a:xfrm>
            <a:off x="6747097" y="5542302"/>
            <a:ext cx="4945271" cy="277611"/>
            <a:chOff x="6814337" y="5235856"/>
            <a:chExt cx="4945271" cy="277611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D74098D-250A-4FC9-8F99-50878A5A526A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두통이 동반되어 있을 때 통증 점수를 사용할 수 있다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림 18" descr="화살이(가) 표시된 사진&#10;&#10;자동 생성된 설명">
              <a:extLst>
                <a:ext uri="{FF2B5EF4-FFF2-40B4-BE49-F238E27FC236}">
                  <a16:creationId xmlns:a16="http://schemas.microsoft.com/office/drawing/2014/main" id="{23FAC44B-B3E5-429A-BAC9-904819DA211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448C303C-16EE-47D8-9EED-E8976FC57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2285244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0549893-469E-4DFE-834F-08548E8DA57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664834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41772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감각상실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이상감각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2382058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 발병한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감각소실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이상감각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78520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감각소실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이상감각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61A850FD-E7E8-47F2-A809-F6FB747A4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7013424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D428FCB6-30C4-4A41-B531-5E0C85A1F0F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AB1F012-52D7-4464-9E2D-525E96E8F40B}"/>
              </a:ext>
            </a:extLst>
          </p:cNvPr>
          <p:cNvGrpSpPr/>
          <p:nvPr/>
        </p:nvGrpSpPr>
        <p:grpSpPr>
          <a:xfrm>
            <a:off x="6722536" y="3349975"/>
            <a:ext cx="4836341" cy="428845"/>
            <a:chOff x="6722536" y="3349975"/>
            <a:chExt cx="4836341" cy="428845"/>
          </a:xfrm>
        </p:grpSpPr>
        <p:pic>
          <p:nvPicPr>
            <p:cNvPr id="17" name="그림 16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038224CA-678B-4073-86D2-4E33CD1E88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3349975"/>
              <a:ext cx="4836341" cy="428845"/>
            </a:xfrm>
            <a:prstGeom prst="rect">
              <a:avLst/>
            </a:prstGeom>
          </p:spPr>
        </p:pic>
        <p:sp>
          <p:nvSpPr>
            <p:cNvPr id="18" name="TextBox 17">
              <a:hlinkClick r:id="rId3" action="ppaction://hlinksldjump"/>
              <a:extLst>
                <a:ext uri="{FF2B5EF4-FFF2-40B4-BE49-F238E27FC236}">
                  <a16:creationId xmlns:a16="http://schemas.microsoft.com/office/drawing/2014/main" id="{723F12F4-3570-4332-AE6D-5E635EA98BB7}"/>
                </a:ext>
              </a:extLst>
            </p:cNvPr>
            <p:cNvSpPr txBox="1"/>
            <p:nvPr/>
          </p:nvSpPr>
          <p:spPr>
            <a:xfrm>
              <a:off x="6808230" y="3424127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8439263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072396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기억상실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4F46D9-F096-4B19-AFF0-C9B092504B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1724127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 발병한 기억상실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840651-BA91-4BBB-8FA5-16365F6E5C81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61A850FD-E7E8-47F2-A809-F6FB747A4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9919219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BFDB7E3-60FF-4E52-A683-F7D01EE6480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BD110A5-AF38-4DBB-915A-E9CED5A8928B}"/>
              </a:ext>
            </a:extLst>
          </p:cNvPr>
          <p:cNvGrpSpPr/>
          <p:nvPr/>
        </p:nvGrpSpPr>
        <p:grpSpPr>
          <a:xfrm>
            <a:off x="6722536" y="2891574"/>
            <a:ext cx="4836341" cy="428845"/>
            <a:chOff x="6722536" y="2891574"/>
            <a:chExt cx="4836341" cy="428845"/>
          </a:xfrm>
        </p:grpSpPr>
        <p:pic>
          <p:nvPicPr>
            <p:cNvPr id="14" name="그림 13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ACD3F90B-F37F-44F2-A3A7-10B26509263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2891574"/>
              <a:ext cx="4836341" cy="428845"/>
            </a:xfrm>
            <a:prstGeom prst="rect">
              <a:avLst/>
            </a:prstGeom>
          </p:spPr>
        </p:pic>
        <p:sp>
          <p:nvSpPr>
            <p:cNvPr id="16" name="TextBox 15">
              <a:hlinkClick r:id="rId3" action="ppaction://hlinksldjump"/>
              <a:extLst>
                <a:ext uri="{FF2B5EF4-FFF2-40B4-BE49-F238E27FC236}">
                  <a16:creationId xmlns:a16="http://schemas.microsoft.com/office/drawing/2014/main" id="{482A32E7-E748-4FB3-A69A-E3DE241FC64D}"/>
                </a:ext>
              </a:extLst>
            </p:cNvPr>
            <p:cNvSpPr txBox="1"/>
            <p:nvPr/>
          </p:nvSpPr>
          <p:spPr>
            <a:xfrm>
              <a:off x="6808230" y="2965726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3978353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27993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월경 문제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19EECCD-BD6C-4D33-A789-40BF9066B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394323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월경 문제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0D4F1E5-4FF9-400A-ACC3-54F9A23B90AF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E4A3F23-638F-4F56-9E28-7E2706CF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4594139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8522117E-F98D-42FB-A00E-34A4FE5DDD9D}"/>
              </a:ext>
            </a:extLst>
          </p:cNvPr>
          <p:cNvGrpSpPr/>
          <p:nvPr/>
        </p:nvGrpSpPr>
        <p:grpSpPr>
          <a:xfrm>
            <a:off x="6747097" y="4279357"/>
            <a:ext cx="4945271" cy="511382"/>
            <a:chOff x="6814337" y="5235856"/>
            <a:chExt cx="4945271" cy="511382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A0A373E-04A3-49E8-AD07-593936207D29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여기서 말하는 월경문제에는 월경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생리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과 관련된 정상적인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증상도 포함된다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19" name="그림 18" descr="화살이(가) 표시된 사진&#10;&#10;자동 생성된 설명">
              <a:extLst>
                <a:ext uri="{FF2B5EF4-FFF2-40B4-BE49-F238E27FC236}">
                  <a16:creationId xmlns:a16="http://schemas.microsoft.com/office/drawing/2014/main" id="{3637932F-3461-4729-AF38-EBB834C7B43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CDDC6808-0A0C-4624-9D92-B752BF4AB06A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2838034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383683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질내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19EECCD-BD6C-4D33-A789-40BF9066B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8377478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질내 이물질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0D4F1E5-4FF9-400A-ACC3-54F9A23B90AF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E4A3F23-638F-4F56-9E28-7E2706CF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8626663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1C55916B-F0A5-49B4-AF8D-874179A13CA0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8381849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863094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 분비물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19EECCD-BD6C-4D33-A789-40BF9066B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659146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0D4F1E5-4FF9-400A-ACC3-54F9A23B90AF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E4A3F23-638F-4F56-9E28-7E2706CF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6936756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B978989-B16C-47A1-B9DF-D0024200530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49605953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63435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성폭행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19EECCD-BD6C-4D33-A789-40BF9066B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6606076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시간부터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&lt;12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;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0D4F1E5-4FF9-400A-ACC3-54F9A23B90AF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AF1D718-1126-409B-AE30-7885D7E84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1623920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grpSp>
        <p:nvGrpSpPr>
          <p:cNvPr id="10" name="그룹 9">
            <a:extLst>
              <a:ext uri="{FF2B5EF4-FFF2-40B4-BE49-F238E27FC236}">
                <a16:creationId xmlns:a16="http://schemas.microsoft.com/office/drawing/2014/main" id="{70107925-E55D-482C-B04E-851EFA06F6AF}"/>
              </a:ext>
            </a:extLst>
          </p:cNvPr>
          <p:cNvGrpSpPr/>
          <p:nvPr/>
        </p:nvGrpSpPr>
        <p:grpSpPr>
          <a:xfrm>
            <a:off x="6747097" y="5220047"/>
            <a:ext cx="4945271" cy="511382"/>
            <a:chOff x="6814337" y="5235856"/>
            <a:chExt cx="4945271" cy="51138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37BC7D5-2E56-4AF0-ADB3-51A3716BA9EC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분류소의 컴퓨터 화면이나 보드에 상기 주증상이 노출되지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않도록 하고 순화된 언어로 표현할 것을 권고한다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7" name="그림 16" descr="화살이(가) 표시된 사진&#10;&#10;자동 생성된 설명">
              <a:extLst>
                <a:ext uri="{FF2B5EF4-FFF2-40B4-BE49-F238E27FC236}">
                  <a16:creationId xmlns:a16="http://schemas.microsoft.com/office/drawing/2014/main" id="{C0DEDA93-1C35-46FE-8838-5F8FDB54180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AB974B8A-1BE0-4FA7-BB69-46463B3336D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119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896109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575270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 출혈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19EECCD-BD6C-4D33-A789-40BF9066B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1987974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임신과 관련된 다량의 질 출혈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임신과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관련없는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다량의 질 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출혈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출혈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점상 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0D4F1E5-4FF9-400A-ACC3-54F9A23B90AF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AF1D718-1126-409B-AE30-7885D7E84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602234"/>
              </p:ext>
            </p:extLst>
          </p:nvPr>
        </p:nvGraphicFramePr>
        <p:xfrm>
          <a:off x="1350334" y="2107951"/>
          <a:ext cx="5063884" cy="39346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06990A94-9302-400A-8698-FA809978252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85985769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41845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음순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19EECCD-BD6C-4D33-A789-40BF9066B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904161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0D4F1E5-4FF9-400A-ACC3-54F9A23B90AF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AF1D718-1126-409B-AE30-7885D7E84C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6969923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134A726F-D63B-48E8-B674-6C89DE7467B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51350086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548294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미만의 임신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6DFC53D-20E0-459A-B281-2149444C14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958376"/>
              </p:ext>
            </p:extLst>
          </p:nvPr>
        </p:nvGraphicFramePr>
        <p:xfrm>
          <a:off x="6774581" y="2107950"/>
          <a:ext cx="4745666" cy="42485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241981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주기적인 복부 뭉침 또는</a:t>
                      </a:r>
                      <a:endParaRPr lang="en-US" altLang="ko-KR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허리 통증을 동반한 골반의 압박감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939104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다량의 질 출혈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en-US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중등도의 질 출혈</a:t>
                      </a:r>
                      <a:r>
                        <a:rPr lang="ko-KR" altLang="en-CA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CA" altLang="ko-KR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복부의 뭉침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529502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양수누출의 가능성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119985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</a:t>
                      </a:r>
                      <a:r>
                        <a:rPr lang="ko-KR" altLang="en-CA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r>
                        <a:rPr lang="ko-KR" altLang="en-CA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점상출혈</a:t>
                      </a:r>
                      <a:r>
                        <a:rPr lang="en-US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en-CA" altLang="ko-KR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3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핑크빛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점액성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분비물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3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분비물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466155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83A11B4-1C39-4C48-9915-41ADA32C1F98}"/>
              </a:ext>
            </a:extLst>
          </p:cNvPr>
          <p:cNvSpPr/>
          <p:nvPr/>
        </p:nvSpPr>
        <p:spPr>
          <a:xfrm>
            <a:off x="7452144" y="2324529"/>
            <a:ext cx="120580" cy="403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FE409B0-BD8C-4789-9828-ACE60B0296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8736437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01CF25E1-71B8-42D8-A68A-FEF6E14CCA7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444204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884849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이상의 임신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6DFC53D-20E0-459A-B281-2149444C14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774273"/>
              </p:ext>
            </p:extLst>
          </p:nvPr>
        </p:nvGraphicFramePr>
        <p:xfrm>
          <a:off x="6774581" y="2107951"/>
          <a:ext cx="4745666" cy="4376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태아의 일부분이 보이거나 탯줄 탈출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965274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질 출혈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5188854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중 또는 발작 후 상태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638839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임신주수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&gt;20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 관통상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706618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태동이 없음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84560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진통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자궁수축</a:t>
                      </a:r>
                      <a:r>
                        <a:rPr lang="ko-KR" altLang="en-CA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≤5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939104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예정이 없었거나 의도치 않은 출산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06150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태동이 감소함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073374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&gt;160mmHg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&gt;100mmHg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상복부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시각장애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뇌졸중 증상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120928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임신주수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&gt;20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주요 복부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100272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물질의 오용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524192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2118070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진통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자궁수축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&gt;5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167957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출혈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현재는 멈춤</a:t>
                      </a:r>
                      <a:endParaRPr lang="en-CA" altLang="ko-KR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&gt;140mmHg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&gt;90mmHg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복부를 제외한 부위의 경증 외상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52950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양수 누출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119985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임신주수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&gt;20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83A11B4-1C39-4C48-9915-41ADA32C1F98}"/>
              </a:ext>
            </a:extLst>
          </p:cNvPr>
          <p:cNvSpPr/>
          <p:nvPr/>
        </p:nvSpPr>
        <p:spPr>
          <a:xfrm>
            <a:off x="7452144" y="2324529"/>
            <a:ext cx="120580" cy="415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FE409B0-BD8C-4789-9828-ACE60B0296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984057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DC983A33-A8D6-4CAC-940B-DC69A3F5DC8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2961657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80730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출산 후 문제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(6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이내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6DFC53D-20E0-459A-B281-2149444C14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744463"/>
              </p:ext>
            </p:extLst>
          </p:nvPr>
        </p:nvGraphicFramePr>
        <p:xfrm>
          <a:off x="6774581" y="2107951"/>
          <a:ext cx="4745666" cy="431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중 또는 발작 후 상태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965274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핏덩이를 동반한 지속되는 질 출혈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939104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&gt;160mmHg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&gt;100mmHg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06150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명치통증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시각장애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뇌졸중 증상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073374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오한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상처의 발적 또는 화농성 분비물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비정상적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질분비물을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동반한 골반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 통증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120928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출산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72시간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이내의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배뇨통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소변배출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100272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물질의 오용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524192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2118070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출산후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이내의 선홍색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점상출혈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167957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수축기혈압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&gt;140mmHg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이완기혈압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&gt;90mmHg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경막외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마취후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지속되는 두통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중등도의 두통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비체위성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(non-dependent)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52950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장액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혈액성의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분비물을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동반한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발적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en-US" altLang="ko-KR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119985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출산후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이상 경과한 출혈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 정상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83A11B4-1C39-4C48-9915-41ADA32C1F98}"/>
              </a:ext>
            </a:extLst>
          </p:cNvPr>
          <p:cNvSpPr/>
          <p:nvPr/>
        </p:nvSpPr>
        <p:spPr>
          <a:xfrm>
            <a:off x="7452144" y="2324529"/>
            <a:ext cx="120580" cy="41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FE409B0-BD8C-4789-9828-ACE60B0296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2203569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09EE806C-A801-4F22-8AE5-D45867B80E2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7075705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27605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 통증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가려움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460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EBCFC03-C03E-4BED-82CF-A72165D271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8212890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가려움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196537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B64955E-3ED7-45B5-BC51-7681AFA6AC52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583DE72-AE77-470B-A6A9-4D6369784A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9096744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72DAE057-D8E2-44DF-B6E2-9C211666C34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2612173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369135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화학물질 노출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EBCFC03-C03E-4BED-82CF-A72165D271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410263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눈의 화학물질 노출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B64955E-3ED7-45B5-BC51-7681AFA6AC52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41F48BA9-3456-4EBD-8718-AEEBB9CB8C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293800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C773D6ED-3F7C-41AA-9163-7E867FF974F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95040262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666780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28657B3-D3E1-4A3E-AD84-C94D0870A6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90545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37EA5E48-968C-446F-AB2F-F7A5D8DDE7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839729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이물질의 안구 관통</a:t>
                      </a: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시력변화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398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7FF2E6E-3954-472F-B844-E01D0EC64E79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289959B7-5247-418B-A64E-16B92C2903B6}"/>
              </a:ext>
            </a:extLst>
          </p:cNvPr>
          <p:cNvGrpSpPr/>
          <p:nvPr/>
        </p:nvGrpSpPr>
        <p:grpSpPr>
          <a:xfrm>
            <a:off x="6747097" y="4750015"/>
            <a:ext cx="4945271" cy="288244"/>
            <a:chOff x="6814337" y="5235856"/>
            <a:chExt cx="4945271" cy="288244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BD13744-EA27-4C16-B937-91E086676900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 주증상은 각막의 찰과상과 이물질을 포함함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림 18" descr="화살이(가) 표시된 사진&#10;&#10;자동 생성된 설명">
              <a:extLst>
                <a:ext uri="{FF2B5EF4-FFF2-40B4-BE49-F238E27FC236}">
                  <a16:creationId xmlns:a16="http://schemas.microsoft.com/office/drawing/2014/main" id="{233AFFC6-2D67-4708-9184-180C0FB748E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53D19137-1FC6-4BE9-A1F4-2932858BCE6A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972451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28118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시력장애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37EA5E48-968C-446F-AB2F-F7A5D8DDE7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7012812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시력변화</a:t>
                      </a:r>
                      <a:endParaRPr lang="ko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점진적 시력변화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39896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7FF2E6E-3954-472F-B844-E01D0EC64E79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FB1C782-9951-482C-B288-2AB18909CE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505825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59EA2D82-24C7-45C1-818B-12C3314CCB5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5194486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45291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D8C3643-9BD8-492B-9C68-1C3CE156D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649160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727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시력 장애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20526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196537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2B2A767-1E47-490D-A7DC-D364D2C163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71133"/>
              </p:ext>
            </p:extLst>
          </p:nvPr>
        </p:nvGraphicFramePr>
        <p:xfrm>
          <a:off x="1350334" y="2107951"/>
          <a:ext cx="5063884" cy="1446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968398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05662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7FF2E6E-3954-472F-B844-E01D0EC64E79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D29D606-9398-4B78-B3CE-66BE05F323F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129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45464596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27555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 충혈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분비물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D8C3643-9BD8-492B-9C68-1C3CE156D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684587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 충혈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 충혈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196537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2B2A767-1E47-490D-A7DC-D364D2C163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3089064"/>
              </p:ext>
            </p:extLst>
          </p:nvPr>
        </p:nvGraphicFramePr>
        <p:xfrm>
          <a:off x="1350334" y="2107951"/>
          <a:ext cx="5063884" cy="1240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7063838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7FF2E6E-3954-472F-B844-E01D0EC64E79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6BA2D05-D26D-4FFB-A657-437651F9182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96329132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035152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눈부심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D8C3643-9BD8-492B-9C68-1C3CE156D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126778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66833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눈부심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2B2A767-1E47-490D-A7DC-D364D2C163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1321008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7FF2E6E-3954-472F-B844-E01D0EC64E79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9720F63-A25B-4472-BFA4-08DBB0B6A4E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2984563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637415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D8C3643-9BD8-492B-9C68-1C3CE156D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6263479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발병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복시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567DA42-5151-4A8B-AFF2-41036F8366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441486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7FF2E6E-3954-472F-B844-E01D0EC64E79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5F6CA1A-868E-41A5-B864-616B909891B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0AA4EEB6-56C3-4BBE-B103-17679B802B39}"/>
              </a:ext>
            </a:extLst>
          </p:cNvPr>
          <p:cNvGrpSpPr/>
          <p:nvPr/>
        </p:nvGrpSpPr>
        <p:grpSpPr>
          <a:xfrm>
            <a:off x="6722536" y="3349975"/>
            <a:ext cx="4836341" cy="428845"/>
            <a:chOff x="6722536" y="3349975"/>
            <a:chExt cx="4836341" cy="428845"/>
          </a:xfrm>
        </p:grpSpPr>
        <p:pic>
          <p:nvPicPr>
            <p:cNvPr id="25" name="그림 24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DE0A6F02-47FE-4B65-8585-15D2075F9E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3349975"/>
              <a:ext cx="4836341" cy="428845"/>
            </a:xfrm>
            <a:prstGeom prst="rect">
              <a:avLst/>
            </a:prstGeom>
          </p:spPr>
        </p:pic>
        <p:sp>
          <p:nvSpPr>
            <p:cNvPr id="26" name="TextBox 25">
              <a:hlinkClick r:id="rId3" action="ppaction://hlinksldjump"/>
              <a:extLst>
                <a:ext uri="{FF2B5EF4-FFF2-40B4-BE49-F238E27FC236}">
                  <a16:creationId xmlns:a16="http://schemas.microsoft.com/office/drawing/2014/main" id="{937E24CF-4F31-467C-842C-660F29FEE04B}"/>
                </a:ext>
              </a:extLst>
            </p:cNvPr>
            <p:cNvSpPr txBox="1"/>
            <p:nvPr/>
          </p:nvSpPr>
          <p:spPr>
            <a:xfrm>
              <a:off x="6808230" y="3424127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48073302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047640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안와주위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69CDB969-5323-4ED4-A42B-211E3F7AB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45356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안와주위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부종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93E4CDF8-A918-4F52-B3EB-655B0FBC0998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F2EEA030-979E-4909-BBA9-9BC0D21DF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538725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E354A263-7CCA-420A-9DCD-2AEAE7CA379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9655971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870767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69CDB969-5323-4ED4-A42B-211E3F7AB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3285580"/>
              </p:ext>
            </p:extLst>
          </p:nvPr>
        </p:nvGraphicFramePr>
        <p:xfrm>
          <a:off x="6774581" y="2107952"/>
          <a:ext cx="4745666" cy="3584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2238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손상이나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화학물질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직접적인 고열에 의한 손상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1242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둔상에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의한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시력소실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24557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시력 장애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747755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분류 담당자가 눈을 확인할 수 없는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눈의 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93E4CDF8-A918-4F52-B3EB-655B0FBC0998}"/>
              </a:ext>
            </a:extLst>
          </p:cNvPr>
          <p:cNvSpPr/>
          <p:nvPr/>
        </p:nvSpPr>
        <p:spPr>
          <a:xfrm>
            <a:off x="7452144" y="2324529"/>
            <a:ext cx="120580" cy="336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F2EEA030-979E-4909-BBA9-9BC0D21DF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7566600"/>
              </p:ext>
            </p:extLst>
          </p:nvPr>
        </p:nvGraphicFramePr>
        <p:xfrm>
          <a:off x="1350334" y="2107951"/>
          <a:ext cx="5063884" cy="1446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3248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813391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714621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A94640DB-6C98-4B87-9CDC-03C5065BA86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4670119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129556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AC6B63-719C-4A1D-AA17-F120975882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394585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2A45E90-8972-4CAD-9DE8-87A6B8089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9354154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장과 방광의 기능장애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허리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F41FA2-6489-45EE-BD4C-33AB7A665794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21655DB-7EBD-4A4C-8500-8C54A3D9EBA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616708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65543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목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AC6B63-719C-4A1D-AA17-F120975882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1993783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677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2A45E90-8972-4CAD-9DE8-87A6B8089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4104080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장과 방광의 기능장애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허리 손상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F41FA2-6489-45EE-BD4C-33AB7A665794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A2535D5-B880-4B40-AB2B-156C48B129D6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4035932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58842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절단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AC6B63-719C-4A1D-AA17-F120975882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9618959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2A45E90-8972-4CAD-9DE8-87A6B8089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4078682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손가락의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발가락의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F41FA2-6489-45EE-BD4C-33AB7A665794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C103803-7312-4D0E-83E0-2BA3299FEAC1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287634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461293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AC6B63-719C-4A1D-AA17-F120975882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3699996"/>
              </p:ext>
            </p:extLst>
          </p:nvPr>
        </p:nvGraphicFramePr>
        <p:xfrm>
          <a:off x="1350334" y="2107951"/>
          <a:ext cx="5063884" cy="4173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854200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4974853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0601285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58787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2A45E90-8972-4CAD-9DE8-87A6B8089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6962430"/>
              </p:ext>
            </p:extLst>
          </p:nvPr>
        </p:nvGraphicFramePr>
        <p:xfrm>
          <a:off x="6774581" y="2107952"/>
          <a:ext cx="4745666" cy="41364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상지의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F41FA2-6489-45EE-BD4C-33AB7A665794}"/>
              </a:ext>
            </a:extLst>
          </p:cNvPr>
          <p:cNvSpPr/>
          <p:nvPr/>
        </p:nvSpPr>
        <p:spPr>
          <a:xfrm>
            <a:off x="7452144" y="2324529"/>
            <a:ext cx="120580" cy="392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8EE80E5-51D5-4B62-93A7-A8C70CE042D5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099546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036981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AC6B63-719C-4A1D-AA17-F120975882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20782"/>
              </p:ext>
            </p:extLst>
          </p:nvPr>
        </p:nvGraphicFramePr>
        <p:xfrm>
          <a:off x="1350334" y="2107951"/>
          <a:ext cx="5063884" cy="4173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854200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4974853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0601285"/>
                  </a:ext>
                </a:extLst>
              </a:tr>
              <a:tr h="187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58787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2A45E90-8972-4CAD-9DE8-87A6B8089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4682982"/>
              </p:ext>
            </p:extLst>
          </p:nvPr>
        </p:nvGraphicFramePr>
        <p:xfrm>
          <a:off x="6774581" y="2107952"/>
          <a:ext cx="4745666" cy="36685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하지의 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F41FA2-6489-45EE-BD4C-33AB7A665794}"/>
              </a:ext>
            </a:extLst>
          </p:cNvPr>
          <p:cNvSpPr/>
          <p:nvPr/>
        </p:nvSpPr>
        <p:spPr>
          <a:xfrm>
            <a:off x="7452144" y="2324529"/>
            <a:ext cx="120580" cy="345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480D896-9D30-4AC5-95BE-5F73329EE953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139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6990243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499774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AC6B63-719C-4A1D-AA17-F120975882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3155546"/>
              </p:ext>
            </p:extLst>
          </p:nvPr>
        </p:nvGraphicFramePr>
        <p:xfrm>
          <a:off x="1350334" y="2107951"/>
          <a:ext cx="5063884" cy="42701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014266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85420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497485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060128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58787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2A45E90-8972-4CAD-9DE8-87A6B8089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8045256"/>
              </p:ext>
            </p:extLst>
          </p:nvPr>
        </p:nvGraphicFramePr>
        <p:xfrm>
          <a:off x="6774581" y="2107952"/>
          <a:ext cx="4745666" cy="4226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개방성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981459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785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상지의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F41FA2-6489-45EE-BD4C-33AB7A665794}"/>
              </a:ext>
            </a:extLst>
          </p:cNvPr>
          <p:cNvSpPr/>
          <p:nvPr/>
        </p:nvSpPr>
        <p:spPr>
          <a:xfrm>
            <a:off x="7452144" y="2324529"/>
            <a:ext cx="120580" cy="4006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E378E39-AC25-42A3-B408-5B41CDBF812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6734955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446528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AC6B63-719C-4A1D-AA17-F120975882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4252995"/>
              </p:ext>
            </p:extLst>
          </p:nvPr>
        </p:nvGraphicFramePr>
        <p:xfrm>
          <a:off x="1350334" y="2107951"/>
          <a:ext cx="5063884" cy="42701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014266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85420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497485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060128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58787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2A45E90-8972-4CAD-9DE8-87A6B8089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386550"/>
              </p:ext>
            </p:extLst>
          </p:nvPr>
        </p:nvGraphicFramePr>
        <p:xfrm>
          <a:off x="6774581" y="2107952"/>
          <a:ext cx="4745666" cy="4226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개방성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신경혈관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981459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785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하지의 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F41FA2-6489-45EE-BD4C-33AB7A665794}"/>
              </a:ext>
            </a:extLst>
          </p:cNvPr>
          <p:cNvSpPr/>
          <p:nvPr/>
        </p:nvSpPr>
        <p:spPr>
          <a:xfrm>
            <a:off x="7452144" y="2324529"/>
            <a:ext cx="120580" cy="4010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CAA9DD-66FA-4B4E-BAA9-D351C6F3A8D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4972214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FBA6AC1-0752-42D0-830E-71CD755794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F40B64E-6E09-7E41-B5C6-6366D6634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264516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관절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002375B-F4F1-4125-A0C7-555842D0E5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5173754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79607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68637A0-E15D-456B-BF60-B2161F19C943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FCD00C0-E8DB-40FF-8B23-764A6B31B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3348149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87645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718541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778F43D6-C8C3-4AD9-BB40-03FC7DB8F50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26241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352801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숨참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A52B58F-36BA-4F4F-B0A5-071FBDB282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9911127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0B5BEA7-720D-4338-9066-9207BEFC0D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2441236"/>
              </p:ext>
            </p:extLst>
          </p:nvPr>
        </p:nvGraphicFramePr>
        <p:xfrm>
          <a:off x="6774581" y="2107952"/>
          <a:ext cx="4745666" cy="36128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 </a:t>
                      </a:r>
                      <a:r>
                        <a:rPr lang="en-US" altLang="ko-KR" sz="1000" b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FEV1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PEFR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40%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미만으로 예상되는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천식 환자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FEV1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PEFR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40-60%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 예상되는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천식 환자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FEV1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PEFR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이상으로 예상되는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천식 환자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6485901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EFC3BBF9-20C5-4BC4-96F8-660D8ECD9439}"/>
              </a:ext>
            </a:extLst>
          </p:cNvPr>
          <p:cNvSpPr/>
          <p:nvPr/>
        </p:nvSpPr>
        <p:spPr>
          <a:xfrm>
            <a:off x="7452144" y="2324529"/>
            <a:ext cx="120580" cy="3398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DAF61E0-96AF-48C2-AC45-5768B3A81659}"/>
              </a:ext>
            </a:extLst>
          </p:cNvPr>
          <p:cNvGrpSpPr/>
          <p:nvPr/>
        </p:nvGrpSpPr>
        <p:grpSpPr>
          <a:xfrm>
            <a:off x="1318961" y="5070037"/>
            <a:ext cx="4945271" cy="554610"/>
            <a:chOff x="6814337" y="5235856"/>
            <a:chExt cx="4945271" cy="55461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23C61F1-8157-4FAD-9413-D808BE7D6F09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5539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FEV1 : 1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 강제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호기량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PEFR :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최고호기유속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4" name="그림 23" descr="화살이(가) 표시된 사진&#10;&#10;자동 생성된 설명">
              <a:extLst>
                <a:ext uri="{FF2B5EF4-FFF2-40B4-BE49-F238E27FC236}">
                  <a16:creationId xmlns:a16="http://schemas.microsoft.com/office/drawing/2014/main" id="{6A7D777C-B7AA-4F04-9216-8578280B70E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  <p:pic>
          <p:nvPicPr>
            <p:cNvPr id="25" name="그림 24" descr="화살이(가) 표시된 사진&#10;&#10;자동 생성된 설명">
              <a:extLst>
                <a:ext uri="{FF2B5EF4-FFF2-40B4-BE49-F238E27FC236}">
                  <a16:creationId xmlns:a16="http://schemas.microsoft.com/office/drawing/2014/main" id="{BD847ABB-0397-4FF5-829E-4CAC48E8E6D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516326"/>
              <a:ext cx="494249" cy="265679"/>
            </a:xfrm>
            <a:prstGeom prst="rect">
              <a:avLst/>
            </a:prstGeom>
          </p:spPr>
        </p:pic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9340CA8E-A70B-4731-A0D8-CBA181CB5F97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43810070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765165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 정지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0B5BEA7-720D-4338-9066-9207BEFC0D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964149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 정지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EFC3BBF9-20C5-4BC4-96F8-660D8ECD9439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6948C02-4973-4B01-A3E1-5875EA78A4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5281415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BDDC739-443D-4407-B270-6C5B23EDF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730463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68158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기침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B2AC180-F2B5-41CF-B5BB-E365A3DA44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6390938"/>
              </p:ext>
            </p:extLst>
          </p:nvPr>
        </p:nvGraphicFramePr>
        <p:xfrm>
          <a:off x="1350334" y="2107951"/>
          <a:ext cx="5063884" cy="2266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C580E73-98C7-4B30-AF65-8AEFB243B1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8528836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코막힘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8FB524A7-263A-40B8-8EBE-02D76C39CED0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DCA56E0-9A90-4C52-8B70-6E54FD81711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26766409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457477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과다호흡증후군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C580E73-98C7-4B30-AF65-8AEFB243B1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155463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회복된 과다호흡증후군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8FB524A7-263A-40B8-8EBE-02D76C39CED0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37F1523-2B1B-4117-A970-A0D7C0BCB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0609672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7C3767C3-1E30-4D5B-9F6E-427DACBB81EC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9355721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12132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객혈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C580E73-98C7-4B30-AF65-8AEFB243B1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899895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객혈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8FB524A7-263A-40B8-8EBE-02D76C39CED0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83B9E45-A510-4B83-A070-51462CD951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3321962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111607F-2604-47B9-A309-4BB2089169B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5875689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770006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호흡기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C580E73-98C7-4B30-AF65-8AEFB243B1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4019942"/>
              </p:ext>
            </p:extLst>
          </p:nvPr>
        </p:nvGraphicFramePr>
        <p:xfrm>
          <a:off x="6774581" y="2107952"/>
          <a:ext cx="4745666" cy="40482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목쉰소리와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38711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단추형 건전지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뾰족한 물건 등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치료적 내시경을 고려해야 하는 경우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호흡곤란 없는 연하장애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호흡기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이물질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호흡곤란은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8FB524A7-263A-40B8-8EBE-02D76C39CED0}"/>
              </a:ext>
            </a:extLst>
          </p:cNvPr>
          <p:cNvSpPr/>
          <p:nvPr/>
        </p:nvSpPr>
        <p:spPr>
          <a:xfrm>
            <a:off x="7452144" y="2324529"/>
            <a:ext cx="120580" cy="38232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83B9E45-A510-4B83-A070-51462CD951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3982510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4ABC9CDB-E3C3-4A0C-82CC-4391E124776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41442582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17841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알레르기 반응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C580E73-98C7-4B30-AF65-8AEFB243B1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9070604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중증의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기왕력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아나필락시스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(anaphylaxis)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혈관부종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(angioedema)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두드러기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(urticaria)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534946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코막힘을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동반한 알레르기 비염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8FB524A7-263A-40B8-8EBE-02D76C39CED0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83B9E45-A510-4B83-A070-51462CD951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850212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46BA57FF-2635-4E06-A91F-87DD0FEE90A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149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3743705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03651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물림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(Bite)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ED0678AD-F026-462E-8693-E89DE30231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2352388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알레르기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반응의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기왕력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69099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453962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3BE52D1-A942-443C-BC0F-51D9C5456CDA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89DFC07-3902-4676-8B1F-E1B0FF1728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5362530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285524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770E6D1F-2737-420D-9F21-501B56879EDE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91179548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03609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쏘임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(Sting)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ED0678AD-F026-462E-8693-E89DE30231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6794307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알레르기 반응의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기왕력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69099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쏘임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453962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3BE52D1-A942-443C-BC0F-51D9C5456CDA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89DFC07-3902-4676-8B1F-E1B0FF1728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4869612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28552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B9FA0595-1434-4E6D-9295-CF24833657F4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29705323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8649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찰과상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ED0678AD-F026-462E-8693-E89DE30231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7494124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출혈이 동반된 찰과상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찰과상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453962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3BE52D1-A942-443C-BC0F-51D9C5456CDA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89DFC07-3902-4676-8B1F-E1B0FF1728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7194237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28552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13FC49D9-298B-4426-B08E-9C4A012FA599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4367382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657271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천공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24E8DBAB-9E31-43D9-83F0-B684C4A0EE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6309589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동반한 복합창상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38711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지속되고 있는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지혈되었거나 조절되고 있는 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필요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 필요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3587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B4C05DC-7D7B-4FA6-8F41-CE5012A5379F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8C38DD3-D49C-406A-8155-E0495BF8F4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3911109"/>
              </p:ext>
            </p:extLst>
          </p:nvPr>
        </p:nvGraphicFramePr>
        <p:xfrm>
          <a:off x="1350334" y="2107951"/>
          <a:ext cx="5063884" cy="4123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1386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4942B955-5D88-4AF1-8399-66380887D81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75925998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426722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24E8DBAB-9E31-43D9-83F0-B684C4A0EE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9824189"/>
              </p:ext>
            </p:extLst>
          </p:nvPr>
        </p:nvGraphicFramePr>
        <p:xfrm>
          <a:off x="6774581" y="2107952"/>
          <a:ext cx="4745666" cy="42282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체표면적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25%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회음부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부위의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 이상의 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38711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체표면적의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5-25%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5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체표면적의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&lt;5%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 이상의 화상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&lt;10%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 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화상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3587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B4C05DC-7D7B-4FA6-8F41-CE5012A5379F}"/>
              </a:ext>
            </a:extLst>
          </p:cNvPr>
          <p:cNvSpPr/>
          <p:nvPr/>
        </p:nvSpPr>
        <p:spPr>
          <a:xfrm>
            <a:off x="7452144" y="2324529"/>
            <a:ext cx="120580" cy="4010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8C38DD3-D49C-406A-8155-E0495BF8F4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18448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393B795-7E96-437D-ACD3-69654177610E}"/>
              </a:ext>
            </a:extLst>
          </p:cNvPr>
          <p:cNvGrpSpPr/>
          <p:nvPr/>
        </p:nvGrpSpPr>
        <p:grpSpPr>
          <a:xfrm>
            <a:off x="4739857" y="5898280"/>
            <a:ext cx="1754374" cy="502757"/>
            <a:chOff x="4739857" y="5898280"/>
            <a:chExt cx="1754374" cy="502757"/>
          </a:xfrm>
        </p:grpSpPr>
        <p:pic>
          <p:nvPicPr>
            <p:cNvPr id="16" name="그림 15">
              <a:hlinkClick r:id="rId3" action="ppaction://hlinksldjump"/>
              <a:extLst>
                <a:ext uri="{FF2B5EF4-FFF2-40B4-BE49-F238E27FC236}">
                  <a16:creationId xmlns:a16="http://schemas.microsoft.com/office/drawing/2014/main" id="{376B140F-698D-4803-9135-8215713D3C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739857" y="5898280"/>
              <a:ext cx="1754374" cy="502757"/>
            </a:xfrm>
            <a:prstGeom prst="rect">
              <a:avLst/>
            </a:prstGeom>
          </p:spPr>
        </p:pic>
        <p:sp>
          <p:nvSpPr>
            <p:cNvPr id="17" name="TextBox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2DA68A3A-6C19-4684-B2AF-287165753B01}"/>
                </a:ext>
              </a:extLst>
            </p:cNvPr>
            <p:cNvSpPr txBox="1"/>
            <p:nvPr/>
          </p:nvSpPr>
          <p:spPr>
            <a:xfrm>
              <a:off x="4886346" y="6022578"/>
              <a:ext cx="130810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체표면적 계산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82643439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473364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혈액이나 체액에 노출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09E8DD2-8149-476B-B736-A910DA3AA7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4399832"/>
              </p:ext>
            </p:extLst>
          </p:nvPr>
        </p:nvGraphicFramePr>
        <p:xfrm>
          <a:off x="6774581" y="2107952"/>
          <a:ext cx="4745666" cy="266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154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노출</a:t>
                      </a: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: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주사침에 찔렸으나 감염원을 알 수 없는 경우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주사침의 감염원이 에이즈 혹은 간염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바이러스 보균자이거나 가능성 있는 경우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알고 있는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저위험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감염원이 아니면   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고위험으로 간주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저위험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노출</a:t>
                      </a: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: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저위험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감염원의 주사침에 찔린 경우 또는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저위험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감염원에서 체액이 튄 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69703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5A8A6B45-3014-40C3-974C-D90970247D2C}"/>
              </a:ext>
            </a:extLst>
          </p:cNvPr>
          <p:cNvSpPr/>
          <p:nvPr/>
        </p:nvSpPr>
        <p:spPr>
          <a:xfrm>
            <a:off x="7452144" y="2324529"/>
            <a:ext cx="120580" cy="244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AEDF0332-A9C9-4008-804D-6613058184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3713332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5374737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844790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소양증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2A4B2A5D-3E30-4294-844D-A070553EF8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05440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소양증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196537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B76E506-D4B7-49F2-BCD4-0182E9EF1C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0074310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6EC886-D489-4EDD-959C-19E721B06DE1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03545067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92187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9602127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안와주위부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포함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자반성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점발진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혈관부종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(angioedema)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77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두드러기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(urticaria)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534946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 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8798CE06-573D-46A1-AA9C-6DB8E71E87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6149171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8000266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42722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국소성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4841882"/>
              </p:ext>
            </p:extLst>
          </p:nvPr>
        </p:nvGraphicFramePr>
        <p:xfrm>
          <a:off x="6774581" y="2107952"/>
          <a:ext cx="4745666" cy="39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609638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안와주위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자반성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534946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5356112-F090-4575-93FD-BC36B5DB3A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051411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3848256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43038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상처 확인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159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434155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상처 확인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5356112-F090-4575-93FD-BC36B5DB3A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8809956"/>
              </p:ext>
            </p:extLst>
          </p:nvPr>
        </p:nvGraphicFramePr>
        <p:xfrm>
          <a:off x="1350334" y="2107951"/>
          <a:ext cx="5063884" cy="2071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8537995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68842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피부 상태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7180700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피부 상태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5356112-F090-4575-93FD-BC36B5DB3A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1061001"/>
              </p:ext>
            </p:extLst>
          </p:nvPr>
        </p:nvGraphicFramePr>
        <p:xfrm>
          <a:off x="1350334" y="2107951"/>
          <a:ext cx="5063884" cy="2071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3196474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65579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혹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돌기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굳은 살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4935369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돌기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굳은 살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D0F78E8-F2F5-4161-82C7-B62838C4B7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0753819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8198865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18861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유방의 발적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2994060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D0F78E8-F2F5-4161-82C7-B62838C4B7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469603"/>
              </p:ext>
            </p:extLst>
          </p:nvPr>
        </p:nvGraphicFramePr>
        <p:xfrm>
          <a:off x="1350334" y="2107951"/>
          <a:ext cx="5063884" cy="3097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4018543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64536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 가능성 확인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560255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감염 가능성 확인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1CE8C87-E6AB-46D9-911C-BFF499B6AD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2670786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7397613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559779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청색증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5782895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청색증</a:t>
                      </a:r>
                      <a:endParaRPr lang="ko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8DA437D-DA56-4F5B-A5DB-CA9C1F8E6A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550489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1158792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248845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외상없이 저절로 멍듦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3984647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외상없이 저절로 멍듦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D61F257-C3BF-431E-A44B-215BE4DB77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7726812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819050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648512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1F6198-0F1C-48E8-A551-DB0A23CB9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489793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피부의 이물질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0664AE6-57AC-4B70-A352-C43A6D0807F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D31DB9E-10D0-4AF8-9AA5-642CF42D80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0731146"/>
              </p:ext>
            </p:extLst>
          </p:nvPr>
        </p:nvGraphicFramePr>
        <p:xfrm>
          <a:off x="1350334" y="2107951"/>
          <a:ext cx="5063884" cy="2071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6371384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238177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 오용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7D6F367-61D6-4E00-8CA5-F1D27889F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2760094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 수 없는 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801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215150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알려진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저독성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212808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5ED00FC-2D89-4C9D-B080-E2F8E915FA10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831145C-6A37-4D23-9B24-28202EF09E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8361622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0977407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85484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 복용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7D6F367-61D6-4E00-8CA5-F1D27889F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5809617"/>
              </p:ext>
            </p:extLst>
          </p:nvPr>
        </p:nvGraphicFramePr>
        <p:xfrm>
          <a:off x="6774581" y="2107952"/>
          <a:ext cx="4745666" cy="39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 수 없는 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315674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801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계획적인 자살시도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215150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구체적인 계획이 없는 자살관념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4948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과다 복용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212808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5ED00FC-2D89-4C9D-B080-E2F8E915FA10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831145C-6A37-4D23-9B24-28202EF09E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4420251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862512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9099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 금단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169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7D6F367-61D6-4E00-8CA5-F1D27889F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3706156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5663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경련중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최근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후 상태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315674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801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215150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49489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212808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5ED00FC-2D89-4C9D-B080-E2F8E915FA10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831145C-6A37-4D23-9B24-28202EF09E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857765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4720916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658233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C26B108-867F-492F-8F28-32DD6F7BB4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1247295"/>
              </p:ext>
            </p:extLst>
          </p:nvPr>
        </p:nvGraphicFramePr>
        <p:xfrm>
          <a:off x="1350334" y="2107951"/>
          <a:ext cx="5063884" cy="4123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82974EFE-C7C0-4A17-B702-D0EDD22AB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169788"/>
              </p:ext>
            </p:extLst>
          </p:nvPr>
        </p:nvGraphicFramePr>
        <p:xfrm>
          <a:off x="6774581" y="2107952"/>
          <a:ext cx="4745666" cy="2606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518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손상과 동반된 척추 골절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두부의 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사지의 신경혈관 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머리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가슴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복부의 관통상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몸통을 포함한 다발성 외상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F3961135-95B4-49A6-9809-DB58EB8DE4E4}"/>
              </a:ext>
            </a:extLst>
          </p:cNvPr>
          <p:cNvSpPr/>
          <p:nvPr/>
        </p:nvSpPr>
        <p:spPr>
          <a:xfrm>
            <a:off x="7452144" y="2324529"/>
            <a:ext cx="120580" cy="2390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3073675647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864079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C26B108-867F-492F-8F28-32DD6F7BB4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317089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82048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82974EFE-C7C0-4A17-B702-D0EDD22AB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6134009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손상과 동반된 척추 골절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사지의 신경혈관 장애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장기간의 척추고정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몸통을 포함한 다발성 외상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F3961135-95B4-49A6-9809-DB58EB8DE4E4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170284013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419040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흉부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C26B108-867F-492F-8F28-32DD6F7BB4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275523"/>
              </p:ext>
            </p:extLst>
          </p:nvPr>
        </p:nvGraphicFramePr>
        <p:xfrm>
          <a:off x="1350334" y="2107951"/>
          <a:ext cx="5063884" cy="2481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82974EFE-C7C0-4A17-B702-D0EDD22AB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0153715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 흉부 외상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F3961135-95B4-49A6-9809-DB58EB8DE4E4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58209149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984280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흉부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82974EFE-C7C0-4A17-B702-D0EDD22AB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411413"/>
              </p:ext>
            </p:extLst>
          </p:nvPr>
        </p:nvGraphicFramePr>
        <p:xfrm>
          <a:off x="6774581" y="2107952"/>
          <a:ext cx="4745666" cy="21762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흉벽 통증에 기인한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흉부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503166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F3961135-95B4-49A6-9809-DB58EB8DE4E4}"/>
              </a:ext>
            </a:extLst>
          </p:cNvPr>
          <p:cNvSpPr/>
          <p:nvPr/>
        </p:nvSpPr>
        <p:spPr>
          <a:xfrm>
            <a:off x="7452144" y="2324529"/>
            <a:ext cx="120580" cy="19512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E77A28E-EA37-4EA4-9C1A-F9DBEE2792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696440"/>
              </p:ext>
            </p:extLst>
          </p:nvPr>
        </p:nvGraphicFramePr>
        <p:xfrm>
          <a:off x="1350334" y="2107951"/>
          <a:ext cx="5063884" cy="4389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454693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01426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2470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8542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497485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1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06012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339658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94868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복부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C26B108-867F-492F-8F28-32DD6F7BB4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7408240"/>
              </p:ext>
            </p:extLst>
          </p:nvPr>
        </p:nvGraphicFramePr>
        <p:xfrm>
          <a:off x="1350334" y="2107951"/>
          <a:ext cx="5063884" cy="2686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1760026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82974EFE-C7C0-4A17-B702-D0EDD22AB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6482735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 복부 외상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F3961135-95B4-49A6-9809-DB58EB8DE4E4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35623316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570882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복부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2918A3D-8850-47C1-9E31-7645A75B6D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1265900"/>
              </p:ext>
            </p:extLst>
          </p:nvPr>
        </p:nvGraphicFramePr>
        <p:xfrm>
          <a:off x="1350334" y="2107951"/>
          <a:ext cx="5063884" cy="4129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82048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1AD64BAD-1B52-4970-A6E6-322A77261B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912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962F9D10-E43E-4567-B465-360E673A3FC8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94479393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601738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감염성 질환에 노출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5304113-426D-45D7-85F3-EFE4E79E55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8009143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45493E0-49A9-449F-8C86-366930987B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4697395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감염성 질환에 노출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1655E06A-3D9A-47A8-9E08-BFCC8C7A5441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276861114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17448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0D3CFAF-6390-413C-9A26-ABF7DFF044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9295629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6DA9B236-6984-42EC-9773-307730F8B20C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29DA95A-EF01-4262-9BDC-03C8DB160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5820087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pSp>
        <p:nvGrpSpPr>
          <p:cNvPr id="15" name="그룹 14">
            <a:extLst>
              <a:ext uri="{FF2B5EF4-FFF2-40B4-BE49-F238E27FC236}">
                <a16:creationId xmlns:a16="http://schemas.microsoft.com/office/drawing/2014/main" id="{A046B6E0-B956-4682-BD3B-AEEE156E0464}"/>
              </a:ext>
            </a:extLst>
          </p:cNvPr>
          <p:cNvGrpSpPr/>
          <p:nvPr/>
        </p:nvGrpSpPr>
        <p:grpSpPr>
          <a:xfrm>
            <a:off x="6747097" y="4756729"/>
            <a:ext cx="4945271" cy="511382"/>
            <a:chOff x="6814337" y="5235856"/>
            <a:chExt cx="4945271" cy="511382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B150076-762C-4C9C-8454-57D37FC1F61D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환자가 내원 당시 열이 없더라도 발열의 병력이 있으면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적용 가능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0" name="그림 19" descr="화살이(가) 표시된 사진&#10;&#10;자동 생성된 설명">
              <a:extLst>
                <a:ext uri="{FF2B5EF4-FFF2-40B4-BE49-F238E27FC236}">
                  <a16:creationId xmlns:a16="http://schemas.microsoft.com/office/drawing/2014/main" id="{5CD66220-02A4-4CA7-A582-BD683BB95F9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52584698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116853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고혈당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0D3CFAF-6390-413C-9A26-ABF7DFF044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6087454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&gt;324m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g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/dl,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&gt;324mg/dl,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6DA9B236-6984-42EC-9773-307730F8B20C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29DA95A-EF01-4262-9BDC-03C8DB160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7989785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766259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517015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저혈당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179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0D3CFAF-6390-413C-9A26-ABF7DFF044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1947593"/>
              </p:ext>
            </p:extLst>
          </p:nvPr>
        </p:nvGraphicFramePr>
        <p:xfrm>
          <a:off x="6774581" y="2107952"/>
          <a:ext cx="4745666" cy="21808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&lt;54mg/dl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77372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54-70mg/dl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면서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저혈당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증상 동반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의식혼미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식은땀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행동변화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54-70mg/dl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면서 무증상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6DA9B236-6984-42EC-9773-307730F8B20C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29DA95A-EF01-4262-9BDC-03C8DB160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9333041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8233531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037333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 진료를 위해서 의뢰된 환자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0D3CFAF-6390-413C-9A26-ABF7DFF044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2625388"/>
              </p:ext>
            </p:extLst>
          </p:nvPr>
        </p:nvGraphicFramePr>
        <p:xfrm>
          <a:off x="6774581" y="2107952"/>
          <a:ext cx="4745666" cy="41873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77372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분절상승 심근경색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초급성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뇌경색 등으로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의뢰된 환자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 치료가 시작되어야 할 위험수치나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이상소견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23292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수술 및 시술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지속감시가 필요하여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의뢰된 환자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05534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97563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전문진료를 위해 의뢰되었으나 수술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및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지속감시가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필요없는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환자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0024068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6DA9B236-6984-42EC-9773-307730F8B20C}"/>
              </a:ext>
            </a:extLst>
          </p:cNvPr>
          <p:cNvSpPr/>
          <p:nvPr/>
        </p:nvSpPr>
        <p:spPr>
          <a:xfrm>
            <a:off x="7452144" y="2324529"/>
            <a:ext cx="120580" cy="39672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E56DE302-A74C-4A24-B39C-17E5328522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9314630"/>
              </p:ext>
            </p:extLst>
          </p:nvPr>
        </p:nvGraphicFramePr>
        <p:xfrm>
          <a:off x="1350334" y="2107951"/>
          <a:ext cx="5063884" cy="427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9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7158455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02741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385701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05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955691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5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1132438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5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252160"/>
                  </a:ext>
                </a:extLst>
              </a:tr>
              <a:tr h="1117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05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05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통증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(&lt;8)</a:t>
                      </a:r>
                      <a:endParaRPr kumimoji="0" lang="ko-Kore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55895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3780079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317954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드레싱 교체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E89331F-A531-4268-B3D9-06411262FB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4532042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드레싱 교체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50ED298-2783-47B1-84CB-7EFA29FF158B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8C2B479A-393E-45D3-9F47-8C3C752D83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8250968"/>
              </p:ext>
            </p:extLst>
          </p:nvPr>
        </p:nvGraphicFramePr>
        <p:xfrm>
          <a:off x="1350334" y="2107951"/>
          <a:ext cx="5063884" cy="2071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725162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363862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스테이플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봉합사 제거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E89331F-A531-4268-B3D9-06411262FB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3997012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스테이플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봉합사 제거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50ED298-2783-47B1-84CB-7EFA29FF158B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8C2B479A-393E-45D3-9F47-8C3C752D83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139218"/>
              </p:ext>
            </p:extLst>
          </p:nvPr>
        </p:nvGraphicFramePr>
        <p:xfrm>
          <a:off x="1350334" y="2107951"/>
          <a:ext cx="5063884" cy="2071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1273460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18797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석고 붕대 확인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E89331F-A531-4268-B3D9-06411262FB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9259998"/>
              </p:ext>
            </p:extLst>
          </p:nvPr>
        </p:nvGraphicFramePr>
        <p:xfrm>
          <a:off x="6774581" y="2107952"/>
          <a:ext cx="4745666" cy="26488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511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608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교환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50ED298-2783-47B1-84CB-7EFA29FF158B}"/>
              </a:ext>
            </a:extLst>
          </p:cNvPr>
          <p:cNvSpPr/>
          <p:nvPr/>
        </p:nvSpPr>
        <p:spPr>
          <a:xfrm>
            <a:off x="7452144" y="2324529"/>
            <a:ext cx="120580" cy="243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8C86106-8292-4428-85AE-5B2036FF1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333402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0503437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528875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 검사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검사실 검사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E89331F-A531-4268-B3D9-06411262FB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1456782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 검사 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검사실 검사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50ED298-2783-47B1-84CB-7EFA29FF158B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B319AAF-3116-4925-A4C2-E7FC1B861A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3102609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5601623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745663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의료 장비 문제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046213DC-BD42-4F65-B9E9-CC708B2F7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0645487"/>
              </p:ext>
            </p:extLst>
          </p:nvPr>
        </p:nvGraphicFramePr>
        <p:xfrm>
          <a:off x="1350334" y="2107951"/>
          <a:ext cx="5063884" cy="4123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8204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829536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BB75C3F-2A33-4767-B587-87B0AE59EC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6191739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 장비 문제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증상이나 불편함이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B3B79D8E-616E-4547-A66D-D94DDD522D5B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3208618273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320765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처방전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투약 문의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F659FCE-97D3-4BF7-869F-87420FC446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785068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처방전 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투약 문의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40D77959-97D9-45C3-BE15-BBED70B97196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DB554B1-6DD3-410B-9F74-9E0A2C6481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8612286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6321277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763989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반지 제거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FF7EB6E-B274-4336-9899-47E7A5C299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5013569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1443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반지 제거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2CD956A8-D000-4BDE-8D81-5A13CC3DBC70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E25314C-74DC-4330-978C-701256106F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1677121"/>
              </p:ext>
            </p:extLst>
          </p:nvPr>
        </p:nvGraphicFramePr>
        <p:xfrm>
          <a:off x="1350334" y="2107951"/>
          <a:ext cx="5063884" cy="1660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68111328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177607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비정상 검사 결과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3A14751-9E5E-41C3-8B5E-CBC23A629B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8763915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F4E54DF-DA97-4961-BD35-AFF5CE43F3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7224319"/>
              </p:ext>
            </p:extLst>
          </p:nvPr>
        </p:nvGraphicFramePr>
        <p:xfrm>
          <a:off x="6774581" y="2107952"/>
          <a:ext cx="4745666" cy="32598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 치료가 시작되어야 할 위험수치나 이상소견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48199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위험수치나 이상소견에 해당되나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위험수치나 이상소견에 해당되지 않으며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690781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C51FAC6-E544-40E2-91C2-3BD6A71CAEEB}"/>
              </a:ext>
            </a:extLst>
          </p:cNvPr>
          <p:cNvSpPr/>
          <p:nvPr/>
        </p:nvSpPr>
        <p:spPr>
          <a:xfrm>
            <a:off x="7452144" y="2324529"/>
            <a:ext cx="120580" cy="304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4033427482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684569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창백함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빈혈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189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3A14751-9E5E-41C3-8B5E-CBC23A629B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5096406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F4E54DF-DA97-4961-BD35-AFF5CE43F3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91270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창백함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빈혈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C51FAC6-E544-40E2-91C2-3BD6A71CAEEB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3485231403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644276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수술 후 합병증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3A14751-9E5E-41C3-8B5E-CBC23A629B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7064895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3398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40886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32874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387033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F4E54DF-DA97-4961-BD35-AFF5CE43F3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3435566"/>
              </p:ext>
            </p:extLst>
          </p:nvPr>
        </p:nvGraphicFramePr>
        <p:xfrm>
          <a:off x="6774581" y="2107952"/>
          <a:ext cx="4745666" cy="21807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없음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일상적인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540874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C51FAC6-E544-40E2-91C2-3BD6A71CAEEB}"/>
              </a:ext>
            </a:extLst>
          </p:cNvPr>
          <p:cNvSpPr/>
          <p:nvPr/>
        </p:nvSpPr>
        <p:spPr>
          <a:xfrm>
            <a:off x="7452144" y="2324529"/>
            <a:ext cx="120580" cy="196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641306401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9A4CA2A-8694-3248-8B51-BDC4EC3F7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ED2E272-C289-46C6-8B37-C43ED1B8840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0" name="표 20">
            <a:extLst>
              <a:ext uri="{FF2B5EF4-FFF2-40B4-BE49-F238E27FC236}">
                <a16:creationId xmlns:a16="http://schemas.microsoft.com/office/drawing/2014/main" id="{60810DED-3F4E-417D-B002-099942B04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570639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경증 및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비특이적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증상 호소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5743E3B-5F30-4C98-AD2B-453B28289E0F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3A14751-9E5E-41C3-8B5E-CBC23A629B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4375899"/>
              </p:ext>
            </p:extLst>
          </p:nvPr>
        </p:nvGraphicFramePr>
        <p:xfrm>
          <a:off x="1350334" y="2107951"/>
          <a:ext cx="5063884" cy="42701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패혈증 의증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 이상의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 맥박수지만 혈역학적으로 안정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전신염증반응증후군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포함한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SIRS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 만족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3398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4088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3287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38703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말초성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6774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2521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말초성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10626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중심성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11175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말초성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10815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말초성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(&lt;8)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851766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F4E54DF-DA97-4961-BD35-AFF5CE43F3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6837585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및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비특이적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증상 호소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540874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C51FAC6-E544-40E2-91C2-3BD6A71CAEEB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25163361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AB3BF788-823C-44C1-AB75-6AD419EF2248}"/>
              </a:ext>
            </a:extLst>
          </p:cNvPr>
          <p:cNvGrpSpPr/>
          <p:nvPr/>
        </p:nvGrpSpPr>
        <p:grpSpPr>
          <a:xfrm>
            <a:off x="2731064" y="1271361"/>
            <a:ext cx="6775591" cy="523220"/>
            <a:chOff x="2731064" y="1503067"/>
            <a:chExt cx="6775591" cy="523220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F964FD2-FE56-47F1-8140-2C8C79D32E5D}"/>
                </a:ext>
              </a:extLst>
            </p:cNvPr>
            <p:cNvSpPr txBox="1"/>
            <p:nvPr/>
          </p:nvSpPr>
          <p:spPr>
            <a:xfrm>
              <a:off x="2799642" y="1503067"/>
              <a:ext cx="6638434" cy="523220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ko-KR" altLang="en-US" sz="2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한국형 응급환자 분류도구 단계별 색상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FF9BCA6-5CC0-48FB-9683-CE3292E45F54}"/>
                </a:ext>
              </a:extLst>
            </p:cNvPr>
            <p:cNvSpPr/>
            <p:nvPr/>
          </p:nvSpPr>
          <p:spPr>
            <a:xfrm>
              <a:off x="9460936" y="1602677"/>
              <a:ext cx="45719" cy="324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28193126-E186-469A-BD32-A895D5E3AED0}"/>
                </a:ext>
              </a:extLst>
            </p:cNvPr>
            <p:cNvSpPr/>
            <p:nvPr/>
          </p:nvSpPr>
          <p:spPr>
            <a:xfrm>
              <a:off x="2731064" y="1602677"/>
              <a:ext cx="45719" cy="324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C493DBB-4D60-4EBB-AF17-656BE3C8E2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4502232"/>
              </p:ext>
            </p:extLst>
          </p:nvPr>
        </p:nvGraphicFramePr>
        <p:xfrm>
          <a:off x="2740760" y="1916113"/>
          <a:ext cx="6765896" cy="43211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99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6591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 1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소생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 </a:t>
                      </a: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</a:t>
                      </a:r>
                      <a:endParaRPr lang="ko-Kore-KR" altLang="en-US" sz="25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555596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 </a:t>
                      </a: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응급</a:t>
                      </a:r>
                      <a:endParaRPr lang="ko-Kore-KR" altLang="en-US" sz="25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 </a:t>
                      </a: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준응급</a:t>
                      </a:r>
                      <a:endParaRPr lang="ko-Kore-KR" altLang="en-US" sz="25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86423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KTAS</a:t>
                      </a:r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5</a:t>
                      </a:r>
                    </a:p>
                  </a:txBody>
                  <a:tcPr marL="68700" marR="68700"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457200" marR="0" lvl="1" indent="-271463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ko-KR" altLang="en-US" sz="2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비응급</a:t>
                      </a:r>
                      <a:endParaRPr lang="ko-Kore-KR" altLang="en-US" sz="2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8700" marR="68700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050522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EEE4118A-9D1D-426C-90C8-EF13F440C5C3}"/>
              </a:ext>
            </a:extLst>
          </p:cNvPr>
          <p:cNvSpPr/>
          <p:nvPr/>
        </p:nvSpPr>
        <p:spPr>
          <a:xfrm>
            <a:off x="5419402" y="1916113"/>
            <a:ext cx="120580" cy="432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2512076215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1D5BD97-ECE2-4B28-91A8-798194B005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5644933"/>
              </p:ext>
            </p:extLst>
          </p:nvPr>
        </p:nvGraphicFramePr>
        <p:xfrm>
          <a:off x="960084" y="1877231"/>
          <a:ext cx="5135916" cy="46903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9682">
                  <a:extLst>
                    <a:ext uri="{9D8B030D-6E8A-4147-A177-3AD203B41FA5}">
                      <a16:colId xmlns:a16="http://schemas.microsoft.com/office/drawing/2014/main" val="3281974142"/>
                    </a:ext>
                  </a:extLst>
                </a:gridCol>
                <a:gridCol w="4736234">
                  <a:extLst>
                    <a:ext uri="{9D8B030D-6E8A-4147-A177-3AD203B41FA5}">
                      <a16:colId xmlns:a16="http://schemas.microsoft.com/office/drawing/2014/main" val="3669090837"/>
                    </a:ext>
                  </a:extLst>
                </a:gridCol>
              </a:tblGrid>
              <a:tr h="116605">
                <a:tc gridSpan="2">
                  <a:txBody>
                    <a:bodyPr/>
                    <a:lstStyle/>
                    <a:p>
                      <a:pPr marL="0" lvl="1" indent="0" algn="l" defTabSz="914400" rtl="0" eaLnBrk="1" fontAlgn="t" latinLnBrk="0" hangingPunct="1">
                        <a:buSzPct val="90000"/>
                        <a:buFont typeface="Wingdings" panose="05000000000000000000" pitchFamily="2" charset="2"/>
                        <a:buNone/>
                        <a:tabLst>
                          <a:tab pos="88900" algn="l"/>
                        </a:tabLst>
                      </a:pPr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소아 고려 사항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의식 수준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4874652"/>
                  </a:ext>
                </a:extLst>
              </a:tr>
              <a:tr h="116605">
                <a:tc gridSpan="2">
                  <a:txBody>
                    <a:bodyPr/>
                    <a:lstStyle/>
                    <a:p>
                      <a:pPr marL="457200" lvl="2" indent="-369888" algn="l" defTabSz="914400" rtl="0" eaLnBrk="1" fontAlgn="t" latinLnBrk="0" hangingPunct="1">
                        <a:buSzPct val="90000"/>
                        <a:buFont typeface="Wingdings" panose="05000000000000000000" pitchFamily="2" charset="2"/>
                        <a:buNone/>
                        <a:tabLst>
                          <a:tab pos="87313" algn="l"/>
                        </a:tabLst>
                      </a:pPr>
                      <a:r>
                        <a:rPr lang="ko-KR" altLang="en-US" sz="6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소아 </a:t>
                      </a:r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&lt;15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20559565"/>
                  </a:ext>
                </a:extLst>
              </a:tr>
              <a:tr h="45834">
                <a:tc gridSpan="2">
                  <a:txBody>
                    <a:bodyPr/>
                    <a:lstStyle/>
                    <a:p>
                      <a:pPr marL="0" lvl="1" indent="0" algn="l" defTabSz="914400" rtl="0" eaLnBrk="1" fontAlgn="t" latinLnBrk="0" hangingPunct="1">
                        <a:buSzPct val="90000"/>
                        <a:buFont typeface="Wingdings" panose="05000000000000000000" pitchFamily="2" charset="2"/>
                        <a:buNone/>
                        <a:tabLst>
                          <a:tab pos="88900" algn="l"/>
                        </a:tabLst>
                      </a:pPr>
                      <a:endParaRPr lang="ko-KR" altLang="en-US" sz="3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50123753"/>
                  </a:ext>
                </a:extLst>
              </a:tr>
              <a:tr h="116605">
                <a:tc gridSpan="2">
                  <a:txBody>
                    <a:bodyPr/>
                    <a:lstStyle/>
                    <a:p>
                      <a:pPr marL="0" marR="0" lvl="1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90000"/>
                        <a:buFont typeface="Wingdings" panose="05000000000000000000" pitchFamily="2" charset="2"/>
                        <a:buNone/>
                        <a:tabLst>
                          <a:tab pos="88900" algn="l"/>
                        </a:tabLst>
                        <a:defRPr/>
                      </a:pPr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 수준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6787056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무의식 </a:t>
                      </a:r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(U,</a:t>
                      </a:r>
                      <a:r>
                        <a:rPr 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GCS 3-8</a:t>
                      </a:r>
                      <a:r>
                        <a:rPr 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9933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6976505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의식변화 </a:t>
                      </a:r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(V/P, GCS 9-13)</a:t>
                      </a:r>
                      <a:endParaRPr lang="en-US" altLang="ko-KR" sz="1000" b="0" i="0" u="none" strike="noStrike" dirty="0">
                        <a:solidFill>
                          <a:srgbClr val="9933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194515"/>
                  </a:ext>
                </a:extLst>
              </a:tr>
              <a:tr h="81220">
                <a:tc>
                  <a:txBody>
                    <a:bodyPr/>
                    <a:lstStyle/>
                    <a:p>
                      <a:pPr algn="ctr" fontAlgn="t"/>
                      <a:endParaRPr lang="ko-KR" altLang="en-US" sz="3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endParaRPr lang="ko-KR" altLang="en-US" sz="30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5071476"/>
                  </a:ext>
                </a:extLst>
              </a:tr>
              <a:tr h="116605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 상태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혈역학적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2598880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쇼크</a:t>
                      </a:r>
                      <a:endParaRPr lang="ko-KR" altLang="en-US" sz="100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034538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혈역학적 장애</a:t>
                      </a:r>
                      <a:endParaRPr lang="ko-KR" altLang="en-US" sz="100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1018933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 범위 밖의 활력징후</a:t>
                      </a:r>
                      <a:endParaRPr lang="ko-KR" altLang="en-US" sz="100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0032436"/>
                  </a:ext>
                </a:extLst>
              </a:tr>
              <a:tr h="45834">
                <a:tc>
                  <a:txBody>
                    <a:bodyPr/>
                    <a:lstStyle/>
                    <a:p>
                      <a:pPr algn="ctr" fontAlgn="t"/>
                      <a:endParaRPr lang="ko-KR" altLang="en-US" sz="3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endParaRPr lang="ko-KR" altLang="en-US" sz="30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6955695"/>
                  </a:ext>
                </a:extLst>
              </a:tr>
              <a:tr h="116605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 상태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호흡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088248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중증 호흡곤란</a:t>
                      </a:r>
                      <a:endParaRPr lang="ko-KR" altLang="en-US" sz="100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9099480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중등도 호흡곤란</a:t>
                      </a:r>
                      <a:endParaRPr lang="ko-KR" altLang="en-US" sz="100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3984858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경증 호흡곤란</a:t>
                      </a:r>
                      <a:endParaRPr lang="ko-KR" altLang="en-US" sz="100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3807387"/>
                  </a:ext>
                </a:extLst>
              </a:tr>
              <a:tr h="45834">
                <a:tc>
                  <a:txBody>
                    <a:bodyPr/>
                    <a:lstStyle/>
                    <a:p>
                      <a:pPr algn="ctr" fontAlgn="t"/>
                      <a:endParaRPr lang="ko-KR" altLang="en-US" sz="3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endParaRPr lang="ko-KR" altLang="en-US" sz="30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8125484"/>
                  </a:ext>
                </a:extLst>
              </a:tr>
              <a:tr h="116605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 상태</a:t>
                      </a:r>
                      <a:r>
                        <a:rPr lang="ko-KR" altLang="en-US" sz="1200" b="1" u="none" strike="noStrike" kern="1200" baseline="100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체온 상태*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8663"/>
                  </a:ext>
                </a:extLst>
              </a:tr>
              <a:tr h="10775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</a:t>
                      </a:r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면역저하 상태</a:t>
                      </a:r>
                      <a:endParaRPr lang="ko-KR" altLang="en-US" sz="100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3314316"/>
                  </a:ext>
                </a:extLst>
              </a:tr>
              <a:tr h="141535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867371"/>
                  </a:ext>
                </a:extLst>
              </a:tr>
              <a:tr h="141535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fr-FR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T≥38</a:t>
                      </a:r>
                      <a:r>
                        <a:rPr lang="it-IT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R" altLang="en-CA" sz="10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8319303"/>
                  </a:ext>
                </a:extLst>
              </a:tr>
              <a:tr h="141535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</a:t>
                      </a:r>
                      <a:r>
                        <a:rPr lang="ko-KR" altLang="en-CA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</a:t>
                      </a: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  <a:r>
                        <a:rPr lang="it-IT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en-US" altLang="ko-KR" sz="10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904769"/>
                  </a:ext>
                </a:extLst>
              </a:tr>
              <a:tr h="141535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en-US" altLang="ko-KR" sz="10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568923"/>
                  </a:ext>
                </a:extLst>
              </a:tr>
              <a:tr h="141535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 </a:t>
                      </a:r>
                      <a:r>
                        <a:rPr lang="en-CA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T≥38</a:t>
                      </a:r>
                      <a:r>
                        <a:rPr lang="it-IT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738765"/>
                  </a:ext>
                </a:extLst>
              </a:tr>
              <a:tr h="98912">
                <a:tc gridSpan="2">
                  <a:txBody>
                    <a:bodyPr/>
                    <a:lstStyle/>
                    <a:p>
                      <a:pPr marL="457200" lvl="1" indent="79375" algn="l" fontAlgn="t"/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*환자가 </a:t>
                      </a:r>
                      <a:r>
                        <a:rPr lang="ko-KR" altLang="en-US" sz="100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내원시</a:t>
                      </a:r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열이 없더라도 발열의 기록이 있으면 적용가능</a:t>
                      </a:r>
                      <a:endParaRPr lang="en-US" altLang="ko-KR" sz="100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457200" lvl="1" indent="79375" algn="l" fontAlgn="t"/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100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저체온</a:t>
                      </a:r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(T&lt;36</a:t>
                      </a:r>
                      <a:r>
                        <a:rPr lang="it-IT" altLang="ko-KR" sz="10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°C</a:t>
                      </a:r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보이는 경우</a:t>
                      </a:r>
                      <a:r>
                        <a:rPr lang="en-US" altLang="ko-KR" sz="100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en-US" altLang="ko-KR" sz="1000" u="none" strike="noStrike" baseline="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u="none" strike="noStrike" baseline="0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환아의</a:t>
                      </a:r>
                      <a:r>
                        <a:rPr lang="ko-KR" altLang="en-US" sz="1000" u="none" strike="noStrike" baseline="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전반적인 상태를 고려하여 분류할 것</a:t>
                      </a:r>
                      <a:endParaRPr lang="ko-KR" altLang="en-US" sz="100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+mn-ea"/>
                          <a:ea typeface="+mn-ea"/>
                        </a:rPr>
                        <a:t>*환자가 </a:t>
                      </a:r>
                      <a:r>
                        <a:rPr lang="ko-KR" altLang="en-US" sz="1050" u="none" strike="noStrike" dirty="0" err="1">
                          <a:effectLst/>
                          <a:latin typeface="+mn-ea"/>
                          <a:ea typeface="+mn-ea"/>
                        </a:rPr>
                        <a:t>내원시</a:t>
                      </a:r>
                      <a:r>
                        <a:rPr lang="ko-KR" altLang="en-US" sz="1050" u="none" strike="noStrike" dirty="0">
                          <a:effectLst/>
                          <a:latin typeface="+mn-ea"/>
                          <a:ea typeface="+mn-ea"/>
                        </a:rPr>
                        <a:t> 열이 없더라도 발열의 기록이 있으면 적용가능</a:t>
                      </a:r>
                      <a:endParaRPr lang="ko-KR" altLang="en-US" sz="1050" b="0" i="0" u="none" strike="noStrike" dirty="0">
                        <a:solidFill>
                          <a:srgbClr val="3366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246605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DFFB1A-F56C-40CE-9365-DED38547C9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0991432"/>
              </p:ext>
            </p:extLst>
          </p:nvPr>
        </p:nvGraphicFramePr>
        <p:xfrm>
          <a:off x="6416845" y="1877239"/>
          <a:ext cx="5137200" cy="2891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9782">
                  <a:extLst>
                    <a:ext uri="{9D8B030D-6E8A-4147-A177-3AD203B41FA5}">
                      <a16:colId xmlns:a16="http://schemas.microsoft.com/office/drawing/2014/main" val="3281974142"/>
                    </a:ext>
                  </a:extLst>
                </a:gridCol>
                <a:gridCol w="4737418">
                  <a:extLst>
                    <a:ext uri="{9D8B030D-6E8A-4147-A177-3AD203B41FA5}">
                      <a16:colId xmlns:a16="http://schemas.microsoft.com/office/drawing/2014/main" val="3669090837"/>
                    </a:ext>
                  </a:extLst>
                </a:gridCol>
              </a:tblGrid>
              <a:tr h="202614">
                <a:tc gridSpan="2"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200" b="1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</a:t>
                      </a:r>
                      <a:endParaRPr lang="ko-KR" altLang="en-US" sz="12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fontAlgn="t"/>
                      <a:r>
                        <a:rPr lang="ko-KR" altLang="en-US" sz="1200" b="1" u="none" strike="noStrike" dirty="0" err="1">
                          <a:effectLst/>
                          <a:latin typeface="+mn-ea"/>
                          <a:ea typeface="+mn-ea"/>
                        </a:rPr>
                        <a:t>출혈성</a:t>
                      </a:r>
                      <a:r>
                        <a:rPr lang="ko-KR" altLang="en-US" sz="1200" b="1" u="none" strike="noStrike" dirty="0">
                          <a:effectLst/>
                          <a:latin typeface="+mn-ea"/>
                          <a:ea typeface="+mn-ea"/>
                        </a:rPr>
                        <a:t> 질환</a:t>
                      </a:r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1" u="none" strike="noStrike" dirty="0">
                          <a:effectLst/>
                          <a:latin typeface="+mn-ea"/>
                          <a:ea typeface="+mn-ea"/>
                        </a:rPr>
                        <a:t>지혈에 문제가 있는 상황</a:t>
                      </a:r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2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4874652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생명 혹은 사지를 소실할 정도의 위급한 출혈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6976505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중등도나 경도의 출혈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194515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3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3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5071476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사고기전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2598880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ko-KR" altLang="en-US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고위험성 사고기전</a:t>
                      </a:r>
                      <a:endParaRPr lang="ko-KR" altLang="en-US" sz="1050" b="0" i="0" u="none" strike="noStrike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034538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3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3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6955695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통증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호흡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088248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중증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(8-10)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9099480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중등도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(4-7)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0479418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급성 경증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(&lt;4)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7166656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endParaRPr lang="ko-KR" altLang="en-US" sz="3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88165011"/>
                  </a:ext>
                </a:extLst>
              </a:tr>
              <a:tr h="202614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통증</a:t>
                      </a: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만성 </a:t>
                      </a:r>
                      <a:r>
                        <a:rPr lang="ko-KR" altLang="en-US" sz="1200" b="1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중심성</a:t>
                      </a:r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통증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875455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중증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(8-10)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816935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중등도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(4-7)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4540774"/>
                  </a:ext>
                </a:extLst>
              </a:tr>
              <a:tr h="2026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만성 경증 통증 </a:t>
                      </a:r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(&lt;4)</a:t>
                      </a:r>
                    </a:p>
                  </a:txBody>
                  <a:tcPr marL="108000" marR="9525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3984858"/>
                  </a:ext>
                </a:extLst>
              </a:tr>
              <a:tr h="64270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endParaRPr lang="ko-KR" altLang="en-US" sz="3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5627734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392E1099-B5D8-4153-99E8-10B9E7EDE558}"/>
              </a:ext>
            </a:extLst>
          </p:cNvPr>
          <p:cNvGrpSpPr/>
          <p:nvPr/>
        </p:nvGrpSpPr>
        <p:grpSpPr>
          <a:xfrm>
            <a:off x="1691153" y="1385299"/>
            <a:ext cx="3666391" cy="295345"/>
            <a:chOff x="1691153" y="1385299"/>
            <a:chExt cx="3666391" cy="295345"/>
          </a:xfrm>
        </p:grpSpPr>
        <p:sp>
          <p:nvSpPr>
            <p:cNvPr id="8" name="TextBox 7">
              <a:hlinkClick r:id="rId2" action="ppaction://hlinksldjump"/>
              <a:extLst>
                <a:ext uri="{FF2B5EF4-FFF2-40B4-BE49-F238E27FC236}">
                  <a16:creationId xmlns:a16="http://schemas.microsoft.com/office/drawing/2014/main" id="{66D68C72-4F0F-4329-BE64-39833D66AE4C}"/>
                </a:ext>
              </a:extLst>
            </p:cNvPr>
            <p:cNvSpPr txBox="1"/>
            <p:nvPr/>
          </p:nvSpPr>
          <p:spPr>
            <a:xfrm>
              <a:off x="1800092" y="1385299"/>
              <a:ext cx="3448514" cy="295345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en-US" altLang="ko-KR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Critical look (</a:t>
              </a:r>
              <a:r>
                <a:rPr lang="ko-KR" altLang="en-US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첫인상 평가</a:t>
              </a:r>
              <a:r>
                <a:rPr lang="en-US" altLang="ko-KR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BCB28C41-964B-4734-B441-A56CEAD64A4D}"/>
                </a:ext>
              </a:extLst>
            </p:cNvPr>
            <p:cNvSpPr/>
            <p:nvPr/>
          </p:nvSpPr>
          <p:spPr>
            <a:xfrm>
              <a:off x="5311825" y="140697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EBFC9689-2B47-4CE7-9C10-51844A50AE03}"/>
                </a:ext>
              </a:extLst>
            </p:cNvPr>
            <p:cNvSpPr/>
            <p:nvPr/>
          </p:nvSpPr>
          <p:spPr>
            <a:xfrm>
              <a:off x="1691153" y="140697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1BA69CDC-3E1C-437D-A33C-D801710B40F7}"/>
              </a:ext>
            </a:extLst>
          </p:cNvPr>
          <p:cNvGrpSpPr/>
          <p:nvPr/>
        </p:nvGrpSpPr>
        <p:grpSpPr>
          <a:xfrm>
            <a:off x="7445667" y="1385299"/>
            <a:ext cx="3079556" cy="295345"/>
            <a:chOff x="1961755" y="1427339"/>
            <a:chExt cx="3079556" cy="29534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A43C93C-C09D-465C-8F99-F1018D4BCAB9}"/>
                </a:ext>
              </a:extLst>
            </p:cNvPr>
            <p:cNvSpPr txBox="1"/>
            <p:nvPr/>
          </p:nvSpPr>
          <p:spPr>
            <a:xfrm>
              <a:off x="2076527" y="1427339"/>
              <a:ext cx="2850012" cy="295345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ko-KR" altLang="en-US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 밖의 </a:t>
              </a:r>
              <a:r>
                <a:rPr lang="en-US" altLang="ko-KR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2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 고려사항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ECE7A781-4F6E-4822-92B0-1A96D490BB31}"/>
                </a:ext>
              </a:extLst>
            </p:cNvPr>
            <p:cNvSpPr/>
            <p:nvPr/>
          </p:nvSpPr>
          <p:spPr>
            <a:xfrm>
              <a:off x="4995592" y="144901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F3689DAC-640E-4677-A741-5EFE9E2BE8FA}"/>
                </a:ext>
              </a:extLst>
            </p:cNvPr>
            <p:cNvSpPr/>
            <p:nvPr/>
          </p:nvSpPr>
          <p:spPr>
            <a:xfrm>
              <a:off x="1961755" y="144901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88116564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BB02EDE1-32C5-48C8-BCFA-B1AC4821F8C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298832" y="2368444"/>
            <a:ext cx="8359175" cy="3492709"/>
          </a:xfrm>
          <a:prstGeom prst="rect">
            <a:avLst/>
          </a:prstGeom>
        </p:spPr>
      </p:pic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C313472B-BEA2-44BE-BF8D-95E9687F28E1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2A0465D6-CCF2-49BB-9045-FBD3E1FD45D9}"/>
              </a:ext>
            </a:extLst>
          </p:cNvPr>
          <p:cNvGraphicFramePr>
            <a:graphicFrameLocks noGrp="1"/>
          </p:cNvGraphicFramePr>
          <p:nvPr/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첫인상 평가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(Critical Look)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9C904487-1E04-4593-85C5-77E95C16A13E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F0358C86-312C-48E2-BCB8-D6B205254DC5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E0FA500E-A7C2-48F8-B56A-9CC1D190BAD8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D9EC971A-07F4-4760-9E5F-60CA647531E0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sp>
        <p:nvSpPr>
          <p:cNvPr id="14" name="TextBox 13">
            <a:hlinkClick r:id="rId4" action="ppaction://hlinksldjump"/>
            <a:extLst>
              <a:ext uri="{FF2B5EF4-FFF2-40B4-BE49-F238E27FC236}">
                <a16:creationId xmlns:a16="http://schemas.microsoft.com/office/drawing/2014/main" id="{20B15421-D2BC-4E7F-81EE-17FD9FC7F2A5}"/>
              </a:ext>
            </a:extLst>
          </p:cNvPr>
          <p:cNvSpPr txBox="1"/>
          <p:nvPr/>
        </p:nvSpPr>
        <p:spPr>
          <a:xfrm>
            <a:off x="2849538" y="4644618"/>
            <a:ext cx="200610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ko-KR" sz="1600" b="1" dirty="0">
                <a:latin typeface="맑은 고딕" panose="020B0503020000020004" pitchFamily="50" charset="-127"/>
                <a:ea typeface="맑은 고딕" panose="020B0503020000020004" pitchFamily="50" charset="-127"/>
                <a:cs typeface="Arial" charset="0"/>
              </a:rPr>
              <a:t>CRITICAL LOOK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7324918-EF76-4AB5-89DE-FB6CB432862D}"/>
              </a:ext>
            </a:extLst>
          </p:cNvPr>
          <p:cNvSpPr txBox="1"/>
          <p:nvPr/>
        </p:nvSpPr>
        <p:spPr>
          <a:xfrm>
            <a:off x="8146782" y="3392135"/>
            <a:ext cx="174638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ko-KR" altLang="en-US" sz="1600" b="1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charset="0"/>
              </a:rPr>
              <a:t>주증상</a:t>
            </a:r>
            <a:r>
              <a:rPr lang="ko-KR" altLang="en-US" sz="1600" b="1" dirty="0">
                <a:latin typeface="맑은 고딕" panose="020B0503020000020004" pitchFamily="50" charset="-127"/>
                <a:ea typeface="맑은 고딕" panose="020B0503020000020004" pitchFamily="50" charset="-127"/>
                <a:cs typeface="Arial" charset="0"/>
              </a:rPr>
              <a:t> 카테고리</a:t>
            </a:r>
          </a:p>
          <a:p>
            <a:pPr>
              <a:defRPr/>
            </a:pPr>
            <a:r>
              <a:rPr lang="ko-KR" altLang="en-US" sz="1600" b="1" dirty="0">
                <a:latin typeface="맑은 고딕" panose="020B0503020000020004" pitchFamily="50" charset="-127"/>
                <a:ea typeface="맑은 고딕" panose="020B0503020000020004" pitchFamily="50" charset="-127"/>
                <a:cs typeface="Arial" charset="0"/>
              </a:rPr>
              <a:t>선택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1D00404-C3F4-47A1-9762-1EDC171DA1B1}"/>
              </a:ext>
            </a:extLst>
          </p:cNvPr>
          <p:cNvSpPr txBox="1"/>
          <p:nvPr/>
        </p:nvSpPr>
        <p:spPr>
          <a:xfrm>
            <a:off x="5408907" y="3707100"/>
            <a:ext cx="1769087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주증상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16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이등변 삼각형 1">
            <a:hlinkClick r:id="rId4" action="ppaction://hlinksldjump"/>
            <a:extLst>
              <a:ext uri="{FF2B5EF4-FFF2-40B4-BE49-F238E27FC236}">
                <a16:creationId xmlns:a16="http://schemas.microsoft.com/office/drawing/2014/main" id="{252E1AE6-2DC1-4456-BC43-BDD9E914C5F7}"/>
              </a:ext>
            </a:extLst>
          </p:cNvPr>
          <p:cNvSpPr/>
          <p:nvPr/>
        </p:nvSpPr>
        <p:spPr>
          <a:xfrm>
            <a:off x="2893689" y="3374590"/>
            <a:ext cx="1913544" cy="1649607"/>
          </a:xfrm>
          <a:prstGeom prst="triangl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hlinkClick r:id="rId5" action="ppaction://hlinksldjump"/>
            <a:extLst>
              <a:ext uri="{FF2B5EF4-FFF2-40B4-BE49-F238E27FC236}">
                <a16:creationId xmlns:a16="http://schemas.microsoft.com/office/drawing/2014/main" id="{D89CD2AC-7441-4428-9FA7-F6D82D14A89F}"/>
              </a:ext>
            </a:extLst>
          </p:cNvPr>
          <p:cNvSpPr/>
          <p:nvPr/>
        </p:nvSpPr>
        <p:spPr>
          <a:xfrm>
            <a:off x="2694185" y="5106522"/>
            <a:ext cx="2259652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순환</a:t>
            </a:r>
          </a:p>
        </p:txBody>
      </p:sp>
      <p:sp>
        <p:nvSpPr>
          <p:cNvPr id="21" name="직사각형 20">
            <a:hlinkClick r:id="rId6" action="ppaction://hlinksldjump"/>
            <a:extLst>
              <a:ext uri="{FF2B5EF4-FFF2-40B4-BE49-F238E27FC236}">
                <a16:creationId xmlns:a16="http://schemas.microsoft.com/office/drawing/2014/main" id="{DC7007BE-D866-4CDB-996D-39277709E9E7}"/>
              </a:ext>
            </a:extLst>
          </p:cNvPr>
          <p:cNvSpPr/>
          <p:nvPr/>
        </p:nvSpPr>
        <p:spPr>
          <a:xfrm rot="18000000">
            <a:off x="1996402" y="3950479"/>
            <a:ext cx="2259652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전반적인</a:t>
            </a:r>
            <a:r>
              <a:rPr lang="en-US" altLang="ko-KR" sz="14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93D90633-B9A9-4820-A7F1-5C171EB5F848}"/>
              </a:ext>
            </a:extLst>
          </p:cNvPr>
          <p:cNvSpPr/>
          <p:nvPr/>
        </p:nvSpPr>
        <p:spPr>
          <a:xfrm rot="3600000" flipH="1">
            <a:off x="3499954" y="3908030"/>
            <a:ext cx="2054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호흡 노력</a:t>
            </a: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207F54A-1972-4C00-B077-E721DBDFAF6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55443" y="2392748"/>
            <a:ext cx="1571625" cy="447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6439892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E45C546-D553-46CD-876C-F5F2495C022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1B295D1F-2496-46B1-A234-B289AF05E3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77869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의식수준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7F99FBF9-388A-4568-A02A-17C73F315E9F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C62836D-A6FB-44C8-BCF6-74CA871E2798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32D0DFB6-E7C4-47DA-AEF5-B525E0BADA21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FCF62769-47D7-4C61-B48E-A57F20DB083B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08CBDB2D-5723-4ABA-8441-807256968F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4627114"/>
              </p:ext>
            </p:extLst>
          </p:nvPr>
        </p:nvGraphicFramePr>
        <p:xfrm>
          <a:off x="1350332" y="2109121"/>
          <a:ext cx="10178413" cy="25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7593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978560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1131130">
                  <a:extLst>
                    <a:ext uri="{9D8B030D-6E8A-4147-A177-3AD203B41FA5}">
                      <a16:colId xmlns:a16="http://schemas.microsoft.com/office/drawing/2014/main" val="3968574404"/>
                    </a:ext>
                  </a:extLst>
                </a:gridCol>
                <a:gridCol w="1131130">
                  <a:extLst>
                    <a:ext uri="{9D8B030D-6E8A-4147-A177-3AD203B41FA5}">
                      <a16:colId xmlns:a16="http://schemas.microsoft.com/office/drawing/2014/main" val="1863929908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의식수준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GCS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AVPU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무의식</a:t>
                      </a:r>
                      <a:endParaRPr lang="en-US" altLang="ko-KR" sz="1600" b="1" dirty="0">
                        <a:solidFill>
                          <a:srgbClr val="0F3D97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반응없음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통증이나 큰 소음에 반응하나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의미없는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움직임만 보임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굴곡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(flexion)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또는 </a:t>
                      </a:r>
                      <a:endParaRPr lang="en-US" altLang="ko-KR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신전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(extension)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자세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지속되는 발작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의식수준의 지속적 악화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기도를 유지할 수 없는 상태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의식수준의 변화</a:t>
                      </a:r>
                      <a:endParaRPr lang="en-US" altLang="ko-KR" sz="1600" b="1" kern="120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평소 의식 수준에서 변화를 보일 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기면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둔감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(obtunded);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통증 자극에 국소적 반응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착란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지남력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없음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안절부절못함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과민함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초조함 혹은 공격적임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달랠 수 없고 잘 먹지 않는 영아의 경우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기도유지는 가능함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명료하지만 평소보다 활력징후나 행동에 경미한 변화가 동반된 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en-US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V/P</a:t>
                      </a: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645D9A26-BC89-4D6B-8C48-E11AAE305599}"/>
              </a:ext>
            </a:extLst>
          </p:cNvPr>
          <p:cNvGrpSpPr/>
          <p:nvPr/>
        </p:nvGrpSpPr>
        <p:grpSpPr>
          <a:xfrm>
            <a:off x="9848800" y="4793436"/>
            <a:ext cx="1754374" cy="502757"/>
            <a:chOff x="9848800" y="4835968"/>
            <a:chExt cx="1754374" cy="502757"/>
          </a:xfrm>
        </p:grpSpPr>
        <p:pic>
          <p:nvPicPr>
            <p:cNvPr id="16" name="그림 15">
              <a:hlinkClick r:id="rId3" action="ppaction://hlinksldjump"/>
              <a:extLst>
                <a:ext uri="{FF2B5EF4-FFF2-40B4-BE49-F238E27FC236}">
                  <a16:creationId xmlns:a16="http://schemas.microsoft.com/office/drawing/2014/main" id="{DF24AFA3-0EBD-4F60-BAAA-71B5DCC5067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848800" y="4835968"/>
              <a:ext cx="1754374" cy="502757"/>
            </a:xfrm>
            <a:prstGeom prst="rect">
              <a:avLst/>
            </a:prstGeom>
          </p:spPr>
        </p:pic>
        <p:sp>
          <p:nvSpPr>
            <p:cNvPr id="17" name="TextBox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E920986E-294A-4FA8-B569-0315C6949A5E}"/>
                </a:ext>
              </a:extLst>
            </p:cNvPr>
            <p:cNvSpPr txBox="1"/>
            <p:nvPr/>
          </p:nvSpPr>
          <p:spPr>
            <a:xfrm>
              <a:off x="10196623" y="4960933"/>
              <a:ext cx="103135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GCS</a:t>
              </a:r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정의</a:t>
              </a:r>
            </a:p>
          </p:txBody>
        </p:sp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78C6069-4E32-46B3-9C83-80FB0C477B6C}"/>
              </a:ext>
            </a:extLst>
          </p:cNvPr>
          <p:cNvSpPr/>
          <p:nvPr/>
        </p:nvSpPr>
        <p:spPr>
          <a:xfrm>
            <a:off x="2159274" y="2104953"/>
            <a:ext cx="120580" cy="25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783121672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FE259DE-3759-4E18-AB12-205B12D6C14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9CDB86F-0216-4954-BCEC-A681CAECE9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597982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혈역학적 상태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5BFFAA94-0835-42F9-90B1-425333B5F81D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69FA6B74-417B-4B94-94BD-CFC596D322C3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B40DA6C5-2037-4BBB-B692-E2F5CC5B5EE9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627AB913-37B7-4217-ACF7-D86F32B07D3D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EB0D1439-4F0F-4B43-B344-E3EE699693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8164761"/>
              </p:ext>
            </p:extLst>
          </p:nvPr>
        </p:nvGraphicFramePr>
        <p:xfrm>
          <a:off x="1350332" y="2109120"/>
          <a:ext cx="6117267" cy="41402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271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5284550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432242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순환 상태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47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쇼크</a:t>
                      </a:r>
                      <a:r>
                        <a:rPr lang="en-US" altLang="ko-KR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중증 종말 기관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(end-organ)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순환부전의 증거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매우 창백함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차가운 피부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발한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약한 맥박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저혈압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체위성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실신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심각한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빈맥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또는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서맥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효과적이지 못한 환기 또는 산소화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의식수준의 저하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패혈성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쇼크처럼 홍조를 띠고 열이 나며 아파 보이는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(toxic)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58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 장애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경계성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(borderline)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관류의 증거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모세혈관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재충혈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시간 지연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빈맥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부적절한 조직 관류를 시사하는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소변량 감소와 피부 변화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소아에서는 위장관 감염으로 인한 구토와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설사가 흔한 원인이지만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특히 어린 소아에서는 탈수 징후를 항상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믿을 수 있는 것은 아님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소아의 혈압 유지 능력에 따라 중등도 외상에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따른 출혈이 겉으로 드러나지 않을 수 있음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비정상 활력징후에 동반된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600" b="1" kern="1200" dirty="0" err="1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체액량</a:t>
                      </a: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부족</a:t>
                      </a:r>
                      <a:endParaRPr lang="en-US" altLang="ko-KR" sz="1600" b="1" kern="1200" dirty="0">
                        <a:solidFill>
                          <a:srgbClr val="D7A13B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1349206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3B906441-6039-4534-B4F5-D11B69210CF2}"/>
              </a:ext>
            </a:extLst>
          </p:cNvPr>
          <p:cNvSpPr/>
          <p:nvPr/>
        </p:nvSpPr>
        <p:spPr>
          <a:xfrm>
            <a:off x="2061669" y="2104953"/>
            <a:ext cx="120580" cy="41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pic>
        <p:nvPicPr>
          <p:cNvPr id="14" name="Picture 1">
            <a:hlinkClick r:id="rId3" action="ppaction://hlinksldjump"/>
            <a:extLst>
              <a:ext uri="{FF2B5EF4-FFF2-40B4-BE49-F238E27FC236}">
                <a16:creationId xmlns:a16="http://schemas.microsoft.com/office/drawing/2014/main" id="{5C6DF579-5E8D-4A0A-BFD1-92EFBDF938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638881" y="2022618"/>
            <a:ext cx="3994795" cy="1896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2">
            <a:hlinkClick r:id="rId3" action="ppaction://hlinksldjump"/>
            <a:extLst>
              <a:ext uri="{FF2B5EF4-FFF2-40B4-BE49-F238E27FC236}">
                <a16:creationId xmlns:a16="http://schemas.microsoft.com/office/drawing/2014/main" id="{778EFDAA-CD4B-4EAE-841D-0F3B1FE00E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7720332" y="4029886"/>
            <a:ext cx="3835134" cy="19834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76C91E43-62F5-4518-99D3-2D1C0E804138}"/>
              </a:ext>
            </a:extLst>
          </p:cNvPr>
          <p:cNvGrpSpPr/>
          <p:nvPr/>
        </p:nvGrpSpPr>
        <p:grpSpPr>
          <a:xfrm>
            <a:off x="9346335" y="5917687"/>
            <a:ext cx="2244809" cy="612000"/>
            <a:chOff x="9346335" y="5917687"/>
            <a:chExt cx="2244809" cy="612000"/>
          </a:xfrm>
        </p:grpSpPr>
        <p:pic>
          <p:nvPicPr>
            <p:cNvPr id="3" name="그림 2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91773748-099A-4A08-B775-6BBD8A526B4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346335" y="5917687"/>
              <a:ext cx="2244809" cy="612000"/>
            </a:xfrm>
            <a:prstGeom prst="rect">
              <a:avLst/>
            </a:prstGeom>
          </p:spPr>
        </p:pic>
        <p:sp>
          <p:nvSpPr>
            <p:cNvPr id="16" name="TextBox 15">
              <a:hlinkClick r:id="rId3" action="ppaction://hlinksldjump"/>
              <a:extLst>
                <a:ext uri="{FF2B5EF4-FFF2-40B4-BE49-F238E27FC236}">
                  <a16:creationId xmlns:a16="http://schemas.microsoft.com/office/drawing/2014/main" id="{0DB7B73D-E2CE-4884-A1C4-782C4FF77ADB}"/>
                </a:ext>
              </a:extLst>
            </p:cNvPr>
            <p:cNvSpPr txBox="1"/>
            <p:nvPr/>
          </p:nvSpPr>
          <p:spPr>
            <a:xfrm>
              <a:off x="9346335" y="6097261"/>
              <a:ext cx="210670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spc="-50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CTAS</a:t>
              </a:r>
              <a:r>
                <a:rPr lang="ko-KR" altLang="en-US" sz="1200" b="1" spc="-50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맥박수 기준 참고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4171082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C2BD7361-78A2-43AD-9BA8-1DFBDC4D80F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5689A574-DA46-425D-A271-41B61F7116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031469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 상태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AD28B226-1219-4E1B-A9AE-B3B00BA4B66B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8FD72987-1EEA-4AFB-BF83-F8BFF767D314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372DB54B-E50D-4104-AEAB-48941230D1D3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3326A2CF-27E7-47FE-8704-CC990F8C3476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23B2B071-26B4-43BE-B99E-63DC3D94B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059637"/>
              </p:ext>
            </p:extLst>
          </p:nvPr>
        </p:nvGraphicFramePr>
        <p:xfrm>
          <a:off x="1350332" y="2109120"/>
          <a:ext cx="6045549" cy="432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04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699093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60412">
                  <a:extLst>
                    <a:ext uri="{9D8B030D-6E8A-4147-A177-3AD203B41FA5}">
                      <a16:colId xmlns:a16="http://schemas.microsoft.com/office/drawing/2014/main" val="3372045893"/>
                    </a:ext>
                  </a:extLst>
                </a:gridCol>
              </a:tblGrid>
              <a:tr h="102502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호흡곤란의 정도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산소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포화도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중증</a:t>
                      </a:r>
                      <a:endParaRPr lang="en-US" altLang="ko-KR" sz="1600" b="1" dirty="0">
                        <a:solidFill>
                          <a:srgbClr val="0F3D97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과도한 호흡 노력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청색증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혼수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착란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보호자를 알아보지 못함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통증 반응 감소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한 단어로만 말할 수 있거나 말을 할 수 없음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빈맥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또는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서맥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빈호흡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또는 느린 호흡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무호흡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불규칙한 호흡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심한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흉부함몰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코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벌렁임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그렁거림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호흡음의 감소 혹은 소실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상부기도 폐쇄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연하곤란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침흘림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목소리 감소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힘든 호흡과 </a:t>
                      </a:r>
                      <a:endParaRPr lang="en-US" altLang="ko-KR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협착음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기도 유지 불가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기침이나 구역질 반사가 약함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);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약한 </a:t>
                      </a:r>
                      <a:endParaRPr lang="en-US" altLang="ko-KR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근육 긴장도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&lt;90%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11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증가된 호흡 노력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안절부절못함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불안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공격성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빈호흡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과호흡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경도의 호흡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보조근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흉부 함몰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코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벌렁임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구문이나 끊어진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문장까지 말할 수 있음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협착음이 들리나 기도는 유지됨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길어진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호기 시간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&lt;92%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11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endParaRPr lang="en-US" altLang="ko-KR" sz="1600" b="1" kern="1200" dirty="0">
                        <a:solidFill>
                          <a:srgbClr val="D7A13B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호흡곤란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빈호흡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운동시 숨참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명백한 호흡 노력 증가가 없음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완전한 문장으로 말할 수 있음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협착음이 있으나 명백한 기도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폐쇄는 없음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;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잦은 기침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산소포화도가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92-94%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이더라도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무증상이라면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4,5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단계로 분류한다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92-94%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1349206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AE52579B-F999-4D37-9A8D-8B6AE98AC24D}"/>
              </a:ext>
            </a:extLst>
          </p:cNvPr>
          <p:cNvSpPr/>
          <p:nvPr/>
        </p:nvSpPr>
        <p:spPr>
          <a:xfrm>
            <a:off x="1811323" y="2104953"/>
            <a:ext cx="120580" cy="433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pic>
        <p:nvPicPr>
          <p:cNvPr id="15" name="Picture 2">
            <a:hlinkClick r:id="rId3" action="ppaction://hlinksldjump"/>
            <a:extLst>
              <a:ext uri="{FF2B5EF4-FFF2-40B4-BE49-F238E27FC236}">
                <a16:creationId xmlns:a16="http://schemas.microsoft.com/office/drawing/2014/main" id="{FAB2F2D5-1913-48FD-BBA1-4A8181441F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7663158" y="4016564"/>
            <a:ext cx="4000048" cy="2011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1">
            <a:hlinkClick r:id="rId3" action="ppaction://hlinksldjump"/>
            <a:extLst>
              <a:ext uri="{FF2B5EF4-FFF2-40B4-BE49-F238E27FC236}">
                <a16:creationId xmlns:a16="http://schemas.microsoft.com/office/drawing/2014/main" id="{D39390FA-8D21-4DD9-A3A9-E6B06D6B9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663157" y="2029519"/>
            <a:ext cx="4000047" cy="19174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그룹 1">
            <a:extLst>
              <a:ext uri="{FF2B5EF4-FFF2-40B4-BE49-F238E27FC236}">
                <a16:creationId xmlns:a16="http://schemas.microsoft.com/office/drawing/2014/main" id="{EF4E0368-0F14-4EC2-B557-47CC86E68FA5}"/>
              </a:ext>
            </a:extLst>
          </p:cNvPr>
          <p:cNvGrpSpPr/>
          <p:nvPr/>
        </p:nvGrpSpPr>
        <p:grpSpPr>
          <a:xfrm>
            <a:off x="9346335" y="5917687"/>
            <a:ext cx="2244809" cy="612000"/>
            <a:chOff x="9346335" y="5917687"/>
            <a:chExt cx="2244809" cy="612000"/>
          </a:xfrm>
        </p:grpSpPr>
        <p:pic>
          <p:nvPicPr>
            <p:cNvPr id="17" name="그림 16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758E404C-A453-43EC-80C5-5A5B993BFC8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346335" y="5917687"/>
              <a:ext cx="2244809" cy="612000"/>
            </a:xfrm>
            <a:prstGeom prst="rect">
              <a:avLst/>
            </a:prstGeom>
          </p:spPr>
        </p:pic>
        <p:sp>
          <p:nvSpPr>
            <p:cNvPr id="18" name="TextBox 17">
              <a:hlinkClick r:id="rId3" action="ppaction://hlinksldjump"/>
              <a:extLst>
                <a:ext uri="{FF2B5EF4-FFF2-40B4-BE49-F238E27FC236}">
                  <a16:creationId xmlns:a16="http://schemas.microsoft.com/office/drawing/2014/main" id="{2E1AE9FC-1949-4D22-A166-D6ED53A628F5}"/>
                </a:ext>
              </a:extLst>
            </p:cNvPr>
            <p:cNvSpPr txBox="1"/>
            <p:nvPr/>
          </p:nvSpPr>
          <p:spPr>
            <a:xfrm>
              <a:off x="9346335" y="6097261"/>
              <a:ext cx="210670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spc="-50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CTAS</a:t>
              </a:r>
              <a:r>
                <a:rPr lang="ko-KR" altLang="en-US" sz="1200" b="1" spc="-50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호흡수 기준 참고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4935747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6DD54508-E7C9-40BE-A097-1688AF4CE4E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8D59E703-27E2-4E93-9B35-DF5ADF83FB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999018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A809EBFA-1987-4390-93AC-D2E0DB7FC832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BC86B2B6-31DE-49C9-B266-DCCBCD3B85CA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69C3039E-66F5-4071-86B1-9619E7F72DE2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1EADF025-EBF9-403E-9DD8-A073C51AA28A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4901F303-B480-4EE3-A438-590E095C7C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4208291"/>
              </p:ext>
            </p:extLst>
          </p:nvPr>
        </p:nvGraphicFramePr>
        <p:xfrm>
          <a:off x="1350334" y="2109120"/>
          <a:ext cx="10167214" cy="39791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943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916127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41672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 </a:t>
                      </a:r>
                      <a:r>
                        <a:rPr lang="ko-KR" altLang="en-CA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≥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38.0°C (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나이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6106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면역 저하 상태</a:t>
                      </a:r>
                      <a:endParaRPr lang="en-US" altLang="ko-KR" sz="1600" b="1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중성구감소증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또는 의증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장기이식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항암 화학 요법 또는 스테로이드를 포함한 면역억제제 사용 등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59036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73875"/>
                  </a:ext>
                </a:extLst>
              </a:tr>
              <a:tr h="590364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ko-KR" altLang="en-CA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  <a:r>
                        <a:rPr lang="it-IT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R" altLang="en-CA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590364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</a:t>
                      </a:r>
                      <a:r>
                        <a:rPr lang="ko-KR" altLang="en-CA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  <a:r>
                        <a:rPr lang="it-IT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590364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15479"/>
                  </a:ext>
                </a:extLst>
              </a:tr>
              <a:tr h="590364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 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T≥38</a:t>
                      </a:r>
                      <a:r>
                        <a:rPr lang="it-IT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221160A0-68A1-4005-8773-F232D1387B00}"/>
              </a:ext>
            </a:extLst>
          </p:cNvPr>
          <p:cNvSpPr/>
          <p:nvPr/>
        </p:nvSpPr>
        <p:spPr>
          <a:xfrm>
            <a:off x="2228273" y="2104953"/>
            <a:ext cx="120580" cy="396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sp>
        <p:nvSpPr>
          <p:cNvPr id="2" name="직사각형 1"/>
          <p:cNvSpPr/>
          <p:nvPr/>
        </p:nvSpPr>
        <p:spPr>
          <a:xfrm>
            <a:off x="1339136" y="6088286"/>
            <a:ext cx="1017841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fontAlgn="t"/>
            <a:r>
              <a:rPr lang="ko-KR" altLang="en-US" sz="1400" b="1" dirty="0">
                <a:latin typeface="맑은 고딕" panose="020B0503020000020004" pitchFamily="50" charset="-127"/>
              </a:rPr>
              <a:t>* 환자가 </a:t>
            </a:r>
            <a:r>
              <a:rPr lang="ko-KR" altLang="en-US" sz="1400" b="1" dirty="0" err="1">
                <a:latin typeface="맑은 고딕" panose="020B0503020000020004" pitchFamily="50" charset="-127"/>
              </a:rPr>
              <a:t>내원시</a:t>
            </a:r>
            <a:r>
              <a:rPr lang="ko-KR" altLang="en-US" sz="1400" b="1" dirty="0">
                <a:latin typeface="맑은 고딕" panose="020B0503020000020004" pitchFamily="50" charset="-127"/>
              </a:rPr>
              <a:t> 열이 없더라도 발열의 기록이 있으면 적용가능 </a:t>
            </a:r>
            <a:endParaRPr lang="en-US" altLang="ko-KR" sz="1400" b="1" dirty="0">
              <a:latin typeface="맑은 고딕" panose="020B0503020000020004" pitchFamily="50" charset="-127"/>
            </a:endParaRPr>
          </a:p>
          <a:p>
            <a:pPr marL="0" lvl="1" fontAlgn="t"/>
            <a:r>
              <a:rPr lang="en-US" altLang="ko-KR" sz="1400" b="1" dirty="0">
                <a:latin typeface="맑은 고딕" panose="020B0503020000020004" pitchFamily="50" charset="-127"/>
              </a:rPr>
              <a:t>* </a:t>
            </a:r>
            <a:r>
              <a:rPr lang="ko-KR" altLang="en-US" sz="1400" b="1" dirty="0" err="1">
                <a:latin typeface="맑은 고딕" panose="020B0503020000020004" pitchFamily="50" charset="-127"/>
              </a:rPr>
              <a:t>저체온</a:t>
            </a:r>
            <a:r>
              <a:rPr lang="en-US" altLang="ko-KR" sz="1400" b="1" dirty="0">
                <a:latin typeface="맑은 고딕" panose="020B0503020000020004" pitchFamily="50" charset="-127"/>
              </a:rPr>
              <a:t>(T&lt;36</a:t>
            </a:r>
            <a:r>
              <a:rPr lang="it-IT" altLang="ko-KR" sz="1400" b="1" dirty="0">
                <a:solidFill>
                  <a:schemeClr val="dk1"/>
                </a:solidFill>
                <a:latin typeface="맑은 고딕" panose="020B0503020000020004" pitchFamily="50" charset="-127"/>
              </a:rPr>
              <a:t>°C</a:t>
            </a:r>
            <a:r>
              <a:rPr lang="en-US" altLang="ko-KR" sz="1400" b="1" dirty="0">
                <a:latin typeface="맑은 고딕" panose="020B0503020000020004" pitchFamily="50" charset="-127"/>
              </a:rPr>
              <a:t>)</a:t>
            </a:r>
            <a:r>
              <a:rPr lang="ko-KR" altLang="en-US" sz="1400" b="1" dirty="0">
                <a:latin typeface="맑은 고딕" panose="020B0503020000020004" pitchFamily="50" charset="-127"/>
              </a:rPr>
              <a:t>을 보이는 경우</a:t>
            </a:r>
            <a:r>
              <a:rPr lang="en-US" altLang="ko-KR" sz="1400" b="1" dirty="0">
                <a:latin typeface="맑은 고딕" panose="020B0503020000020004" pitchFamily="50" charset="-127"/>
              </a:rPr>
              <a:t>, </a:t>
            </a:r>
            <a:r>
              <a:rPr lang="ko-KR" altLang="en-US" sz="1400" b="1" dirty="0" err="1">
                <a:latin typeface="맑은 고딕" panose="020B0503020000020004" pitchFamily="50" charset="-127"/>
              </a:rPr>
              <a:t>환아의</a:t>
            </a:r>
            <a:r>
              <a:rPr lang="ko-KR" altLang="en-US" sz="1400" b="1" dirty="0">
                <a:latin typeface="맑은 고딕" panose="020B0503020000020004" pitchFamily="50" charset="-127"/>
              </a:rPr>
              <a:t> 전반적인 상태를 고려하여 분류할 것</a:t>
            </a:r>
            <a:endParaRPr lang="ko-KR" altLang="en-US" sz="1400" b="1" dirty="0">
              <a:solidFill>
                <a:srgbClr val="3366FF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2539664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199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17F606DB-0FD1-49E4-8440-3C7C7F6E17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1D856C58-893D-4F6B-9539-B1E7ACE6FF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394601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0666F49B-5771-44DE-B3A7-361DC0D6BE69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FB993238-F42A-4F96-8C3A-F7C2A244DD44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60E7539B-66B7-4A4F-AFC6-7C4DCA66AD73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4AE65F51-FA2E-4CCE-A2A5-2DC5C11458A9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396A2BC-8DE9-4CD2-9D7C-94DB7B2277E7}"/>
              </a:ext>
            </a:extLst>
          </p:cNvPr>
          <p:cNvSpPr/>
          <p:nvPr/>
        </p:nvSpPr>
        <p:spPr>
          <a:xfrm>
            <a:off x="3871382" y="2802820"/>
            <a:ext cx="1293732" cy="315926"/>
          </a:xfrm>
          <a:prstGeom prst="rect">
            <a:avLst/>
          </a:prstGeom>
          <a:solidFill>
            <a:srgbClr val="BEBECD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급성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611E513-A8A4-4A32-9804-60546F66303A}"/>
              </a:ext>
            </a:extLst>
          </p:cNvPr>
          <p:cNvSpPr/>
          <p:nvPr/>
        </p:nvSpPr>
        <p:spPr>
          <a:xfrm>
            <a:off x="5718075" y="2303322"/>
            <a:ext cx="1245816" cy="287205"/>
          </a:xfrm>
          <a:prstGeom prst="rect">
            <a:avLst/>
          </a:prstGeom>
          <a:solidFill>
            <a:srgbClr val="B91F26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7AF538C-A0C4-4779-A334-1FF4D2F11602}"/>
              </a:ext>
            </a:extLst>
          </p:cNvPr>
          <p:cNvSpPr/>
          <p:nvPr/>
        </p:nvSpPr>
        <p:spPr>
          <a:xfrm>
            <a:off x="7753035" y="2303322"/>
            <a:ext cx="937032" cy="287205"/>
          </a:xfrm>
          <a:prstGeom prst="rect">
            <a:avLst/>
          </a:prstGeom>
          <a:solidFill>
            <a:srgbClr val="B91F26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8-10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27ECEE6-5DD3-4459-846B-A4DFD2BE808A}"/>
              </a:ext>
            </a:extLst>
          </p:cNvPr>
          <p:cNvSpPr/>
          <p:nvPr/>
        </p:nvSpPr>
        <p:spPr>
          <a:xfrm>
            <a:off x="9496708" y="2303322"/>
            <a:ext cx="937032" cy="287205"/>
          </a:xfrm>
          <a:prstGeom prst="rect">
            <a:avLst/>
          </a:prstGeom>
          <a:solidFill>
            <a:srgbClr val="B91F26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A07E3B1-3333-4B71-9CEB-C5E72B5A4528}"/>
              </a:ext>
            </a:extLst>
          </p:cNvPr>
          <p:cNvCxnSpPr>
            <a:cxnSpLocks/>
          </p:cNvCxnSpPr>
          <p:nvPr/>
        </p:nvCxnSpPr>
        <p:spPr>
          <a:xfrm>
            <a:off x="6996836" y="2446924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0A0D39DB-2A7B-4224-8C8D-08DE9C79AABC}"/>
              </a:ext>
            </a:extLst>
          </p:cNvPr>
          <p:cNvCxnSpPr>
            <a:cxnSpLocks/>
          </p:cNvCxnSpPr>
          <p:nvPr/>
        </p:nvCxnSpPr>
        <p:spPr>
          <a:xfrm>
            <a:off x="8723015" y="2446924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4BFAB33-4746-47B1-B012-5909EC0951A0}"/>
              </a:ext>
            </a:extLst>
          </p:cNvPr>
          <p:cNvSpPr/>
          <p:nvPr/>
        </p:nvSpPr>
        <p:spPr>
          <a:xfrm>
            <a:off x="5718075" y="3357150"/>
            <a:ext cx="1245816" cy="28720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경증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E1543D0-DB44-46E0-B0D4-4B1DF99F22CE}"/>
              </a:ext>
            </a:extLst>
          </p:cNvPr>
          <p:cNvSpPr/>
          <p:nvPr/>
        </p:nvSpPr>
        <p:spPr>
          <a:xfrm>
            <a:off x="7753035" y="3357150"/>
            <a:ext cx="937032" cy="28720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0-3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A6EF9FD-F39C-40C1-86CC-A3D8A39F0A59}"/>
              </a:ext>
            </a:extLst>
          </p:cNvPr>
          <p:cNvSpPr/>
          <p:nvPr/>
        </p:nvSpPr>
        <p:spPr>
          <a:xfrm>
            <a:off x="9496708" y="3357150"/>
            <a:ext cx="937032" cy="28720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ADA0F43E-C106-49A6-A4E0-C1B942B41D2C}"/>
              </a:ext>
            </a:extLst>
          </p:cNvPr>
          <p:cNvCxnSpPr>
            <a:cxnSpLocks/>
          </p:cNvCxnSpPr>
          <p:nvPr/>
        </p:nvCxnSpPr>
        <p:spPr>
          <a:xfrm>
            <a:off x="6996836" y="3500752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3404D7B8-74E5-4F24-9F81-C96C87E0A048}"/>
              </a:ext>
            </a:extLst>
          </p:cNvPr>
          <p:cNvCxnSpPr>
            <a:cxnSpLocks/>
          </p:cNvCxnSpPr>
          <p:nvPr/>
        </p:nvCxnSpPr>
        <p:spPr>
          <a:xfrm>
            <a:off x="8723015" y="3500752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3CCC45D-2982-48D3-8AD5-B250774A6F59}"/>
              </a:ext>
            </a:extLst>
          </p:cNvPr>
          <p:cNvSpPr/>
          <p:nvPr/>
        </p:nvSpPr>
        <p:spPr>
          <a:xfrm>
            <a:off x="5718075" y="2817181"/>
            <a:ext cx="1245816" cy="28720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중등도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D16A988-3E9A-44B3-A274-9E7A85987682}"/>
              </a:ext>
            </a:extLst>
          </p:cNvPr>
          <p:cNvSpPr/>
          <p:nvPr/>
        </p:nvSpPr>
        <p:spPr>
          <a:xfrm>
            <a:off x="7753035" y="2817181"/>
            <a:ext cx="937032" cy="28720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4-7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D9082D3-E061-4CC9-BEE8-33BB1D800401}"/>
              </a:ext>
            </a:extLst>
          </p:cNvPr>
          <p:cNvSpPr/>
          <p:nvPr/>
        </p:nvSpPr>
        <p:spPr>
          <a:xfrm>
            <a:off x="9496708" y="2817181"/>
            <a:ext cx="937032" cy="28720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0" name="직선 화살표 연결선 29">
            <a:extLst>
              <a:ext uri="{FF2B5EF4-FFF2-40B4-BE49-F238E27FC236}">
                <a16:creationId xmlns:a16="http://schemas.microsoft.com/office/drawing/2014/main" id="{F9DD43A2-844F-4AE9-BFA9-D52166B9C2D9}"/>
              </a:ext>
            </a:extLst>
          </p:cNvPr>
          <p:cNvCxnSpPr>
            <a:cxnSpLocks/>
          </p:cNvCxnSpPr>
          <p:nvPr/>
        </p:nvCxnSpPr>
        <p:spPr>
          <a:xfrm>
            <a:off x="6996836" y="2960783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4A577F8-A640-4FE1-ADE3-1B68397168EA}"/>
              </a:ext>
            </a:extLst>
          </p:cNvPr>
          <p:cNvCxnSpPr>
            <a:cxnSpLocks/>
          </p:cNvCxnSpPr>
          <p:nvPr/>
        </p:nvCxnSpPr>
        <p:spPr>
          <a:xfrm>
            <a:off x="8723015" y="2960783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48B9184-11DD-4A89-8597-A71CF00E0107}"/>
              </a:ext>
            </a:extLst>
          </p:cNvPr>
          <p:cNvCxnSpPr>
            <a:cxnSpLocks/>
          </p:cNvCxnSpPr>
          <p:nvPr/>
        </p:nvCxnSpPr>
        <p:spPr>
          <a:xfrm>
            <a:off x="5209358" y="2960783"/>
            <a:ext cx="460620" cy="1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2698F947-6D0C-4F51-BDA8-D6D60C69DC11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5353639" y="2451096"/>
            <a:ext cx="332395" cy="32405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연결선: 꺾임 35">
            <a:extLst>
              <a:ext uri="{FF2B5EF4-FFF2-40B4-BE49-F238E27FC236}">
                <a16:creationId xmlns:a16="http://schemas.microsoft.com/office/drawing/2014/main" id="{81DE53AE-E5B2-4178-9CC5-33EFFF9C9DAB}"/>
              </a:ext>
            </a:extLst>
          </p:cNvPr>
          <p:cNvCxnSpPr>
            <a:cxnSpLocks/>
          </p:cNvCxnSpPr>
          <p:nvPr/>
        </p:nvCxnSpPr>
        <p:spPr>
          <a:xfrm rot="16200000" flipH="1">
            <a:off x="5159120" y="2978009"/>
            <a:ext cx="721434" cy="32405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00A43D1-F45F-4E46-AF78-0FFDF7C1489C}"/>
              </a:ext>
            </a:extLst>
          </p:cNvPr>
          <p:cNvSpPr/>
          <p:nvPr/>
        </p:nvSpPr>
        <p:spPr>
          <a:xfrm>
            <a:off x="3871382" y="4545637"/>
            <a:ext cx="1293732" cy="315926"/>
          </a:xfrm>
          <a:prstGeom prst="rect">
            <a:avLst/>
          </a:prstGeom>
          <a:solidFill>
            <a:srgbClr val="BEBECD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만성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F9DCC4D-7782-4846-89A2-7CF465D915A2}"/>
              </a:ext>
            </a:extLst>
          </p:cNvPr>
          <p:cNvSpPr/>
          <p:nvPr/>
        </p:nvSpPr>
        <p:spPr>
          <a:xfrm>
            <a:off x="5718075" y="4023488"/>
            <a:ext cx="1245816" cy="28720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중증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ED0BA2A5-B34C-430C-BA72-180868EB1317}"/>
              </a:ext>
            </a:extLst>
          </p:cNvPr>
          <p:cNvSpPr/>
          <p:nvPr/>
        </p:nvSpPr>
        <p:spPr>
          <a:xfrm>
            <a:off x="7753035" y="4023488"/>
            <a:ext cx="937032" cy="28720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8-10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5D19162-201A-4E84-B219-32E19FA4472C}"/>
              </a:ext>
            </a:extLst>
          </p:cNvPr>
          <p:cNvSpPr/>
          <p:nvPr/>
        </p:nvSpPr>
        <p:spPr>
          <a:xfrm>
            <a:off x="9496708" y="4023488"/>
            <a:ext cx="937032" cy="287205"/>
          </a:xfrm>
          <a:prstGeom prst="rect">
            <a:avLst/>
          </a:prstGeom>
          <a:solidFill>
            <a:srgbClr val="E4A927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6BD3CF27-2397-4399-BF71-526BBC20D2DF}"/>
              </a:ext>
            </a:extLst>
          </p:cNvPr>
          <p:cNvCxnSpPr>
            <a:cxnSpLocks/>
          </p:cNvCxnSpPr>
          <p:nvPr/>
        </p:nvCxnSpPr>
        <p:spPr>
          <a:xfrm>
            <a:off x="6996836" y="4167090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69F1EB08-08B3-499A-AC5F-09216EF38078}"/>
              </a:ext>
            </a:extLst>
          </p:cNvPr>
          <p:cNvCxnSpPr>
            <a:cxnSpLocks/>
          </p:cNvCxnSpPr>
          <p:nvPr/>
        </p:nvCxnSpPr>
        <p:spPr>
          <a:xfrm>
            <a:off x="8723015" y="4167090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73D4D508-8181-4A77-ACE3-466A7E1220CE}"/>
              </a:ext>
            </a:extLst>
          </p:cNvPr>
          <p:cNvSpPr/>
          <p:nvPr/>
        </p:nvSpPr>
        <p:spPr>
          <a:xfrm>
            <a:off x="5718075" y="4546943"/>
            <a:ext cx="1245816" cy="28720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중등도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11BB959-7DB7-4719-A321-8DAC4033BE4C}"/>
              </a:ext>
            </a:extLst>
          </p:cNvPr>
          <p:cNvSpPr/>
          <p:nvPr/>
        </p:nvSpPr>
        <p:spPr>
          <a:xfrm>
            <a:off x="7753035" y="4546943"/>
            <a:ext cx="937032" cy="28720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4-7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AA80C92-984F-4E5B-9932-91CA5C48F3C8}"/>
              </a:ext>
            </a:extLst>
          </p:cNvPr>
          <p:cNvSpPr/>
          <p:nvPr/>
        </p:nvSpPr>
        <p:spPr>
          <a:xfrm>
            <a:off x="9496708" y="4546943"/>
            <a:ext cx="937032" cy="287205"/>
          </a:xfrm>
          <a:prstGeom prst="rect">
            <a:avLst/>
          </a:prstGeom>
          <a:solidFill>
            <a:srgbClr val="347B53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05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DD575BC3-E3D4-4D8C-AC9A-60F4D15207C9}"/>
              </a:ext>
            </a:extLst>
          </p:cNvPr>
          <p:cNvCxnSpPr>
            <a:cxnSpLocks/>
          </p:cNvCxnSpPr>
          <p:nvPr/>
        </p:nvCxnSpPr>
        <p:spPr>
          <a:xfrm>
            <a:off x="6996836" y="4690545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F425EDB7-D3EA-45EE-99D0-9BC9F7E1C5F4}"/>
              </a:ext>
            </a:extLst>
          </p:cNvPr>
          <p:cNvCxnSpPr>
            <a:cxnSpLocks/>
          </p:cNvCxnSpPr>
          <p:nvPr/>
        </p:nvCxnSpPr>
        <p:spPr>
          <a:xfrm>
            <a:off x="8723015" y="4690545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1D9678E-8E2C-4497-B211-AAB84C78B46B}"/>
              </a:ext>
            </a:extLst>
          </p:cNvPr>
          <p:cNvSpPr/>
          <p:nvPr/>
        </p:nvSpPr>
        <p:spPr>
          <a:xfrm>
            <a:off x="5718075" y="5070398"/>
            <a:ext cx="1245816" cy="28720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B71A1AC-DAC5-4FA5-920B-50AC72641A59}"/>
              </a:ext>
            </a:extLst>
          </p:cNvPr>
          <p:cNvSpPr/>
          <p:nvPr/>
        </p:nvSpPr>
        <p:spPr>
          <a:xfrm>
            <a:off x="7753035" y="5070398"/>
            <a:ext cx="937032" cy="28720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&lt;4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E1B41FB-EC0E-4215-B175-4A17DAF83EAA}"/>
              </a:ext>
            </a:extLst>
          </p:cNvPr>
          <p:cNvSpPr/>
          <p:nvPr/>
        </p:nvSpPr>
        <p:spPr>
          <a:xfrm>
            <a:off x="9496708" y="5070398"/>
            <a:ext cx="937032" cy="28720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105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7462C369-C4A2-4E44-A1C6-D1F88471782E}"/>
              </a:ext>
            </a:extLst>
          </p:cNvPr>
          <p:cNvCxnSpPr>
            <a:cxnSpLocks/>
          </p:cNvCxnSpPr>
          <p:nvPr/>
        </p:nvCxnSpPr>
        <p:spPr>
          <a:xfrm>
            <a:off x="6996836" y="5214000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75E25F34-BB23-4B8F-81F0-D75924705484}"/>
              </a:ext>
            </a:extLst>
          </p:cNvPr>
          <p:cNvCxnSpPr>
            <a:cxnSpLocks/>
          </p:cNvCxnSpPr>
          <p:nvPr/>
        </p:nvCxnSpPr>
        <p:spPr>
          <a:xfrm>
            <a:off x="8723015" y="5214000"/>
            <a:ext cx="720000" cy="0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2E795E1B-7D65-418E-A8A0-7B23A28A73E8}"/>
              </a:ext>
            </a:extLst>
          </p:cNvPr>
          <p:cNvCxnSpPr>
            <a:cxnSpLocks/>
          </p:cNvCxnSpPr>
          <p:nvPr/>
        </p:nvCxnSpPr>
        <p:spPr>
          <a:xfrm>
            <a:off x="5209358" y="4703600"/>
            <a:ext cx="468000" cy="1"/>
          </a:xfrm>
          <a:prstGeom prst="straightConnector1">
            <a:avLst/>
          </a:prstGeom>
          <a:ln w="63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0B63CBBC-7669-417F-B534-DA84A8E6D4A8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5164773" y="4360129"/>
            <a:ext cx="710128" cy="324053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연결선: 꺾임 54">
            <a:extLst>
              <a:ext uri="{FF2B5EF4-FFF2-40B4-BE49-F238E27FC236}">
                <a16:creationId xmlns:a16="http://schemas.microsoft.com/office/drawing/2014/main" id="{27BA0EB7-4F85-4D44-A96A-8BBDB75EC9E6}"/>
              </a:ext>
            </a:extLst>
          </p:cNvPr>
          <p:cNvCxnSpPr>
            <a:cxnSpLocks/>
          </p:cNvCxnSpPr>
          <p:nvPr/>
        </p:nvCxnSpPr>
        <p:spPr>
          <a:xfrm rot="16200000" flipH="1">
            <a:off x="5346581" y="4878718"/>
            <a:ext cx="346512" cy="32405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8" name="연결선: 꺾임 97">
            <a:extLst>
              <a:ext uri="{FF2B5EF4-FFF2-40B4-BE49-F238E27FC236}">
                <a16:creationId xmlns:a16="http://schemas.microsoft.com/office/drawing/2014/main" id="{08EA8C17-624C-4BC6-B0FE-9859523E41E0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3331082" y="3079378"/>
            <a:ext cx="618637" cy="38145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" name="연결선: 꺾임 98">
            <a:extLst>
              <a:ext uri="{FF2B5EF4-FFF2-40B4-BE49-F238E27FC236}">
                <a16:creationId xmlns:a16="http://schemas.microsoft.com/office/drawing/2014/main" id="{9F0C7764-0FF1-4D83-9A02-7100468A75FD}"/>
              </a:ext>
            </a:extLst>
          </p:cNvPr>
          <p:cNvCxnSpPr>
            <a:cxnSpLocks/>
          </p:cNvCxnSpPr>
          <p:nvPr/>
        </p:nvCxnSpPr>
        <p:spPr>
          <a:xfrm rot="16200000" flipH="1">
            <a:off x="2822237" y="3694713"/>
            <a:ext cx="1636326" cy="38145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E468D36B-1E67-4C4B-9197-D8D08F3E014B}"/>
              </a:ext>
            </a:extLst>
          </p:cNvPr>
          <p:cNvCxnSpPr>
            <a:cxnSpLocks/>
          </p:cNvCxnSpPr>
          <p:nvPr/>
        </p:nvCxnSpPr>
        <p:spPr>
          <a:xfrm>
            <a:off x="3283345" y="3832524"/>
            <a:ext cx="160233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3212F579-FB52-4CC8-B06E-F9DE1D91B61B}"/>
              </a:ext>
            </a:extLst>
          </p:cNvPr>
          <p:cNvGrpSpPr/>
          <p:nvPr/>
        </p:nvGrpSpPr>
        <p:grpSpPr>
          <a:xfrm>
            <a:off x="1926019" y="3598683"/>
            <a:ext cx="1344464" cy="467018"/>
            <a:chOff x="1347487" y="3603745"/>
            <a:chExt cx="1344464" cy="467018"/>
          </a:xfrm>
        </p:grpSpPr>
        <p:sp>
          <p:nvSpPr>
            <p:cNvPr id="12" name="대각선 방향의 모서리가 잘린 사각형 73">
              <a:extLst>
                <a:ext uri="{FF2B5EF4-FFF2-40B4-BE49-F238E27FC236}">
                  <a16:creationId xmlns:a16="http://schemas.microsoft.com/office/drawing/2014/main" id="{5D9D7A65-8479-4E9D-B03A-5DF8482881F6}"/>
                </a:ext>
              </a:extLst>
            </p:cNvPr>
            <p:cNvSpPr/>
            <p:nvPr/>
          </p:nvSpPr>
          <p:spPr>
            <a:xfrm flipV="1">
              <a:off x="1352750" y="3603745"/>
              <a:ext cx="250171" cy="461819"/>
            </a:xfrm>
            <a:prstGeom prst="snip2DiagRect">
              <a:avLst>
                <a:gd name="adj1" fmla="val 0"/>
                <a:gd name="adj2" fmla="val 43223"/>
              </a:avLst>
            </a:prstGeom>
            <a:solidFill>
              <a:srgbClr val="151333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대각선 방향의 모서리가 잘린 사각형 74">
              <a:extLst>
                <a:ext uri="{FF2B5EF4-FFF2-40B4-BE49-F238E27FC236}">
                  <a16:creationId xmlns:a16="http://schemas.microsoft.com/office/drawing/2014/main" id="{A975DC3D-7664-41D7-B517-073902928611}"/>
                </a:ext>
              </a:extLst>
            </p:cNvPr>
            <p:cNvSpPr/>
            <p:nvPr/>
          </p:nvSpPr>
          <p:spPr>
            <a:xfrm flipV="1">
              <a:off x="1352750" y="3604410"/>
              <a:ext cx="1339201" cy="466353"/>
            </a:xfrm>
            <a:prstGeom prst="snip2DiagRect">
              <a:avLst>
                <a:gd name="adj1" fmla="val 0"/>
                <a:gd name="adj2" fmla="val 42393"/>
              </a:avLst>
            </a:prstGeom>
            <a:solidFill>
              <a:srgbClr val="137EC0"/>
            </a:solidFill>
          </p:spPr>
          <p:txBody>
            <a:bodyPr wrap="square" lIns="90000" rtlCol="0" anchor="ctr">
              <a:no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삼각형 75">
              <a:extLst>
                <a:ext uri="{FF2B5EF4-FFF2-40B4-BE49-F238E27FC236}">
                  <a16:creationId xmlns:a16="http://schemas.microsoft.com/office/drawing/2014/main" id="{29F72931-7C26-42BD-A737-26E7025B0643}"/>
                </a:ext>
              </a:extLst>
            </p:cNvPr>
            <p:cNvSpPr/>
            <p:nvPr/>
          </p:nvSpPr>
          <p:spPr>
            <a:xfrm rot="10800000">
              <a:off x="1352750" y="3605620"/>
              <a:ext cx="492341" cy="461820"/>
            </a:xfrm>
            <a:prstGeom prst="triangle">
              <a:avLst>
                <a:gd name="adj" fmla="val 100000"/>
              </a:avLst>
            </a:prstGeom>
            <a:solidFill>
              <a:srgbClr val="FFFFFF">
                <a:alpha val="9804"/>
              </a:srgbClr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E64BC3D0-9648-4491-8DD4-F6092B77CDAD}"/>
                </a:ext>
              </a:extLst>
            </p:cNvPr>
            <p:cNvSpPr/>
            <p:nvPr/>
          </p:nvSpPr>
          <p:spPr>
            <a:xfrm>
              <a:off x="1347487" y="3699087"/>
              <a:ext cx="1344463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통증</a:t>
              </a:r>
              <a:endPara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삼각형 63">
              <a:extLst>
                <a:ext uri="{FF2B5EF4-FFF2-40B4-BE49-F238E27FC236}">
                  <a16:creationId xmlns:a16="http://schemas.microsoft.com/office/drawing/2014/main" id="{8C7F8716-28A9-4312-94A6-7707E92F9786}"/>
                </a:ext>
              </a:extLst>
            </p:cNvPr>
            <p:cNvSpPr/>
            <p:nvPr/>
          </p:nvSpPr>
          <p:spPr>
            <a:xfrm rot="16200000">
              <a:off x="2537237" y="3600221"/>
              <a:ext cx="150524" cy="158903"/>
            </a:xfrm>
            <a:prstGeom prst="triangle">
              <a:avLst>
                <a:gd name="adj" fmla="val 100000"/>
              </a:avLst>
            </a:prstGeom>
            <a:solidFill>
              <a:srgbClr val="3CA9EC"/>
            </a:solidFill>
          </p:spPr>
          <p:txBody>
            <a:bodyPr wrap="square" rtlCol="0" anchor="ctr">
              <a:spAutoFit/>
            </a:bodyPr>
            <a:lstStyle/>
            <a:p>
              <a:pPr algn="l"/>
              <a:endParaRPr kumimoji="1" lang="ko-Kore-KR" altLang="en-US" sz="1800" baseline="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2278968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EF0F9AE-3C47-4AFB-9C50-4358DEF8E12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C6A28C48-0981-42E6-AF68-2072726EA5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77023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출혈성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질환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선천성 혹은 후천성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CC05B0D1-AB89-45B7-8D57-3BBA1B0E269B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F2D31720-49F1-4243-BED5-A9C2342F4221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EF1AA606-3941-42D9-B896-14CFF3563085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8518B531-BC79-48C4-98EC-29C9EA5CB8D1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EA2001C-9ADE-49C6-AC4B-77157C02F2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401311"/>
              </p:ext>
            </p:extLst>
          </p:nvPr>
        </p:nvGraphicFramePr>
        <p:xfrm>
          <a:off x="1350333" y="2109120"/>
          <a:ext cx="10167216" cy="41281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836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5083608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686289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혈우병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혈소판 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감소증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 지혈 기능에 이상이 있는 질병 또는 혈소판 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억제제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와파린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 지혈을 억제하는 약물 복용</a:t>
                      </a:r>
                    </a:p>
                    <a:p>
                      <a:pPr algn="ctr"/>
                      <a:r>
                        <a:rPr lang="en-US" altLang="ko-KR" sz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(※ </a:t>
                      </a:r>
                      <a:r>
                        <a:rPr lang="ko-KR" altLang="en-US" sz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단순히 출혈이 있는 환자를 의미하지 않음</a:t>
                      </a:r>
                      <a:r>
                        <a:rPr lang="en-US" altLang="ko-KR" sz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altLang="ko-KR" sz="12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2617244"/>
                  </a:ext>
                </a:extLst>
              </a:tr>
              <a:tr h="46536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생명 혹은 사지를 소실할 정도의 위급한 출혈 </a:t>
                      </a:r>
                      <a:endParaRPr kumimoji="0" lang="en-US" altLang="ko-KR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중등도나 경도의 출혈</a:t>
                      </a:r>
                      <a:endParaRPr kumimoji="0" lang="en-US" altLang="ko-KR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0399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 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KTAS 3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두개 내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코피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흉부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골반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척추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잇몸을 포함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대량 질 출혈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관절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혈관절증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2876916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엉덩허리근과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엉덩이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월경과다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821646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근육 구획 증후군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찰과상과 단순 열상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15479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골절 또는 탈구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194860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건손상이나 신경손상을 동반한 심부 열상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101026"/>
                  </a:ext>
                </a:extLst>
              </a:tr>
              <a:tr h="3215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7D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멈추지 않는 출혈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4612713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327D105-CBF3-4B4A-B791-8F7903378AD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4104E20E-6746-4C06-BAE9-51DA5C89E1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131468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사고기전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AC744611-68AC-4947-A0CE-01033F05EB4B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51B73783-5B97-42B8-AE8D-97446BB6AB52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86D64BD0-2653-4D5B-820B-027B1C4845ED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6BF77C6D-E33B-46E6-B439-3D61A8F00673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1A95376-9C1E-4663-9678-CCDDB71A8D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8436845"/>
              </p:ext>
            </p:extLst>
          </p:nvPr>
        </p:nvGraphicFramePr>
        <p:xfrm>
          <a:off x="1350333" y="2109120"/>
          <a:ext cx="10167338" cy="41459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080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138452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782012">
                  <a:extLst>
                    <a:ext uri="{9D8B030D-6E8A-4147-A177-3AD203B41FA5}">
                      <a16:colId xmlns:a16="http://schemas.microsoft.com/office/drawing/2014/main" val="3372045893"/>
                    </a:ext>
                  </a:extLst>
                </a:gridCol>
              </a:tblGrid>
              <a:tr h="32992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사고분류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고위험성 사고기전</a:t>
                      </a:r>
                      <a:endParaRPr lang="en-US" altLang="ko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584000">
                <a:tc rowSpan="3"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일반적 외상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자동차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차량에서 튕겨져 나감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전복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20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이상의 구조 시간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탑승자 공간의 중대한 함입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동승자 사망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미착용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착용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오토바이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차량과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 오토바이 운전자가 오토바이에서 튕겨져 나간 경우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보행자 혹은 자전거 운전자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속도로 자동차와 충돌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추락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</a:t>
                      </a:r>
                      <a:r>
                        <a:rPr lang="en-CA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lang="en-CA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CA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en-CA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계단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몸통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팔꿈치와 무릎 근위부의 사지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116000">
                <a:tc vMerge="1"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 외상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자동차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차량에서 튕겨져 나감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미착용 상태로 머리를 차유리에 부딪힘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보행자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 부딪힘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추락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&gt;1m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5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계단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폭행 손상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손이나 발을 제외한 둔기로 손상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116000">
                <a:tc vMerge="1"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 외상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자동차 사고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차량에서 튕겨져 나감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전복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높은 속도의 사고 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안전벨트 미착용시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오토바이 사고 </a:t>
                      </a:r>
                      <a:r>
                        <a:rPr lang="en-CA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CA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&gt;30km/h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차량과 충돌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 오토바이 운전자가 오토바이에서 튕겨져 나간 경우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추락 </a:t>
                      </a:r>
                      <a:r>
                        <a:rPr lang="ko-KR" altLang="ko-KR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&gt;1m 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</a:t>
                      </a:r>
                      <a:r>
                        <a:rPr lang="ko-KR" altLang="ko-KR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5</a:t>
                      </a:r>
                      <a:r>
                        <a:rPr lang="ko-KR" altLang="en-US" sz="1200" b="0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계단</a:t>
                      </a:r>
                      <a:endParaRPr lang="ko-KR" altLang="ko-KR" sz="1200" b="0" kern="1200" noProof="1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noProof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머리의 종축으로 외력이 발생한 경우</a:t>
                      </a:r>
                      <a:endParaRPr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1349206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EC6BCA93-9446-4EA3-B51B-D9A4B1EFA8F2}"/>
              </a:ext>
            </a:extLst>
          </p:cNvPr>
          <p:cNvSpPr/>
          <p:nvPr/>
        </p:nvSpPr>
        <p:spPr>
          <a:xfrm>
            <a:off x="2228273" y="2104953"/>
            <a:ext cx="120580" cy="41256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223527030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749DD0E0-5193-4A62-BDCF-D023064F34B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6" name="표 20">
            <a:extLst>
              <a:ext uri="{FF2B5EF4-FFF2-40B4-BE49-F238E27FC236}">
                <a16:creationId xmlns:a16="http://schemas.microsoft.com/office/drawing/2014/main" id="{A568E6FA-D294-4A19-8350-9AC6A08BBF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866306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정신과적 응급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자살성향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AC24C7E3-3EDD-49BA-B417-3121C1B08DFC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655C8EE8-C732-46D5-93FF-EB3ED2D2E496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9" name="삼각형 26">
              <a:extLst>
                <a:ext uri="{FF2B5EF4-FFF2-40B4-BE49-F238E27FC236}">
                  <a16:creationId xmlns:a16="http://schemas.microsoft.com/office/drawing/2014/main" id="{701F0071-A59C-499B-AB77-07DED2B25533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0" name="삼각형 25">
              <a:extLst>
                <a:ext uri="{FF2B5EF4-FFF2-40B4-BE49-F238E27FC236}">
                  <a16:creationId xmlns:a16="http://schemas.microsoft.com/office/drawing/2014/main" id="{8AE1FC58-77FC-4D4C-92C4-603E7D1A0958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CA98694-5C5F-418F-8E84-9597B5BDF7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5580457"/>
              </p:ext>
            </p:extLst>
          </p:nvPr>
        </p:nvGraphicFramePr>
        <p:xfrm>
          <a:off x="1350334" y="2109119"/>
          <a:ext cx="4745666" cy="41330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5396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310270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자살관련 용어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708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자살시도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attempt)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죽으려는 의도에 따른 행동</a:t>
                      </a:r>
                      <a:b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노골적인 또는 암시적인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708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자살의도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intent)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자살로 이어질 수 있는 주관적인 생각이나 바람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708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자살관념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(Suicidal ideation)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자신의 죽음에 대한 생각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자살에 대한 계획이나 의도의 정도에 따라 중대한 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정도가 다를 수 있음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161197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도주의 가능성 또는 안전에 대한 위험</a:t>
                      </a:r>
                      <a:endParaRPr kumimoji="0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(Uncertain flight or safety risk)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자신이나 타인에게 폭력적인 위협을 가하는 환자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조절되지 않는 분노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편집증 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(Paranoia),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또는 환각으로 이상 행동을 하는 환자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 위험도 평가에 협조하지 않거나 거부하며 도주의 위험이 있는 환자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이에 대해 집중 관찰이 필요함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(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보호자가 상주하거나 환자와 보호자가 합의한 경우에는 병원에서 지정한 집중관찰 구역은 필요하지 않음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8F70203-E069-43DD-8328-779B8540F6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8973341"/>
              </p:ext>
            </p:extLst>
          </p:nvPr>
        </p:nvGraphicFramePr>
        <p:xfrm>
          <a:off x="6779395" y="2109120"/>
          <a:ext cx="4738154" cy="33317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7412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58074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93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중증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초조함을 동반한 극도의 불안이나 걱정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극도의 흥분상태로  의료진의 협조 요청에도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진정되지 않음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93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중등도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명백한 불안이나 걱정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떨림은 없음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초조함의 징후를 보이며 지시에 대해 일관성 있게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수행하지 못함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예를 들어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앉거나 진정하도록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지시했을 때 일시적으로 지시에 따르지만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금방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안절부절못하고 다시 초조해짐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93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경증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endParaRPr kumimoji="0" lang="en-US" altLang="ko-KR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가벼운 불안이나 걱정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근심이 있지만 안심시키면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나아짐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안절부절못하지만 협조적이며 지시에 잘 따름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13C1D8B4-6252-44AD-A0E8-F43ADAE852F5}"/>
              </a:ext>
            </a:extLst>
          </p:cNvPr>
          <p:cNvGrpSpPr/>
          <p:nvPr/>
        </p:nvGrpSpPr>
        <p:grpSpPr>
          <a:xfrm>
            <a:off x="6695090" y="5448253"/>
            <a:ext cx="5002924" cy="924911"/>
            <a:chOff x="6695090" y="5448253"/>
            <a:chExt cx="5002924" cy="924911"/>
          </a:xfrm>
        </p:grpSpPr>
        <p:sp>
          <p:nvSpPr>
            <p:cNvPr id="15" name="직사각형 14">
              <a:hlinkClick r:id="rId3" action="ppaction://hlinksldjump"/>
              <a:extLst>
                <a:ext uri="{FF2B5EF4-FFF2-40B4-BE49-F238E27FC236}">
                  <a16:creationId xmlns:a16="http://schemas.microsoft.com/office/drawing/2014/main" id="{4225C405-362A-4D19-AC0F-08935CF680D2}"/>
                </a:ext>
              </a:extLst>
            </p:cNvPr>
            <p:cNvSpPr/>
            <p:nvPr/>
          </p:nvSpPr>
          <p:spPr>
            <a:xfrm>
              <a:off x="6779395" y="5734985"/>
              <a:ext cx="4738154" cy="2462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7" name="그림 1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889634-24B5-4882-A4E3-3E73314B042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695090" y="5448253"/>
              <a:ext cx="5002924" cy="924911"/>
            </a:xfrm>
            <a:prstGeom prst="rect">
              <a:avLst/>
            </a:prstGeom>
          </p:spPr>
        </p:pic>
        <p:sp>
          <p:nvSpPr>
            <p:cNvPr id="20" name="TextBox 19">
              <a:hlinkClick r:id="rId4" action="ppaction://hlinksldjump"/>
              <a:extLst>
                <a:ext uri="{FF2B5EF4-FFF2-40B4-BE49-F238E27FC236}">
                  <a16:creationId xmlns:a16="http://schemas.microsoft.com/office/drawing/2014/main" id="{ED8CD5C3-D912-459D-8A9B-FD9C443949EA}"/>
                </a:ext>
              </a:extLst>
            </p:cNvPr>
            <p:cNvSpPr txBox="1"/>
            <p:nvPr/>
          </p:nvSpPr>
          <p:spPr>
            <a:xfrm>
              <a:off x="6856675" y="5791430"/>
              <a:ext cx="43068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다음 슬라이드 </a:t>
              </a:r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‐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정신과적 응급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환각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망상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기괴한 행동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3925661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1E13991-B628-44F1-BB0E-3A5864962CD2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8BFA9536-6813-4675-AB98-2EB61549E2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2" name="표 20">
            <a:extLst>
              <a:ext uri="{FF2B5EF4-FFF2-40B4-BE49-F238E27FC236}">
                <a16:creationId xmlns:a16="http://schemas.microsoft.com/office/drawing/2014/main" id="{0EDED4F1-737D-41FC-965A-E1533E17B6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629778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정신과적 응급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기괴한 행동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8769EB73-DAD1-4FF9-953B-AAAC358FAC31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2A1F6964-C75C-4315-B450-6C7232DE4BB4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6" name="삼각형 26">
              <a:extLst>
                <a:ext uri="{FF2B5EF4-FFF2-40B4-BE49-F238E27FC236}">
                  <a16:creationId xmlns:a16="http://schemas.microsoft.com/office/drawing/2014/main" id="{C4C30AB1-5D2C-4669-8BA5-CFD2824BD093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17" name="삼각형 25">
              <a:extLst>
                <a:ext uri="{FF2B5EF4-FFF2-40B4-BE49-F238E27FC236}">
                  <a16:creationId xmlns:a16="http://schemas.microsoft.com/office/drawing/2014/main" id="{07BA57ED-AEB0-42C7-A474-E96D8F7B0279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91973986-25D6-4134-9F0B-C2FA2FF2A1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3084777"/>
              </p:ext>
            </p:extLst>
          </p:nvPr>
        </p:nvGraphicFramePr>
        <p:xfrm>
          <a:off x="1350334" y="2109118"/>
          <a:ext cx="4745666" cy="41281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5396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310270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890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  <a:endParaRPr lang="en-US" altLang="ko-Kore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879971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1" 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정신병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극단적인 자기 부정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혼란하고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무질서한 생각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 장애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환청이나 환각을 현실과 구분하지 못함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환각이나 망상으로 인한 이상한 생각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적대감을 표출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305879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편집증</a:t>
                      </a:r>
                      <a:endParaRPr kumimoji="1"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(Paranoia)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피해망상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타인에 의해  추적당하고 있거나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독극물에 노출되거나 해를 입고 있고 있다고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생각함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관계사고</a:t>
                      </a: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사람들이 자신의 얘기를 하고 있다는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잘못된 믿음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극심한 불안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초조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적개심이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동반될 수 있음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663448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kumimoji="1" 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환각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환각의 병력을 알고 있지만 최근의 양상이나 빈도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환각으로 인한 본인의 고통의 변화가 없음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879971">
                <a:tc>
                  <a:txBody>
                    <a:bodyPr/>
                    <a:lstStyle/>
                    <a:p>
                      <a:pPr marL="0" marR="0" lvl="0" indent="-36195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kumimoji="1" 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kumimoji="1"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비응급</a:t>
                      </a:r>
                      <a:r>
                        <a:rPr kumimoji="1"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분류담당자가 평소 알고 있는 환자이며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이전에도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치료가 잘됐던 동일한 증상을 호소하거나 단순히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음식이나 따뜻한 곳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일시적으로 쉴 곳을 찾고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있는 경우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6C8FB78C-A384-4D3A-A648-40E2E03FE0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335292"/>
              </p:ext>
            </p:extLst>
          </p:nvPr>
        </p:nvGraphicFramePr>
        <p:xfrm>
          <a:off x="6779395" y="2109121"/>
          <a:ext cx="4738154" cy="34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7412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58074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</a:t>
                      </a:r>
                      <a:r>
                        <a:rPr lang="ko-Kore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 행동</a:t>
                      </a:r>
                      <a:endParaRPr lang="en-US" altLang="ko-Kore-KR" sz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조절되지 않는 행동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기이하며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지남력이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없고 비이성적인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행동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이성과 언어에 의한 의사소통으로 조절되지 않는 행동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환자나 타인을 신체적 위험에 빠뜨리는 행동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조절되는 행동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기이하고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비이성적인 행동으로 위협이 되지만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합리적인 설득으로 통제가 가능함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가족이나 친구가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환자와 동반하고 있음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해롭지</a:t>
                      </a:r>
                      <a:endParaRPr kumimoji="1" lang="en-US" altLang="ko-KR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5250" marR="0" lvl="1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않은 행동</a:t>
                      </a:r>
                      <a:endParaRPr kumimoji="1" lang="en-US" sz="12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기이하고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괴상한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행동이 장기간 지속되었으나 최근에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급격한 변화 없으며 환자 자신 또는 타인에게 위협이 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되지 않는 상태</a:t>
                      </a: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긴급하게 개입할 필요는 없음</a:t>
                      </a:r>
                      <a:endParaRPr kumimoji="0" lang="en-US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3001407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5D789F98-C9F2-450F-9D06-3F53CFDB0076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983DE25B-FEBD-4119-A135-4B0A3C546F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31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58E6A0A4-7E85-4BAF-8155-C37129113F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물질 금단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5C000E8-277F-4A56-87A8-AF8A6606360C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5" name="그림 34">
              <a:hlinkClick r:id="rId4" action="ppaction://hlinksldjump"/>
              <a:extLst>
                <a:ext uri="{FF2B5EF4-FFF2-40B4-BE49-F238E27FC236}">
                  <a16:creationId xmlns:a16="http://schemas.microsoft.com/office/drawing/2014/main" id="{8EDA21C9-997A-42A9-AA1C-FBDF75F68FA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4EDD0B59-807F-4592-8623-EB1F7898DE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물질오용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중독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2FA369C6-21BC-4600-8AC6-797F0411B0F1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40" name="그림 39">
              <a:hlinkClick r:id="rId5" action="ppaction://hlinksldjump"/>
              <a:extLst>
                <a:ext uri="{FF2B5EF4-FFF2-40B4-BE49-F238E27FC236}">
                  <a16:creationId xmlns:a16="http://schemas.microsoft.com/office/drawing/2014/main" id="{40B0E9D6-D9CB-4A49-AE4F-690CA2BB94D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7E4D7D4-7291-44DB-9CC2-5785FD0BB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과다 복용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66991460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D7CCFF4-0760-45E3-8357-E0027462B719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13" name="그림 12">
              <a:hlinkClick r:id="rId2" action="ppaction://hlinksldjump"/>
              <a:extLst>
                <a:ext uri="{FF2B5EF4-FFF2-40B4-BE49-F238E27FC236}">
                  <a16:creationId xmlns:a16="http://schemas.microsoft.com/office/drawing/2014/main" id="{4F751A98-B260-4C55-A3C5-0193B109D2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1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52A36D74-3607-403B-828E-E7D43C20D1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불면증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A425173-1A7E-412B-AD83-30BB9A077BCC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16" name="그림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839A8A05-7602-44B7-A1EC-2F76C7711E9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17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FD561D7-7E23-47BB-A7C6-CE2123597D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불안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위기 상황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4D991955-2B36-4073-AFEF-764688A6E105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19" name="그림 18">
              <a:hlinkClick r:id="rId5" action="ppaction://hlinksldjump"/>
              <a:extLst>
                <a:ext uri="{FF2B5EF4-FFF2-40B4-BE49-F238E27FC236}">
                  <a16:creationId xmlns:a16="http://schemas.microsoft.com/office/drawing/2014/main" id="{EEEC6E66-EB58-4003-B40C-405355C9F4B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2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7223A63C-6B4D-4512-B618-A3BFFBDE3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망상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75CC125F-46D6-431E-BA56-2A3545ED0261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22" name="그림 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24FDCD2-8E2D-46CB-AF29-588202EDA33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23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EA10FCE-D20D-47D9-9197-1E8B3B544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우울증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자살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자해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F5DF768-AE7D-415E-B0A4-2E4F905EA27D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25" name="그림 24">
              <a:hlinkClick r:id="rId7" action="ppaction://hlinksldjump"/>
              <a:extLst>
                <a:ext uri="{FF2B5EF4-FFF2-40B4-BE49-F238E27FC236}">
                  <a16:creationId xmlns:a16="http://schemas.microsoft.com/office/drawing/2014/main" id="{59094AD6-A9C0-44AE-B758-EB76A453AA9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27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2EFF3313-379C-4B25-A714-345E560349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폭력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살인 행위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10C26ECC-EEAF-4F82-91F6-6091BA59E4CA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33" name="그림 32">
              <a:hlinkClick r:id="rId8" action="ppaction://hlinksldjump"/>
              <a:extLst>
                <a:ext uri="{FF2B5EF4-FFF2-40B4-BE49-F238E27FC236}">
                  <a16:creationId xmlns:a16="http://schemas.microsoft.com/office/drawing/2014/main" id="{580C62DC-2420-48D7-A1BA-771D8B446FB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3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DD34C5F-A822-4EBD-B8E9-A3100487BD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환자의 안녕에 대한 고려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학대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방임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E1F193C-2807-43B4-AC18-2B48432B0278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37" name="그림 36">
              <a:hlinkClick r:id="rId9" action="ppaction://hlinksldjump"/>
              <a:extLst>
                <a:ext uri="{FF2B5EF4-FFF2-40B4-BE49-F238E27FC236}">
                  <a16:creationId xmlns:a16="http://schemas.microsoft.com/office/drawing/2014/main" id="{78FD621D-4A18-4F18-8BF2-BAFB4341F01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42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80105A72-D19A-4165-9D09-E5DE5C1CBC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사회문제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D114046F-77EC-4B8D-A069-E3083859B5FD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44" name="그림 43">
              <a:hlinkClick r:id="rId10" action="ppaction://hlinksldjump"/>
              <a:extLst>
                <a:ext uri="{FF2B5EF4-FFF2-40B4-BE49-F238E27FC236}">
                  <a16:creationId xmlns:a16="http://schemas.microsoft.com/office/drawing/2014/main" id="{D2013D3C-4FC8-417C-948E-86DAF542CBC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45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1211F500-5147-4E93-AB49-9CFFE80DD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기괴한 행동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5106676-5133-413C-93DB-0D033686672C}"/>
              </a:ext>
            </a:extLst>
          </p:cNvPr>
          <p:cNvGrpSpPr/>
          <p:nvPr/>
        </p:nvGrpSpPr>
        <p:grpSpPr>
          <a:xfrm>
            <a:off x="6274196" y="5115856"/>
            <a:ext cx="4789079" cy="559946"/>
            <a:chOff x="6274196" y="5115856"/>
            <a:chExt cx="4789079" cy="559946"/>
          </a:xfrm>
        </p:grpSpPr>
        <p:pic>
          <p:nvPicPr>
            <p:cNvPr id="50" name="그림 49">
              <a:hlinkClick r:id="rId11" action="ppaction://hlinksldjump"/>
              <a:extLst>
                <a:ext uri="{FF2B5EF4-FFF2-40B4-BE49-F238E27FC236}">
                  <a16:creationId xmlns:a16="http://schemas.microsoft.com/office/drawing/2014/main" id="{0C841B21-2C4A-4CF0-B4A9-DECE9E6EA69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115856"/>
              <a:ext cx="4787502" cy="559946"/>
            </a:xfrm>
            <a:prstGeom prst="rect">
              <a:avLst/>
            </a:prstGeom>
          </p:spPr>
        </p:pic>
        <p:sp>
          <p:nvSpPr>
            <p:cNvPr id="51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46DD780D-0CA1-4AAB-8543-843E82ABFC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09098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소아의 파괴적 행동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68687766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49E120E-4BA5-4F08-8A5E-B5D7437DF603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8" name="그림 37">
              <a:hlinkClick r:id="rId2" action="ppaction://hlinksldjump"/>
              <a:extLst>
                <a:ext uri="{FF2B5EF4-FFF2-40B4-BE49-F238E27FC236}">
                  <a16:creationId xmlns:a16="http://schemas.microsoft.com/office/drawing/2014/main" id="{6BA16048-D39F-47CA-B11D-DB2EAD7C729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9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E2E2DBD1-B53A-4519-ACD6-B0B697298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의식수준의 변화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C417625-D493-4CBF-9128-BA24B18A9E6D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41" name="그림 40">
              <a:hlinkClick r:id="rId4" action="ppaction://hlinksldjump"/>
              <a:extLst>
                <a:ext uri="{FF2B5EF4-FFF2-40B4-BE49-F238E27FC236}">
                  <a16:creationId xmlns:a16="http://schemas.microsoft.com/office/drawing/2014/main" id="{9ABC3BD5-1F4A-45B5-8555-5D1C14475E2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4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2DA728D-E923-46AC-9961-8AEEEEA71E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착란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7ED3A761-5DE8-4E32-B2B2-A636E748B93E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48" name="그림 47">
              <a:hlinkClick r:id="rId5" action="ppaction://hlinksldjump"/>
              <a:extLst>
                <a:ext uri="{FF2B5EF4-FFF2-40B4-BE49-F238E27FC236}">
                  <a16:creationId xmlns:a16="http://schemas.microsoft.com/office/drawing/2014/main" id="{D3ADB317-72C3-47DE-B486-3E36896CD02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5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9600040-0A87-4051-9914-98FA8EA8C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보행 장애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운동 실조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강직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7BD8C3F5-F188-4EC7-873E-E84C253F5893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54" name="그림 53">
              <a:hlinkClick r:id="rId6" action="ppaction://hlinksldjump"/>
              <a:extLst>
                <a:ext uri="{FF2B5EF4-FFF2-40B4-BE49-F238E27FC236}">
                  <a16:creationId xmlns:a16="http://schemas.microsoft.com/office/drawing/2014/main" id="{BCAE0B96-3915-424C-8E9F-EA6FF8D2361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5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1ABD69C3-BC24-4B11-A713-18D932EBF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두통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A223806-1CD5-48D1-8828-8C04E1964780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57" name="그림 56">
              <a:hlinkClick r:id="rId7" action="ppaction://hlinksldjump"/>
              <a:extLst>
                <a:ext uri="{FF2B5EF4-FFF2-40B4-BE49-F238E27FC236}">
                  <a16:creationId xmlns:a16="http://schemas.microsoft.com/office/drawing/2014/main" id="{D561AC4D-549D-4A0A-814F-C67CA556BEA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5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75DD0CC4-B7F7-437A-8CD7-A566E087F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발작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765EF45-54CF-4B85-BB73-DBB4B74990A8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60" name="그림 59">
              <a:hlinkClick r:id="rId8" action="ppaction://hlinksldjump"/>
              <a:extLst>
                <a:ext uri="{FF2B5EF4-FFF2-40B4-BE49-F238E27FC236}">
                  <a16:creationId xmlns:a16="http://schemas.microsoft.com/office/drawing/2014/main" id="{583FB643-2B86-4B9F-B143-707C841D053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61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624342E1-6F15-443A-A590-AF4477F17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떨림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(Tremor)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A4EE7591-AFDF-4456-9C08-8A91E28FBD68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63" name="그림 62">
              <a:hlinkClick r:id="rId9" action="ppaction://hlinksldjump"/>
              <a:extLst>
                <a:ext uri="{FF2B5EF4-FFF2-40B4-BE49-F238E27FC236}">
                  <a16:creationId xmlns:a16="http://schemas.microsoft.com/office/drawing/2014/main" id="{6CBD1667-6FFD-4454-A86D-9F89146684B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64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2116BBD5-9E0C-42D2-986D-C45EE79D5F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사지 약화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94D81961-D652-4651-B76D-892AB660F80F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66" name="그림 65">
              <a:hlinkClick r:id="rId10" action="ppaction://hlinksldjump"/>
              <a:extLst>
                <a:ext uri="{FF2B5EF4-FFF2-40B4-BE49-F238E27FC236}">
                  <a16:creationId xmlns:a16="http://schemas.microsoft.com/office/drawing/2014/main" id="{BCA37C2C-0745-420D-ACA9-742E0E627EC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67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5775E6A8-61A3-4290-BCA6-44DEC692E1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두부 손상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0ECC594A-E77E-49DD-91F8-C9E8DABF1A95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69" name="그림 68">
              <a:hlinkClick r:id="rId11" action="ppaction://hlinksldjump"/>
              <a:extLst>
                <a:ext uri="{FF2B5EF4-FFF2-40B4-BE49-F238E27FC236}">
                  <a16:creationId xmlns:a16="http://schemas.microsoft.com/office/drawing/2014/main" id="{4ABE1D25-1F10-4634-AB6B-DD92EDAEA71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70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94CE91D2-35C9-4976-A252-5270E67A4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감각상실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이상감각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45668FA-6895-4004-83BC-BCEDC786A967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72" name="그림 71">
              <a:hlinkClick r:id="rId12" action="ppaction://hlinksldjump"/>
              <a:extLst>
                <a:ext uri="{FF2B5EF4-FFF2-40B4-BE49-F238E27FC236}">
                  <a16:creationId xmlns:a16="http://schemas.microsoft.com/office/drawing/2014/main" id="{E2D42338-71B6-4169-925B-D50B8A43978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73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37BBA75B-989A-41EC-AABC-8CAEB5A800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기억상실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D785CFA-8D0C-426A-B4D8-14F1BB95A651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78" name="그림 77">
              <a:hlinkClick r:id="rId13" action="ppaction://hlinksldjump"/>
              <a:extLst>
                <a:ext uri="{FF2B5EF4-FFF2-40B4-BE49-F238E27FC236}">
                  <a16:creationId xmlns:a16="http://schemas.microsoft.com/office/drawing/2014/main" id="{A78BEA2C-5E57-4E6B-B1CE-0DE55DFD5FB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79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D320E036-90BE-4404-9972-FB1B3968A0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축 늘어진 소아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(Floppy child)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0179B4CA-58C8-4312-8D50-8ACEEE1608CC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31" name="그림 30">
              <a:hlinkClick r:id="rId14" action="ppaction://hlinksldjump"/>
              <a:extLst>
                <a:ext uri="{FF2B5EF4-FFF2-40B4-BE49-F238E27FC236}">
                  <a16:creationId xmlns:a16="http://schemas.microsoft.com/office/drawing/2014/main" id="{91292701-20CB-4228-B41E-1B803F6B33A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32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D957885C-9BC8-485F-848A-2F9B942221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현훈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60575888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6196D82-2D20-4A6D-8072-C0CFFA4B4610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43" name="그림 42">
              <a:hlinkClick r:id="rId2" action="ppaction://hlinksldjump"/>
              <a:extLst>
                <a:ext uri="{FF2B5EF4-FFF2-40B4-BE49-F238E27FC236}">
                  <a16:creationId xmlns:a16="http://schemas.microsoft.com/office/drawing/2014/main" id="{E1559B38-9E25-405A-B0A4-C2B28F450A8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4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0FB4242C-322B-4055-9641-90B8BF6B6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시력장애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D0812EB3-9303-4475-BFAF-D52E0BA54822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49" name="그림 48">
              <a:hlinkClick r:id="rId4" action="ppaction://hlinksldjump"/>
              <a:extLst>
                <a:ext uri="{FF2B5EF4-FFF2-40B4-BE49-F238E27FC236}">
                  <a16:creationId xmlns:a16="http://schemas.microsoft.com/office/drawing/2014/main" id="{0904CA1D-3ED2-44EF-B8B9-734C89F506C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5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DE45ABD5-C5C5-415E-9223-874B76BBD0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눈의 화학물질 노출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3F9E00E0-1756-4519-A988-C1A022271C60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74" name="그림 73">
              <a:hlinkClick r:id="rId5" action="ppaction://hlinksldjump"/>
              <a:extLst>
                <a:ext uri="{FF2B5EF4-FFF2-40B4-BE49-F238E27FC236}">
                  <a16:creationId xmlns:a16="http://schemas.microsoft.com/office/drawing/2014/main" id="{87A39C47-651A-4284-95E1-6E35D64765A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75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9B218D9-46F7-4087-96C4-2F9E35196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눈의 이물질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EB54002F-A3FC-4D4E-A360-0F7ABE20A7F0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80" name="그림 79">
              <a:hlinkClick r:id="rId6" action="ppaction://hlinksldjump"/>
              <a:extLst>
                <a:ext uri="{FF2B5EF4-FFF2-40B4-BE49-F238E27FC236}">
                  <a16:creationId xmlns:a16="http://schemas.microsoft.com/office/drawing/2014/main" id="{771AA764-8FF6-4C65-84E2-9A04A5C7482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8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4CD13A74-F7D8-438F-AEDC-B50A57326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 충혈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분비물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C4D8A81D-6867-43DF-99EF-84550EF3E68E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83" name="그림 82">
              <a:hlinkClick r:id="rId7" action="ppaction://hlinksldjump"/>
              <a:extLst>
                <a:ext uri="{FF2B5EF4-FFF2-40B4-BE49-F238E27FC236}">
                  <a16:creationId xmlns:a16="http://schemas.microsoft.com/office/drawing/2014/main" id="{F2B42C63-0DB9-4922-AE20-A3C42C5B4E9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8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EBB87255-0435-4506-AB42-A40DF88B20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 통증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73F92C-0D2F-4785-809E-F6E436C6DEBD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86" name="그림 85">
              <a:hlinkClick r:id="rId8" action="ppaction://hlinksldjump"/>
              <a:extLst>
                <a:ext uri="{FF2B5EF4-FFF2-40B4-BE49-F238E27FC236}">
                  <a16:creationId xmlns:a16="http://schemas.microsoft.com/office/drawing/2014/main" id="{C016A277-8661-4655-8154-F39044BB10A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87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673C061-9CB5-4790-8B1C-6087BCCD0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안와주위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부종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3428E659-6018-441C-BA49-CD8F12B27E35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89" name="그림 88">
              <a:hlinkClick r:id="rId9" action="ppaction://hlinksldjump"/>
              <a:extLst>
                <a:ext uri="{FF2B5EF4-FFF2-40B4-BE49-F238E27FC236}">
                  <a16:creationId xmlns:a16="http://schemas.microsoft.com/office/drawing/2014/main" id="{4EABD5E1-5FE4-481D-8272-AEB88639681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90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B4E13594-1239-4C6E-B1A8-D4B7AAF614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눈부심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2B54040B-2D3C-4278-BDC2-652F131A3BAE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92" name="그림 91">
              <a:hlinkClick r:id="rId10" action="ppaction://hlinksldjump"/>
              <a:extLst>
                <a:ext uri="{FF2B5EF4-FFF2-40B4-BE49-F238E27FC236}">
                  <a16:creationId xmlns:a16="http://schemas.microsoft.com/office/drawing/2014/main" id="{4C6DA978-EC2F-4A8D-ABD2-5DB6E409F21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93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ABCC291F-C14A-4EC4-8369-CD37440B6F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복시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DFE037B2-F321-45E7-9860-4907760970B1}"/>
              </a:ext>
            </a:extLst>
          </p:cNvPr>
          <p:cNvGrpSpPr/>
          <p:nvPr/>
        </p:nvGrpSpPr>
        <p:grpSpPr>
          <a:xfrm>
            <a:off x="6274196" y="5117077"/>
            <a:ext cx="4789079" cy="559946"/>
            <a:chOff x="6274196" y="5117077"/>
            <a:chExt cx="4789079" cy="559946"/>
          </a:xfrm>
        </p:grpSpPr>
        <p:pic>
          <p:nvPicPr>
            <p:cNvPr id="95" name="그림 94">
              <a:hlinkClick r:id="rId11" action="ppaction://hlinksldjump"/>
              <a:extLst>
                <a:ext uri="{FF2B5EF4-FFF2-40B4-BE49-F238E27FC236}">
                  <a16:creationId xmlns:a16="http://schemas.microsoft.com/office/drawing/2014/main" id="{561FEFAF-7731-44E6-8E2A-5CABC990FE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117077"/>
              <a:ext cx="4787502" cy="559946"/>
            </a:xfrm>
            <a:prstGeom prst="rect">
              <a:avLst/>
            </a:prstGeom>
          </p:spPr>
        </p:pic>
        <p:sp>
          <p:nvSpPr>
            <p:cNvPr id="96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805D394D-3675-41F2-8E54-DFE752EFA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눈의 외상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857960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2235DAA-8875-439C-8B9E-64DB3C4BB021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31" name="그림 30">
              <a:hlinkClick r:id="rId2" action="ppaction://hlinksldjump"/>
              <a:extLst>
                <a:ext uri="{FF2B5EF4-FFF2-40B4-BE49-F238E27FC236}">
                  <a16:creationId xmlns:a16="http://schemas.microsoft.com/office/drawing/2014/main" id="{198EFAF4-5EBE-4872-8D8E-C606FADF1DA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32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A1F0057C-435A-49AA-8D05-3E491FCCA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코의 이물질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804C46D0-5163-414C-A869-BEA13BD29F83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4" name="그림 33">
              <a:hlinkClick r:id="rId4" action="ppaction://hlinksldjump"/>
              <a:extLst>
                <a:ext uri="{FF2B5EF4-FFF2-40B4-BE49-F238E27FC236}">
                  <a16:creationId xmlns:a16="http://schemas.microsoft.com/office/drawing/2014/main" id="{B74F15CB-6228-428A-AA26-586EEE8334E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4F0EDD68-3FE2-4834-9A64-4DD3D3EE3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코피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3115196-3F31-40A2-85D0-DB21D09847FF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37" name="그림 36">
              <a:hlinkClick r:id="rId5" action="ppaction://hlinksldjump"/>
              <a:extLst>
                <a:ext uri="{FF2B5EF4-FFF2-40B4-BE49-F238E27FC236}">
                  <a16:creationId xmlns:a16="http://schemas.microsoft.com/office/drawing/2014/main" id="{8514E014-72AF-446F-90D1-D44316B3BC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EDED047-8D8E-49A0-AACB-63E6AF50D6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코막힘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77A72F6F-47C9-49BD-A30F-C5F5D3B1260C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40" name="그림 39">
              <a:hlinkClick r:id="rId6" action="ppaction://hlinksldjump"/>
              <a:extLst>
                <a:ext uri="{FF2B5EF4-FFF2-40B4-BE49-F238E27FC236}">
                  <a16:creationId xmlns:a16="http://schemas.microsoft.com/office/drawing/2014/main" id="{3E6ED9BA-AFB9-4C9C-A077-8EC5DC06B00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1CE843B4-A426-46E3-B9D6-99922D400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코의 외상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08D2BF40-FD3B-41A7-AF3A-1EB8A19A6B9C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47" name="그림 46">
              <a:hlinkClick r:id="rId7" action="ppaction://hlinksldjump"/>
              <a:extLst>
                <a:ext uri="{FF2B5EF4-FFF2-40B4-BE49-F238E27FC236}">
                  <a16:creationId xmlns:a16="http://schemas.microsoft.com/office/drawing/2014/main" id="{5C54F701-2861-4866-AF4A-26385591BF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4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90D9946A-EB81-4400-9736-942BB85C6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상기도감염 증상 호소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9482862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209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AE0D776-D3EE-4CC0-A2BE-0E3AD95E3696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19" name="그림 18">
              <a:hlinkClick r:id="rId2" action="ppaction://hlinksldjump"/>
              <a:extLst>
                <a:ext uri="{FF2B5EF4-FFF2-40B4-BE49-F238E27FC236}">
                  <a16:creationId xmlns:a16="http://schemas.microsoft.com/office/drawing/2014/main" id="{AA39040A-2882-490A-82C5-8D28EA02A46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20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3FE818C6-E776-450E-ADC0-ADEB8DEFA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청력소실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60BFD74B-72DC-44C5-82F1-F6B4C8D701E2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2" name="그림 21">
              <a:hlinkClick r:id="rId4" action="ppaction://hlinksldjump"/>
              <a:extLst>
                <a:ext uri="{FF2B5EF4-FFF2-40B4-BE49-F238E27FC236}">
                  <a16:creationId xmlns:a16="http://schemas.microsoft.com/office/drawing/2014/main" id="{C289934B-D45A-440A-9D41-9FA37CD216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23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69C271EB-09D7-471A-B690-D61324024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이통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(Earache)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E2FB5D2-16D4-4E23-9177-8E6521E13311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25" name="그림 24">
              <a:hlinkClick r:id="rId5" action="ppaction://hlinksldjump"/>
              <a:extLst>
                <a:ext uri="{FF2B5EF4-FFF2-40B4-BE49-F238E27FC236}">
                  <a16:creationId xmlns:a16="http://schemas.microsoft.com/office/drawing/2014/main" id="{129B750A-ECA2-4FA2-A611-EB7B1AD8829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27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CD301545-FF85-44EB-A276-0C8D300ED0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귀의 이물질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21F0800-FD7D-4052-A676-813F835B8E21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29" name="그림 28">
              <a:hlinkClick r:id="rId6" action="ppaction://hlinksldjump"/>
              <a:extLst>
                <a:ext uri="{FF2B5EF4-FFF2-40B4-BE49-F238E27FC236}">
                  <a16:creationId xmlns:a16="http://schemas.microsoft.com/office/drawing/2014/main" id="{8C9AB2B2-6634-4824-99E4-DFD61423B7F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4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B48423E-99D2-410B-B53B-75BE5B7F71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귀의 손상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2055FC33-0C5A-4C67-851A-A44DD96F9AFF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44" name="그림 43">
              <a:hlinkClick r:id="rId7" action="ppaction://hlinksldjump"/>
              <a:extLst>
                <a:ext uri="{FF2B5EF4-FFF2-40B4-BE49-F238E27FC236}">
                  <a16:creationId xmlns:a16="http://schemas.microsoft.com/office/drawing/2014/main" id="{071427C3-21DC-4136-8102-9A8B8B7FFD2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45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53E7C18-3578-4CDA-9FA8-EE8729B7E5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이명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1D20DEB8-1F9E-44E2-886A-43B5DAB39BD5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50" name="그림 49">
              <a:hlinkClick r:id="rId8" action="ppaction://hlinksldjump"/>
              <a:extLst>
                <a:ext uri="{FF2B5EF4-FFF2-40B4-BE49-F238E27FC236}">
                  <a16:creationId xmlns:a16="http://schemas.microsoft.com/office/drawing/2014/main" id="{89572392-F7C2-4952-ABC5-ACD183DC5F4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51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53E0132-D844-48C3-9017-1CE1A5CC79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귀의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삼출물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26356720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649592F-A09E-4009-822E-81AF18451B5D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31" name="그림 30">
              <a:hlinkClick r:id="rId2" action="ppaction://hlinksldjump"/>
              <a:extLst>
                <a:ext uri="{FF2B5EF4-FFF2-40B4-BE49-F238E27FC236}">
                  <a16:creationId xmlns:a16="http://schemas.microsoft.com/office/drawing/2014/main" id="{ADDF6C47-3302-4BB4-A5DB-69984D73392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32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97B7961A-3EC1-4F7B-956C-89327B6E6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인후통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E7350286-75B9-430D-9DF0-A0B4E8748AF2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4" name="그림 33">
              <a:hlinkClick r:id="rId4" action="ppaction://hlinksldjump"/>
              <a:extLst>
                <a:ext uri="{FF2B5EF4-FFF2-40B4-BE49-F238E27FC236}">
                  <a16:creationId xmlns:a16="http://schemas.microsoft.com/office/drawing/2014/main" id="{7DBA0C68-EF11-4FA2-9946-C6DE6D4DDBA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7EA00FA-8578-4B55-A3C8-F93EC126E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치아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구강 문제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FDE93A6-FF9C-4F29-A5BB-38407E487112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37" name="그림 36">
              <a:hlinkClick r:id="rId5" action="ppaction://hlinksldjump"/>
              <a:extLst>
                <a:ext uri="{FF2B5EF4-FFF2-40B4-BE49-F238E27FC236}">
                  <a16:creationId xmlns:a16="http://schemas.microsoft.com/office/drawing/2014/main" id="{B532706E-D82B-490C-AB0A-F77A3C0DB94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6EBBCC11-057D-4332-B6CC-EA8E406F9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안면 외상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FCFE6C95-2BA0-4E47-8C1D-7CF2BE20F729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40" name="그림 39">
              <a:hlinkClick r:id="rId6" action="ppaction://hlinksldjump"/>
              <a:extLst>
                <a:ext uri="{FF2B5EF4-FFF2-40B4-BE49-F238E27FC236}">
                  <a16:creationId xmlns:a16="http://schemas.microsoft.com/office/drawing/2014/main" id="{9EF4E04F-A233-4DCE-9497-581EEAE78F3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82800C8C-0326-4155-A036-D03360A5C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목의 부종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통증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0AE87692-B0F1-4125-B9DF-49AF5C9D9CB1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47" name="그림 46">
              <a:hlinkClick r:id="rId7" action="ppaction://hlinksldjump"/>
              <a:extLst>
                <a:ext uri="{FF2B5EF4-FFF2-40B4-BE49-F238E27FC236}">
                  <a16:creationId xmlns:a16="http://schemas.microsoft.com/office/drawing/2014/main" id="{2C3346DC-0DB9-4237-8A09-9BFFE7D057E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4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ACBAA18E-B47C-4905-86ED-742E5E0E08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안면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비외상성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비치아성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34B0FECA-466C-4343-B51B-E03C248B323B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53" name="그림 52">
              <a:hlinkClick r:id="rId8" action="ppaction://hlinksldjump"/>
              <a:extLst>
                <a:ext uri="{FF2B5EF4-FFF2-40B4-BE49-F238E27FC236}">
                  <a16:creationId xmlns:a16="http://schemas.microsoft.com/office/drawing/2014/main" id="{9074B085-CA58-49B4-86E9-60C28E9198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5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6CA50DD0-3BE6-4DD9-9A02-1DC8264DAB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목의 외상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58CBC687-CD16-4507-B2A8-2376516F793A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56" name="그림 55">
              <a:hlinkClick r:id="rId9" action="ppaction://hlinksldjump"/>
              <a:extLst>
                <a:ext uri="{FF2B5EF4-FFF2-40B4-BE49-F238E27FC236}">
                  <a16:creationId xmlns:a16="http://schemas.microsoft.com/office/drawing/2014/main" id="{0E3064CC-5977-4849-A8ED-180AAB22DA7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57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56A55E79-DD21-47B5-83F5-BEDD533DDD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연하장애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연하곤란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9438916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97396BD-F285-44A6-BBF9-85D33A7BB6B6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25" name="그림 24">
              <a:hlinkClick r:id="rId2" action="ppaction://hlinksldjump"/>
              <a:extLst>
                <a:ext uri="{FF2B5EF4-FFF2-40B4-BE49-F238E27FC236}">
                  <a16:creationId xmlns:a16="http://schemas.microsoft.com/office/drawing/2014/main" id="{9C4E195B-36F6-4256-A477-05EE04078EE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27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6880B1B6-39BD-4953-8064-7F87712C06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과다호흡증후군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82EAEDB8-7AB4-4C53-BC2E-9DA3EF646AF8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9" name="그림 28">
              <a:hlinkClick r:id="rId4" action="ppaction://hlinksldjump"/>
              <a:extLst>
                <a:ext uri="{FF2B5EF4-FFF2-40B4-BE49-F238E27FC236}">
                  <a16:creationId xmlns:a16="http://schemas.microsoft.com/office/drawing/2014/main" id="{980C59A6-AEAC-42D2-9CBB-BE02822CA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4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8ADD8946-56C1-48EA-83A9-AA3AE9258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숨참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1DB3A92F-64FA-4577-9C77-7FD8B7628B30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44" name="그림 43">
              <a:hlinkClick r:id="rId5" action="ppaction://hlinksldjump"/>
              <a:extLst>
                <a:ext uri="{FF2B5EF4-FFF2-40B4-BE49-F238E27FC236}">
                  <a16:creationId xmlns:a16="http://schemas.microsoft.com/office/drawing/2014/main" id="{7A0BDBFB-8BA0-4864-BDBA-B8709F188E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45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C60E5FC0-F901-48B1-B1C9-ECCEA7B99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호흡 정지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2C960400-EDF5-48F7-BAD3-FFDE253EF092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50" name="그림 49">
              <a:hlinkClick r:id="rId6" action="ppaction://hlinksldjump"/>
              <a:extLst>
                <a:ext uri="{FF2B5EF4-FFF2-40B4-BE49-F238E27FC236}">
                  <a16:creationId xmlns:a16="http://schemas.microsoft.com/office/drawing/2014/main" id="{D8C182A3-A540-449C-A75A-1644AD9116A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810BAFD-03D8-47F2-B1D7-865CDD6A1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기침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코막힘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F40561D-42CA-4D53-AC1D-63BDDE28B370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59" name="그림 58">
              <a:hlinkClick r:id="rId7" action="ppaction://hlinksldjump"/>
              <a:extLst>
                <a:ext uri="{FF2B5EF4-FFF2-40B4-BE49-F238E27FC236}">
                  <a16:creationId xmlns:a16="http://schemas.microsoft.com/office/drawing/2014/main" id="{9C3A9C49-E66D-40FF-8792-FEAC101302F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6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2E717398-772F-4A85-8234-5F06B54A1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객혈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FA335740-BC71-42A4-BAED-A55327858B20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62" name="그림 61">
              <a:hlinkClick r:id="rId8" action="ppaction://hlinksldjump"/>
              <a:extLst>
                <a:ext uri="{FF2B5EF4-FFF2-40B4-BE49-F238E27FC236}">
                  <a16:creationId xmlns:a16="http://schemas.microsoft.com/office/drawing/2014/main" id="{A5E0E71B-E2D9-4F33-A7FD-7D800908B92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63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E835876-C744-4761-8452-FFF61ED5C8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호흡기 이물질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F5EC6B60-BF36-4D6D-BC90-87E31730AC7F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65" name="그림 64">
              <a:hlinkClick r:id="rId9" action="ppaction://hlinksldjump"/>
              <a:extLst>
                <a:ext uri="{FF2B5EF4-FFF2-40B4-BE49-F238E27FC236}">
                  <a16:creationId xmlns:a16="http://schemas.microsoft.com/office/drawing/2014/main" id="{A38661E9-A2CC-45FE-96C4-449DA3A1872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66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F6F9AB89-0FA7-4230-AEBB-E2BFE30FF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알레르기 반응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C4729D5A-4682-4251-96E6-D505EC4A672F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77" name="그림 7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EC1A4D9-61A4-49ED-B262-0C8A1FBD8CB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78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218E2320-EBA7-4AC4-B2A8-8C360606FC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협착음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963479AD-F9DB-4367-9605-C5680A279FEF}"/>
              </a:ext>
            </a:extLst>
          </p:cNvPr>
          <p:cNvGrpSpPr/>
          <p:nvPr/>
        </p:nvGrpSpPr>
        <p:grpSpPr>
          <a:xfrm>
            <a:off x="6274196" y="5823659"/>
            <a:ext cx="4789079" cy="559946"/>
            <a:chOff x="6274196" y="5823659"/>
            <a:chExt cx="4789079" cy="559946"/>
          </a:xfrm>
        </p:grpSpPr>
        <p:pic>
          <p:nvPicPr>
            <p:cNvPr id="80" name="그림 79">
              <a:hlinkClick r:id="rId11" action="ppaction://hlinksldjump"/>
              <a:extLst>
                <a:ext uri="{FF2B5EF4-FFF2-40B4-BE49-F238E27FC236}">
                  <a16:creationId xmlns:a16="http://schemas.microsoft.com/office/drawing/2014/main" id="{46F2AEA1-9833-4127-9AFE-129191143B1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823659"/>
              <a:ext cx="4787502" cy="559946"/>
            </a:xfrm>
            <a:prstGeom prst="rect">
              <a:avLst/>
            </a:prstGeom>
          </p:spPr>
        </p:pic>
        <p:sp>
          <p:nvSpPr>
            <p:cNvPr id="81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BD425C34-CDA0-4584-A9E5-49B2C6B344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천명음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다른 증상 호소 없음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402E6D7A-2417-4598-B6F6-26F579BD7283}"/>
              </a:ext>
            </a:extLst>
          </p:cNvPr>
          <p:cNvGrpSpPr/>
          <p:nvPr/>
        </p:nvGrpSpPr>
        <p:grpSpPr>
          <a:xfrm>
            <a:off x="6274196" y="5117077"/>
            <a:ext cx="4789079" cy="559946"/>
            <a:chOff x="6274196" y="5117077"/>
            <a:chExt cx="4789079" cy="559946"/>
          </a:xfrm>
        </p:grpSpPr>
        <p:pic>
          <p:nvPicPr>
            <p:cNvPr id="83" name="그림 82">
              <a:hlinkClick r:id="rId12" action="ppaction://hlinksldjump"/>
              <a:extLst>
                <a:ext uri="{FF2B5EF4-FFF2-40B4-BE49-F238E27FC236}">
                  <a16:creationId xmlns:a16="http://schemas.microsoft.com/office/drawing/2014/main" id="{85AF01A5-A207-43FD-848F-3A6C5DC42E9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117077"/>
              <a:ext cx="4787502" cy="559946"/>
            </a:xfrm>
            <a:prstGeom prst="rect">
              <a:avLst/>
            </a:prstGeom>
          </p:spPr>
        </p:pic>
        <p:sp>
          <p:nvSpPr>
            <p:cNvPr id="84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23831A1-1516-440F-A413-DA159E516B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영아의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무호흡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발작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72791749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9503B163-335B-4AF1-AD40-13F9DC727B6F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34" name="그림 33">
              <a:hlinkClick r:id="rId2" action="ppaction://hlinksldjump"/>
              <a:extLst>
                <a:ext uri="{FF2B5EF4-FFF2-40B4-BE49-F238E27FC236}">
                  <a16:creationId xmlns:a16="http://schemas.microsoft.com/office/drawing/2014/main" id="{53C7DD69-9F75-4D96-AB61-A7FB518C099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CC717175-C222-4BA9-9663-36F05653DA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흉통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심장성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321F3DDD-37A8-401E-A918-B4A7BFD3CC05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7" name="그림 36">
              <a:hlinkClick r:id="rId4" action="ppaction://hlinksldjump"/>
              <a:extLst>
                <a:ext uri="{FF2B5EF4-FFF2-40B4-BE49-F238E27FC236}">
                  <a16:creationId xmlns:a16="http://schemas.microsoft.com/office/drawing/2014/main" id="{6934E587-3DAB-416B-A2BC-46EE56DE96F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E0187EE-AFFD-4720-BE32-EE1CCB31B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심정지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비외상성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34E0B121-128C-457F-BABA-22B56BBE8EA1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40" name="그림 39">
              <a:hlinkClick r:id="rId5" action="ppaction://hlinksldjump"/>
              <a:extLst>
                <a:ext uri="{FF2B5EF4-FFF2-40B4-BE49-F238E27FC236}">
                  <a16:creationId xmlns:a16="http://schemas.microsoft.com/office/drawing/2014/main" id="{C59B27DB-E0DF-4BAF-B7C2-741128E2F9E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2DB1BC69-9037-44F9-8ABE-A1A3F5C42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심정지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외상성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6903A9FA-571E-4F7D-A593-DE11D0727161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53" name="그림 52">
              <a:hlinkClick r:id="rId6" action="ppaction://hlinksldjump"/>
              <a:extLst>
                <a:ext uri="{FF2B5EF4-FFF2-40B4-BE49-F238E27FC236}">
                  <a16:creationId xmlns:a16="http://schemas.microsoft.com/office/drawing/2014/main" id="{E68EC646-D666-4D32-B51D-93A669010B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4C34469-F9F1-477C-935C-AD96480E1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흉통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비심장성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11BD1FA6-C116-4EC9-8A66-F0A511F7C8DC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56" name="그림 55">
              <a:hlinkClick r:id="rId7" action="ppaction://hlinksldjump"/>
              <a:extLst>
                <a:ext uri="{FF2B5EF4-FFF2-40B4-BE49-F238E27FC236}">
                  <a16:creationId xmlns:a16="http://schemas.microsoft.com/office/drawing/2014/main" id="{765902C5-7711-420B-9DD2-345F530BC0C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57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9A6BC8B6-79D0-4569-929D-B452F78DD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심계항진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불규칙한 심장박동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7F8D1C94-7B1F-4D6E-A049-0AA40E64D072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68" name="그림 67">
              <a:hlinkClick r:id="rId8" action="ppaction://hlinksldjump"/>
              <a:extLst>
                <a:ext uri="{FF2B5EF4-FFF2-40B4-BE49-F238E27FC236}">
                  <a16:creationId xmlns:a16="http://schemas.microsoft.com/office/drawing/2014/main" id="{F7E0B443-E13C-405F-ACC8-51BD073885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69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80B61AB3-11EA-4118-AD84-E7892131D9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전신 부종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4EE675DF-9677-4FCC-8559-5AD16157C801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71" name="그림 70">
              <a:hlinkClick r:id="rId9" action="ppaction://hlinksldjump"/>
              <a:extLst>
                <a:ext uri="{FF2B5EF4-FFF2-40B4-BE49-F238E27FC236}">
                  <a16:creationId xmlns:a16="http://schemas.microsoft.com/office/drawing/2014/main" id="{B5B66246-C2F2-4B41-8F33-34B58AB2DCF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72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519F51B1-B92D-4870-BB01-0AF3B4845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전신 쇠약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402AF8D6-3ED0-43EE-8603-387017B47C23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74" name="그림 73">
              <a:hlinkClick r:id="rId10" action="ppaction://hlinksldjump"/>
              <a:extLst>
                <a:ext uri="{FF2B5EF4-FFF2-40B4-BE49-F238E27FC236}">
                  <a16:creationId xmlns:a16="http://schemas.microsoft.com/office/drawing/2014/main" id="{2F2AA958-1A02-406C-B3E3-D75D3F3AD80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75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FCDBDA7B-7850-41B8-9C53-6B3455D8A3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전실신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8D4A303-12B6-43C7-8D91-10A3BA30169D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86" name="그림 85">
              <a:hlinkClick r:id="rId11" action="ppaction://hlinksldjump"/>
              <a:extLst>
                <a:ext uri="{FF2B5EF4-FFF2-40B4-BE49-F238E27FC236}">
                  <a16:creationId xmlns:a16="http://schemas.microsoft.com/office/drawing/2014/main" id="{B85E1895-C7A8-4C14-92CF-C40D4CB8588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87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226644B0-04A5-46A8-8BE0-8ACCE76BD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다리 부기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부종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DAB37C0-E608-4C7E-A340-8D2695ABDA64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89" name="그림 88">
              <a:hlinkClick r:id="rId12" action="ppaction://hlinksldjump"/>
              <a:extLst>
                <a:ext uri="{FF2B5EF4-FFF2-40B4-BE49-F238E27FC236}">
                  <a16:creationId xmlns:a16="http://schemas.microsoft.com/office/drawing/2014/main" id="{2476D502-1C87-4EF5-8FD7-E4FCEB6F086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90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73FA92E0-D4AE-4AE6-B638-5A29859B9E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일측성의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홍조 띤 뜨거운 사지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DD43603F-E08F-488D-AA07-6FE576DB7CC4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92" name="그림 91">
              <a:hlinkClick r:id="rId13" action="ppaction://hlinksldjump"/>
              <a:extLst>
                <a:ext uri="{FF2B5EF4-FFF2-40B4-BE49-F238E27FC236}">
                  <a16:creationId xmlns:a16="http://schemas.microsoft.com/office/drawing/2014/main" id="{80D873FC-793E-495A-88BC-55390CCEA89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93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EAD614E8-0732-40A8-B5A7-263BD4F889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맥박이 없거나 차가운 사지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22600967-E960-4CBD-A82F-A5D5D800A84F}"/>
              </a:ext>
            </a:extLst>
          </p:cNvPr>
          <p:cNvGrpSpPr/>
          <p:nvPr/>
        </p:nvGrpSpPr>
        <p:grpSpPr>
          <a:xfrm>
            <a:off x="1078194" y="5819541"/>
            <a:ext cx="4789082" cy="582483"/>
            <a:chOff x="1078194" y="5819541"/>
            <a:chExt cx="4789082" cy="582483"/>
          </a:xfrm>
        </p:grpSpPr>
        <p:pic>
          <p:nvPicPr>
            <p:cNvPr id="95" name="그림 94" descr="텍스트이(가) 표시된 사진&#10;&#10;자동 생성된 설명">
              <a:hlinkClick r:id="rId14" action="ppaction://hlinksldjump"/>
              <a:extLst>
                <a:ext uri="{FF2B5EF4-FFF2-40B4-BE49-F238E27FC236}">
                  <a16:creationId xmlns:a16="http://schemas.microsoft.com/office/drawing/2014/main" id="{EF8360C0-4AF2-4E77-999D-1AC36E99D7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28727" y="5819541"/>
              <a:ext cx="4738549" cy="582483"/>
            </a:xfrm>
            <a:prstGeom prst="rect">
              <a:avLst/>
            </a:prstGeom>
          </p:spPr>
        </p:pic>
        <p:sp>
          <p:nvSpPr>
            <p:cNvPr id="96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B4B62702-873E-426F-A812-3DBB17DC7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4004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고혈압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9148809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B8663D83-57C8-4B89-8741-B9D06D0D35E6}"/>
              </a:ext>
            </a:extLst>
          </p:cNvPr>
          <p:cNvGrpSpPr/>
          <p:nvPr/>
        </p:nvGrpSpPr>
        <p:grpSpPr>
          <a:xfrm>
            <a:off x="1078195" y="3003944"/>
            <a:ext cx="2160000" cy="561946"/>
            <a:chOff x="1078195" y="3003944"/>
            <a:chExt cx="2160000" cy="561946"/>
          </a:xfrm>
        </p:grpSpPr>
        <p:pic>
          <p:nvPicPr>
            <p:cNvPr id="43" name="그림 42">
              <a:hlinkClick r:id="rId2" action="ppaction://hlinksldjump"/>
              <a:extLst>
                <a:ext uri="{FF2B5EF4-FFF2-40B4-BE49-F238E27FC236}">
                  <a16:creationId xmlns:a16="http://schemas.microsoft.com/office/drawing/2014/main" id="{55A2A2FA-BA75-4194-8B43-65580F01224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85308" y="3003944"/>
              <a:ext cx="2117390" cy="561946"/>
            </a:xfrm>
            <a:prstGeom prst="rect">
              <a:avLst/>
            </a:prstGeom>
          </p:spPr>
        </p:pic>
        <p:sp>
          <p:nvSpPr>
            <p:cNvPr id="44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01D63343-1F1B-405F-9147-B930E55BE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복통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5162096-DB63-40E2-8242-A1378F9AA844}"/>
              </a:ext>
            </a:extLst>
          </p:cNvPr>
          <p:cNvGrpSpPr/>
          <p:nvPr/>
        </p:nvGrpSpPr>
        <p:grpSpPr>
          <a:xfrm>
            <a:off x="1078195" y="3589023"/>
            <a:ext cx="2161576" cy="536813"/>
            <a:chOff x="1078195" y="3589023"/>
            <a:chExt cx="2161576" cy="536813"/>
          </a:xfrm>
        </p:grpSpPr>
        <p:pic>
          <p:nvPicPr>
            <p:cNvPr id="49" name="그림 48">
              <a:hlinkClick r:id="rId4" action="ppaction://hlinksldjump"/>
              <a:extLst>
                <a:ext uri="{FF2B5EF4-FFF2-40B4-BE49-F238E27FC236}">
                  <a16:creationId xmlns:a16="http://schemas.microsoft.com/office/drawing/2014/main" id="{16F123CE-8EAC-416E-9071-CC6FB1350AB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89023"/>
              <a:ext cx="2160000" cy="536813"/>
            </a:xfrm>
            <a:prstGeom prst="rect">
              <a:avLst/>
            </a:prstGeom>
          </p:spPr>
        </p:pic>
        <p:sp>
          <p:nvSpPr>
            <p:cNvPr id="5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77B4B91-6C83-4996-B52C-C823BB5F16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662255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식욕부진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02C9054B-57CF-4416-9326-B74069E254E8}"/>
              </a:ext>
            </a:extLst>
          </p:cNvPr>
          <p:cNvGrpSpPr/>
          <p:nvPr/>
        </p:nvGrpSpPr>
        <p:grpSpPr>
          <a:xfrm>
            <a:off x="3681964" y="3003944"/>
            <a:ext cx="2224301" cy="559445"/>
            <a:chOff x="3681964" y="3003944"/>
            <a:chExt cx="2224301" cy="559445"/>
          </a:xfrm>
        </p:grpSpPr>
        <p:pic>
          <p:nvPicPr>
            <p:cNvPr id="58" name="그림 57">
              <a:hlinkClick r:id="rId6" action="ppaction://hlinksldjump"/>
              <a:extLst>
                <a:ext uri="{FF2B5EF4-FFF2-40B4-BE49-F238E27FC236}">
                  <a16:creationId xmlns:a16="http://schemas.microsoft.com/office/drawing/2014/main" id="{60190064-E344-40A1-8F54-A3B1F5AF513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3003944"/>
              <a:ext cx="2160000" cy="559445"/>
            </a:xfrm>
            <a:prstGeom prst="rect">
              <a:avLst/>
            </a:prstGeom>
          </p:spPr>
        </p:pic>
        <p:sp>
          <p:nvSpPr>
            <p:cNvPr id="5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81A7C35-9C31-4983-9FC8-ECF2A546CE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3098484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황달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79B893A1-717F-467B-BAF0-763896056AF3}"/>
              </a:ext>
            </a:extLst>
          </p:cNvPr>
          <p:cNvGrpSpPr/>
          <p:nvPr/>
        </p:nvGrpSpPr>
        <p:grpSpPr>
          <a:xfrm>
            <a:off x="1078195" y="4717889"/>
            <a:ext cx="2161576" cy="536813"/>
            <a:chOff x="1078195" y="4717889"/>
            <a:chExt cx="2161576" cy="536813"/>
          </a:xfrm>
        </p:grpSpPr>
        <p:pic>
          <p:nvPicPr>
            <p:cNvPr id="61" name="그림 60">
              <a:hlinkClick r:id="rId8" action="ppaction://hlinksldjump"/>
              <a:extLst>
                <a:ext uri="{FF2B5EF4-FFF2-40B4-BE49-F238E27FC236}">
                  <a16:creationId xmlns:a16="http://schemas.microsoft.com/office/drawing/2014/main" id="{BB04B7DC-2118-4D6B-9802-93E641E21C3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717889"/>
              <a:ext cx="2160000" cy="536813"/>
            </a:xfrm>
            <a:prstGeom prst="rect">
              <a:avLst/>
            </a:prstGeom>
          </p:spPr>
        </p:pic>
        <p:sp>
          <p:nvSpPr>
            <p:cNvPr id="6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7043322-8D66-4FC0-855F-ECBC53AFE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직장내 이물질 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CB29F50-D169-4B07-A362-103C8EB5446C}"/>
              </a:ext>
            </a:extLst>
          </p:cNvPr>
          <p:cNvGrpSpPr/>
          <p:nvPr/>
        </p:nvGrpSpPr>
        <p:grpSpPr>
          <a:xfrm>
            <a:off x="3681965" y="4157120"/>
            <a:ext cx="2161576" cy="530809"/>
            <a:chOff x="3681965" y="4157120"/>
            <a:chExt cx="2161576" cy="530809"/>
          </a:xfrm>
        </p:grpSpPr>
        <p:pic>
          <p:nvPicPr>
            <p:cNvPr id="64" name="그림 63">
              <a:hlinkClick r:id="rId10" action="ppaction://hlinksldjump"/>
              <a:extLst>
                <a:ext uri="{FF2B5EF4-FFF2-40B4-BE49-F238E27FC236}">
                  <a16:creationId xmlns:a16="http://schemas.microsoft.com/office/drawing/2014/main" id="{6EB4E711-AED6-49A1-B8EF-F8C3E709DA1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157120"/>
              <a:ext cx="2160000" cy="530809"/>
            </a:xfrm>
            <a:prstGeom prst="rect">
              <a:avLst/>
            </a:prstGeom>
          </p:spPr>
        </p:pic>
        <p:sp>
          <p:nvSpPr>
            <p:cNvPr id="65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C09985A3-0D34-40C7-B2ED-E870A7F9CF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흑색변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D7E575BE-744A-4FD3-BAE1-2DD9BF9665B7}"/>
              </a:ext>
            </a:extLst>
          </p:cNvPr>
          <p:cNvGrpSpPr/>
          <p:nvPr/>
        </p:nvGrpSpPr>
        <p:grpSpPr>
          <a:xfrm>
            <a:off x="6273691" y="4130323"/>
            <a:ext cx="4789079" cy="559946"/>
            <a:chOff x="6273691" y="4130323"/>
            <a:chExt cx="4789079" cy="559946"/>
          </a:xfrm>
        </p:grpSpPr>
        <p:pic>
          <p:nvPicPr>
            <p:cNvPr id="76" name="그림 75">
              <a:hlinkClick r:id="rId12" action="ppaction://hlinksldjump"/>
              <a:extLst>
                <a:ext uri="{FF2B5EF4-FFF2-40B4-BE49-F238E27FC236}">
                  <a16:creationId xmlns:a16="http://schemas.microsoft.com/office/drawing/2014/main" id="{997173A4-490E-4C32-A1E8-1E1F30A0D9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323"/>
              <a:ext cx="4787502" cy="559946"/>
            </a:xfrm>
            <a:prstGeom prst="rect">
              <a:avLst/>
            </a:prstGeom>
          </p:spPr>
        </p:pic>
        <p:sp>
          <p:nvSpPr>
            <p:cNvPr id="77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83E35462-CAAD-4550-BD88-19AEA6E9D4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56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항문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회음부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외상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C72ADD7-316C-4E3C-9454-F63127E56D38}"/>
              </a:ext>
            </a:extLst>
          </p:cNvPr>
          <p:cNvGrpSpPr/>
          <p:nvPr/>
        </p:nvGrpSpPr>
        <p:grpSpPr>
          <a:xfrm>
            <a:off x="6273691" y="4694756"/>
            <a:ext cx="4789079" cy="559946"/>
            <a:chOff x="6273691" y="4694756"/>
            <a:chExt cx="4789079" cy="559946"/>
          </a:xfrm>
        </p:grpSpPr>
        <p:pic>
          <p:nvPicPr>
            <p:cNvPr id="79" name="그림 78">
              <a:hlinkClick r:id="rId14" action="ppaction://hlinksldjump"/>
              <a:extLst>
                <a:ext uri="{FF2B5EF4-FFF2-40B4-BE49-F238E27FC236}">
                  <a16:creationId xmlns:a16="http://schemas.microsoft.com/office/drawing/2014/main" id="{F49EDB19-6108-41F3-9421-C949085975D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4756"/>
              <a:ext cx="4787502" cy="559946"/>
            </a:xfrm>
            <a:prstGeom prst="rect">
              <a:avLst/>
            </a:prstGeom>
          </p:spPr>
        </p:pic>
        <p:sp>
          <p:nvSpPr>
            <p:cNvPr id="80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0C8A7364-1B72-4E0B-BA7D-04865201D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7998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이물질 삼킴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(Foreign Body swallowing)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84B23EF1-2EA9-48E5-90B4-AA634DDBEE61}"/>
              </a:ext>
            </a:extLst>
          </p:cNvPr>
          <p:cNvGrpSpPr/>
          <p:nvPr/>
        </p:nvGrpSpPr>
        <p:grpSpPr>
          <a:xfrm>
            <a:off x="1083731" y="5284662"/>
            <a:ext cx="2161576" cy="538997"/>
            <a:chOff x="1083731" y="5284662"/>
            <a:chExt cx="2161576" cy="538997"/>
          </a:xfrm>
        </p:grpSpPr>
        <p:pic>
          <p:nvPicPr>
            <p:cNvPr id="82" name="그림 81">
              <a:hlinkClick r:id="rId15" action="ppaction://hlinksldjump"/>
              <a:extLst>
                <a:ext uri="{FF2B5EF4-FFF2-40B4-BE49-F238E27FC236}">
                  <a16:creationId xmlns:a16="http://schemas.microsoft.com/office/drawing/2014/main" id="{6DDF1438-F0E5-476D-8E04-EA042A97EE1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85307" y="5284662"/>
              <a:ext cx="2160000" cy="538997"/>
            </a:xfrm>
            <a:prstGeom prst="rect">
              <a:avLst/>
            </a:prstGeom>
          </p:spPr>
        </p:pic>
        <p:sp>
          <p:nvSpPr>
            <p:cNvPr id="83" name="Text Box 10">
              <a:hlinkClick r:id="rId15" action="ppaction://hlinksldjump"/>
              <a:extLst>
                <a:ext uri="{FF2B5EF4-FFF2-40B4-BE49-F238E27FC236}">
                  <a16:creationId xmlns:a16="http://schemas.microsoft.com/office/drawing/2014/main" id="{6401F99B-A03E-4610-90F1-78395FB4A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3731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설사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15B07787-ABC6-4FEB-9F52-421F696A03B5}"/>
              </a:ext>
            </a:extLst>
          </p:cNvPr>
          <p:cNvGrpSpPr/>
          <p:nvPr/>
        </p:nvGrpSpPr>
        <p:grpSpPr>
          <a:xfrm>
            <a:off x="1078195" y="5853582"/>
            <a:ext cx="2161576" cy="530023"/>
            <a:chOff x="1078195" y="5853582"/>
            <a:chExt cx="2161576" cy="530023"/>
          </a:xfrm>
        </p:grpSpPr>
        <p:pic>
          <p:nvPicPr>
            <p:cNvPr id="94" name="그림 93">
              <a:hlinkClick r:id="rId17" action="ppaction://hlinksldjump"/>
              <a:extLst>
                <a:ext uri="{FF2B5EF4-FFF2-40B4-BE49-F238E27FC236}">
                  <a16:creationId xmlns:a16="http://schemas.microsoft.com/office/drawing/2014/main" id="{0425275F-282D-48A5-BAD9-C844417A1F8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53582"/>
              <a:ext cx="2160000" cy="530023"/>
            </a:xfrm>
            <a:prstGeom prst="rect">
              <a:avLst/>
            </a:prstGeom>
          </p:spPr>
        </p:pic>
        <p:sp>
          <p:nvSpPr>
            <p:cNvPr id="95" name="Text Box 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627CBFEC-B49E-42D6-8122-2491BBA59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91733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구역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8254A81C-18E1-4D9F-BA6E-E483A9F41DF8}"/>
              </a:ext>
            </a:extLst>
          </p:cNvPr>
          <p:cNvGrpSpPr/>
          <p:nvPr/>
        </p:nvGrpSpPr>
        <p:grpSpPr>
          <a:xfrm>
            <a:off x="1078195" y="4148969"/>
            <a:ext cx="2161576" cy="545788"/>
            <a:chOff x="1078195" y="4148969"/>
            <a:chExt cx="2161576" cy="545788"/>
          </a:xfrm>
        </p:grpSpPr>
        <p:pic>
          <p:nvPicPr>
            <p:cNvPr id="97" name="그림 96">
              <a:hlinkClick r:id="rId19" action="ppaction://hlinksldjump"/>
              <a:extLst>
                <a:ext uri="{FF2B5EF4-FFF2-40B4-BE49-F238E27FC236}">
                  <a16:creationId xmlns:a16="http://schemas.microsoft.com/office/drawing/2014/main" id="{7C2E1B16-8939-498A-9FDB-C4259FB545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48969"/>
              <a:ext cx="2160000" cy="545788"/>
            </a:xfrm>
            <a:prstGeom prst="rect">
              <a:avLst/>
            </a:prstGeom>
          </p:spPr>
        </p:pic>
        <p:sp>
          <p:nvSpPr>
            <p:cNvPr id="98" name="Text Box 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CD575721-4951-4E15-9378-B1B9A33EC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변비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6F740B9-988D-4751-A8BB-95E76A06A420}"/>
              </a:ext>
            </a:extLst>
          </p:cNvPr>
          <p:cNvGrpSpPr/>
          <p:nvPr/>
        </p:nvGrpSpPr>
        <p:grpSpPr>
          <a:xfrm>
            <a:off x="3681965" y="3596351"/>
            <a:ext cx="2161576" cy="529485"/>
            <a:chOff x="3681965" y="3596351"/>
            <a:chExt cx="2161576" cy="529485"/>
          </a:xfrm>
        </p:grpSpPr>
        <p:pic>
          <p:nvPicPr>
            <p:cNvPr id="100" name="그림 99">
              <a:hlinkClick r:id="rId21" action="ppaction://hlinksldjump"/>
              <a:extLst>
                <a:ext uri="{FF2B5EF4-FFF2-40B4-BE49-F238E27FC236}">
                  <a16:creationId xmlns:a16="http://schemas.microsoft.com/office/drawing/2014/main" id="{938C69CD-450E-4597-A3FD-3A77722624D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3596351"/>
              <a:ext cx="2160000" cy="529485"/>
            </a:xfrm>
            <a:prstGeom prst="rect">
              <a:avLst/>
            </a:prstGeom>
          </p:spPr>
        </p:pic>
        <p:sp>
          <p:nvSpPr>
            <p:cNvPr id="101" name="Text Box 10">
              <a:hlinkClick r:id="rId21" action="ppaction://hlinksldjump"/>
              <a:extLst>
                <a:ext uri="{FF2B5EF4-FFF2-40B4-BE49-F238E27FC236}">
                  <a16:creationId xmlns:a16="http://schemas.microsoft.com/office/drawing/2014/main" id="{BF6B726F-EE83-4642-A73F-74BD62AF87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3662255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토혈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B146B5B3-9D7D-4E73-8CA2-3AA76A16D140}"/>
              </a:ext>
            </a:extLst>
          </p:cNvPr>
          <p:cNvGrpSpPr/>
          <p:nvPr/>
        </p:nvGrpSpPr>
        <p:grpSpPr>
          <a:xfrm>
            <a:off x="6273691" y="3003944"/>
            <a:ext cx="4789079" cy="559946"/>
            <a:chOff x="6273691" y="3003944"/>
            <a:chExt cx="4789079" cy="559946"/>
          </a:xfrm>
        </p:grpSpPr>
        <p:pic>
          <p:nvPicPr>
            <p:cNvPr id="103" name="그림 102">
              <a:hlinkClick r:id="rId22" action="ppaction://hlinksldjump"/>
              <a:extLst>
                <a:ext uri="{FF2B5EF4-FFF2-40B4-BE49-F238E27FC236}">
                  <a16:creationId xmlns:a16="http://schemas.microsoft.com/office/drawing/2014/main" id="{BEC1B68A-67AF-4F7A-B760-E99968D7BE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3944"/>
              <a:ext cx="4787502" cy="559946"/>
            </a:xfrm>
            <a:prstGeom prst="rect">
              <a:avLst/>
            </a:prstGeom>
          </p:spPr>
        </p:pic>
        <p:sp>
          <p:nvSpPr>
            <p:cNvPr id="104" name="Text Box 10">
              <a:hlinkClick r:id="rId22" action="ppaction://hlinksldjump"/>
              <a:extLst>
                <a:ext uri="{FF2B5EF4-FFF2-40B4-BE49-F238E27FC236}">
                  <a16:creationId xmlns:a16="http://schemas.microsoft.com/office/drawing/2014/main" id="{05370686-0CC9-4A27-AC68-B6AAEE4A8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7186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샅고랑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부위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종괴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180F8745-663C-435D-BB77-3532AF70D5D8}"/>
              </a:ext>
            </a:extLst>
          </p:cNvPr>
          <p:cNvGrpSpPr/>
          <p:nvPr/>
        </p:nvGrpSpPr>
        <p:grpSpPr>
          <a:xfrm>
            <a:off x="6273691" y="3565890"/>
            <a:ext cx="4789079" cy="559946"/>
            <a:chOff x="6273691" y="3565890"/>
            <a:chExt cx="4789079" cy="559946"/>
          </a:xfrm>
        </p:grpSpPr>
        <p:pic>
          <p:nvPicPr>
            <p:cNvPr id="106" name="그림 105">
              <a:hlinkClick r:id="rId23" action="ppaction://hlinksldjump"/>
              <a:extLst>
                <a:ext uri="{FF2B5EF4-FFF2-40B4-BE49-F238E27FC236}">
                  <a16:creationId xmlns:a16="http://schemas.microsoft.com/office/drawing/2014/main" id="{D2CADC67-899B-49C0-931C-A8466B87D07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5890"/>
              <a:ext cx="4787502" cy="559946"/>
            </a:xfrm>
            <a:prstGeom prst="rect">
              <a:avLst/>
            </a:prstGeom>
          </p:spPr>
        </p:pic>
        <p:sp>
          <p:nvSpPr>
            <p:cNvPr id="107" name="Text Box 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2F5DE177-7396-45A7-B7E1-2C82CB4A13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13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항문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회음부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</a:t>
              </a: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E3A65-3D85-4133-8E7C-F4A918E6F461}"/>
              </a:ext>
            </a:extLst>
          </p:cNvPr>
          <p:cNvGrpSpPr/>
          <p:nvPr/>
        </p:nvGrpSpPr>
        <p:grpSpPr>
          <a:xfrm>
            <a:off x="3681965" y="4717889"/>
            <a:ext cx="2161576" cy="536813"/>
            <a:chOff x="3681965" y="4717889"/>
            <a:chExt cx="2161576" cy="536813"/>
          </a:xfrm>
        </p:grpSpPr>
        <p:pic>
          <p:nvPicPr>
            <p:cNvPr id="109" name="그림 108">
              <a:hlinkClick r:id="rId24" action="ppaction://hlinksldjump"/>
              <a:extLst>
                <a:ext uri="{FF2B5EF4-FFF2-40B4-BE49-F238E27FC236}">
                  <a16:creationId xmlns:a16="http://schemas.microsoft.com/office/drawing/2014/main" id="{1EB37D4D-87A1-4DE2-8560-5D99A980D3A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717889"/>
              <a:ext cx="2160000" cy="536813"/>
            </a:xfrm>
            <a:prstGeom prst="rect">
              <a:avLst/>
            </a:prstGeom>
          </p:spPr>
        </p:pic>
        <p:sp>
          <p:nvSpPr>
            <p:cNvPr id="110" name="Text Box 10">
              <a:hlinkClick r:id="rId24" action="ppaction://hlinksldjump"/>
              <a:extLst>
                <a:ext uri="{FF2B5EF4-FFF2-40B4-BE49-F238E27FC236}">
                  <a16:creationId xmlns:a16="http://schemas.microsoft.com/office/drawing/2014/main" id="{593C6212-6C05-4A86-BDB1-290B7A515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복부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종괴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팽만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E0FD6C1F-719D-4E6C-BF74-12F2D694016A}"/>
              </a:ext>
            </a:extLst>
          </p:cNvPr>
          <p:cNvGrpSpPr/>
          <p:nvPr/>
        </p:nvGrpSpPr>
        <p:grpSpPr>
          <a:xfrm>
            <a:off x="3650929" y="5284662"/>
            <a:ext cx="2161576" cy="538997"/>
            <a:chOff x="3650929" y="5284662"/>
            <a:chExt cx="2161576" cy="538997"/>
          </a:xfrm>
        </p:grpSpPr>
        <p:pic>
          <p:nvPicPr>
            <p:cNvPr id="118" name="그림 117">
              <a:hlinkClick r:id="rId25" action="ppaction://hlinksldjump"/>
              <a:extLst>
                <a:ext uri="{FF2B5EF4-FFF2-40B4-BE49-F238E27FC236}">
                  <a16:creationId xmlns:a16="http://schemas.microsoft.com/office/drawing/2014/main" id="{19A02415-A373-4933-BE66-1B3EC7D4973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52505" y="5284662"/>
              <a:ext cx="2160000" cy="538997"/>
            </a:xfrm>
            <a:prstGeom prst="rect">
              <a:avLst/>
            </a:prstGeom>
          </p:spPr>
        </p:pic>
        <p:sp>
          <p:nvSpPr>
            <p:cNvPr id="119" name="Text Box 10">
              <a:hlinkClick r:id="rId25" action="ppaction://hlinksldjump"/>
              <a:extLst>
                <a:ext uri="{FF2B5EF4-FFF2-40B4-BE49-F238E27FC236}">
                  <a16:creationId xmlns:a16="http://schemas.microsoft.com/office/drawing/2014/main" id="{80D3E229-ECAF-417A-907E-FB3105F3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0929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딸꾹질</a:t>
              </a: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F20EA7AF-7C9C-47FA-829C-B18118487219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121" name="그림 120">
              <a:hlinkClick r:id="rId26" action="ppaction://hlinksldjump"/>
              <a:extLst>
                <a:ext uri="{FF2B5EF4-FFF2-40B4-BE49-F238E27FC236}">
                  <a16:creationId xmlns:a16="http://schemas.microsoft.com/office/drawing/2014/main" id="{D7D136C5-49AC-4667-AC49-154FD43D19D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122" name="Text Box 10">
              <a:hlinkClick r:id="rId26" action="ppaction://hlinksldjump"/>
              <a:extLst>
                <a:ext uri="{FF2B5EF4-FFF2-40B4-BE49-F238E27FC236}">
                  <a16:creationId xmlns:a16="http://schemas.microsoft.com/office/drawing/2014/main" id="{0609EFDD-FDFC-4941-ACEF-9ECE6DDE63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신생아 황달</a:t>
              </a: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26E98EBE-2339-4D45-81B0-E3F8585E3EBC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124" name="그림 123">
              <a:hlinkClick r:id="rId27" action="ppaction://hlinksldjump"/>
              <a:extLst>
                <a:ext uri="{FF2B5EF4-FFF2-40B4-BE49-F238E27FC236}">
                  <a16:creationId xmlns:a16="http://schemas.microsoft.com/office/drawing/2014/main" id="{877DC38E-24D2-4294-84BB-0BF49B3DB45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125" name="Text Box 10">
              <a:hlinkClick r:id="rId27" action="ppaction://hlinksldjump"/>
              <a:extLst>
                <a:ext uri="{FF2B5EF4-FFF2-40B4-BE49-F238E27FC236}">
                  <a16:creationId xmlns:a16="http://schemas.microsoft.com/office/drawing/2014/main" id="{D4844AFC-9425-4C4C-AF54-D8210847A6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신생아 수유곤란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48447561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411C92DC-6D8B-4147-A655-7D1AAD4A6D32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34" name="그림 33">
              <a:hlinkClick r:id="rId2" action="ppaction://hlinksldjump"/>
              <a:extLst>
                <a:ext uri="{FF2B5EF4-FFF2-40B4-BE49-F238E27FC236}">
                  <a16:creationId xmlns:a16="http://schemas.microsoft.com/office/drawing/2014/main" id="{B445DDA6-64B5-4CCC-9B8F-23E2617DFBD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D84139D9-3B59-4E88-B6E9-FA21E9430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 분비물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5DE153A-9337-4240-ABE1-EFE81A07BECF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7" name="그림 36">
              <a:hlinkClick r:id="rId4" action="ppaction://hlinksldjump"/>
              <a:extLst>
                <a:ext uri="{FF2B5EF4-FFF2-40B4-BE49-F238E27FC236}">
                  <a16:creationId xmlns:a16="http://schemas.microsoft.com/office/drawing/2014/main" id="{2E2D5140-8301-43A1-B0F3-C845C0443A9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900F134A-14B1-4E63-B885-3A02141AF2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월경 문제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47C72A92-3DC9-4CCB-BCBA-FFE202AA0D37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40" name="그림 39">
              <a:hlinkClick r:id="rId5" action="ppaction://hlinksldjump"/>
              <a:extLst>
                <a:ext uri="{FF2B5EF4-FFF2-40B4-BE49-F238E27FC236}">
                  <a16:creationId xmlns:a16="http://schemas.microsoft.com/office/drawing/2014/main" id="{14AB42A8-0120-4E62-86C9-7D939BEA155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09DE4399-530B-4D51-B488-F4DB6486D0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질내 이물질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AE34AC0D-4CD3-44EA-8843-2EA1A39476D3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43" name="그림 42">
              <a:hlinkClick r:id="rId6" action="ppaction://hlinksldjump"/>
              <a:extLst>
                <a:ext uri="{FF2B5EF4-FFF2-40B4-BE49-F238E27FC236}">
                  <a16:creationId xmlns:a16="http://schemas.microsoft.com/office/drawing/2014/main" id="{55DAD664-9973-4E9D-A4AE-771A74C7A6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4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FC74917E-E56F-461E-8DC9-363D2AA7FA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 출혈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4D6F4F0-2C34-4F77-AEC0-D4F08ED5A18C}"/>
              </a:ext>
            </a:extLst>
          </p:cNvPr>
          <p:cNvGrpSpPr/>
          <p:nvPr/>
        </p:nvGrpSpPr>
        <p:grpSpPr>
          <a:xfrm>
            <a:off x="1078194" y="5105647"/>
            <a:ext cx="4789079" cy="559946"/>
            <a:chOff x="1078194" y="5117077"/>
            <a:chExt cx="4789079" cy="559946"/>
          </a:xfrm>
        </p:grpSpPr>
        <p:pic>
          <p:nvPicPr>
            <p:cNvPr id="46" name="그림 45">
              <a:hlinkClick r:id="rId7" action="ppaction://hlinksldjump"/>
              <a:extLst>
                <a:ext uri="{FF2B5EF4-FFF2-40B4-BE49-F238E27FC236}">
                  <a16:creationId xmlns:a16="http://schemas.microsoft.com/office/drawing/2014/main" id="{B760229C-AAD9-4274-B7E4-06E61237C7C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47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C61D5A49-2621-459D-9657-F5D252F5E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질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가려움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A49355CA-7E59-4867-A4C0-5540978B4254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49" name="그림 48">
              <a:hlinkClick r:id="rId8" action="ppaction://hlinksldjump"/>
              <a:extLst>
                <a:ext uri="{FF2B5EF4-FFF2-40B4-BE49-F238E27FC236}">
                  <a16:creationId xmlns:a16="http://schemas.microsoft.com/office/drawing/2014/main" id="{FD8C8060-F77A-4234-B5D4-92774940A53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5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BD2F7FF-FB91-48DB-980B-D7F7522FDB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 미만의 임신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DB921360-3397-48F4-9C30-26633AC80A2B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52" name="그림 51">
              <a:hlinkClick r:id="rId9" action="ppaction://hlinksldjump"/>
              <a:extLst>
                <a:ext uri="{FF2B5EF4-FFF2-40B4-BE49-F238E27FC236}">
                  <a16:creationId xmlns:a16="http://schemas.microsoft.com/office/drawing/2014/main" id="{83773A00-08B4-477F-8478-02811ED0EF6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A96C5A72-19D0-4410-9463-D64424900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생식기의 외상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1CB57193-C86D-4D77-BB15-91038BC3FED5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59" name="그림 58">
              <a:hlinkClick r:id="rId10" action="ppaction://hlinksldjump"/>
              <a:extLst>
                <a:ext uri="{FF2B5EF4-FFF2-40B4-BE49-F238E27FC236}">
                  <a16:creationId xmlns:a16="http://schemas.microsoft.com/office/drawing/2014/main" id="{7257516A-999E-4A09-9039-FDBA054ED87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60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850FE897-55A0-4935-A397-4CB418F569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음순 부종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7A691E14-DB14-4FCD-BFE8-B7EF1BC9F668}"/>
              </a:ext>
            </a:extLst>
          </p:cNvPr>
          <p:cNvGrpSpPr/>
          <p:nvPr/>
        </p:nvGrpSpPr>
        <p:grpSpPr>
          <a:xfrm>
            <a:off x="6274196" y="5117077"/>
            <a:ext cx="4789079" cy="559946"/>
            <a:chOff x="6274196" y="5117077"/>
            <a:chExt cx="4789079" cy="559946"/>
          </a:xfrm>
        </p:grpSpPr>
        <p:pic>
          <p:nvPicPr>
            <p:cNvPr id="62" name="그림 61">
              <a:hlinkClick r:id="rId11" action="ppaction://hlinksldjump"/>
              <a:extLst>
                <a:ext uri="{FF2B5EF4-FFF2-40B4-BE49-F238E27FC236}">
                  <a16:creationId xmlns:a16="http://schemas.microsoft.com/office/drawing/2014/main" id="{256481E2-5402-4BFE-BEAA-274DA0A0EA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117077"/>
              <a:ext cx="4787502" cy="559946"/>
            </a:xfrm>
            <a:prstGeom prst="rect">
              <a:avLst/>
            </a:prstGeom>
          </p:spPr>
        </p:pic>
        <p:sp>
          <p:nvSpPr>
            <p:cNvPr id="63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B13D46A1-0606-431A-BBAA-BDF37C2DA5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 이상의 임신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D5767450-EDEF-41D1-8137-458396C559A5}"/>
              </a:ext>
            </a:extLst>
          </p:cNvPr>
          <p:cNvGrpSpPr/>
          <p:nvPr/>
        </p:nvGrpSpPr>
        <p:grpSpPr>
          <a:xfrm>
            <a:off x="6274196" y="5823659"/>
            <a:ext cx="4789079" cy="559946"/>
            <a:chOff x="6274196" y="5823659"/>
            <a:chExt cx="4789079" cy="559946"/>
          </a:xfrm>
        </p:grpSpPr>
        <p:pic>
          <p:nvPicPr>
            <p:cNvPr id="65" name="그림 64">
              <a:hlinkClick r:id="rId12" action="ppaction://hlinksldjump"/>
              <a:extLst>
                <a:ext uri="{FF2B5EF4-FFF2-40B4-BE49-F238E27FC236}">
                  <a16:creationId xmlns:a16="http://schemas.microsoft.com/office/drawing/2014/main" id="{749F717E-8A11-46F5-BB94-2F588238F3D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823659"/>
              <a:ext cx="4787502" cy="559946"/>
            </a:xfrm>
            <a:prstGeom prst="rect">
              <a:avLst/>
            </a:prstGeom>
          </p:spPr>
        </p:pic>
        <p:sp>
          <p:nvSpPr>
            <p:cNvPr id="66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0362F108-85C7-4401-B6F6-6C1C0881F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성폭행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36871709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FF6B163C-38F9-4BE1-B7B1-604C53198EAA}"/>
              </a:ext>
            </a:extLst>
          </p:cNvPr>
          <p:cNvGrpSpPr/>
          <p:nvPr/>
        </p:nvGrpSpPr>
        <p:grpSpPr>
          <a:xfrm>
            <a:off x="1078194" y="4130730"/>
            <a:ext cx="4789079" cy="559946"/>
            <a:chOff x="1078194" y="4130730"/>
            <a:chExt cx="4789079" cy="559946"/>
          </a:xfrm>
        </p:grpSpPr>
        <p:pic>
          <p:nvPicPr>
            <p:cNvPr id="37" name="그림 36">
              <a:hlinkClick r:id="rId2" action="ppaction://hlinksldjump"/>
              <a:extLst>
                <a:ext uri="{FF2B5EF4-FFF2-40B4-BE49-F238E27FC236}">
                  <a16:creationId xmlns:a16="http://schemas.microsoft.com/office/drawing/2014/main" id="{F4C7F9F3-CF8A-486F-9C78-CA537F6329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3073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D2072906-6CEB-448B-A99F-CA1E3F28DE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소변배출장애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6A6A970-4B22-4F36-92DF-E076190DD1CB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40" name="그림 39">
              <a:hlinkClick r:id="rId4" action="ppaction://hlinksldjump"/>
              <a:extLst>
                <a:ext uri="{FF2B5EF4-FFF2-40B4-BE49-F238E27FC236}">
                  <a16:creationId xmlns:a16="http://schemas.microsoft.com/office/drawing/2014/main" id="{B459561B-B27B-454A-9CB8-A801C073F9D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E1E2796-B57B-471D-96E8-EA82C1E133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옆구리 통증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E70472E3-6AAC-4253-AC00-1E2F3364B688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43" name="그림 42">
              <a:hlinkClick r:id="rId5" action="ppaction://hlinksldjump"/>
              <a:extLst>
                <a:ext uri="{FF2B5EF4-FFF2-40B4-BE49-F238E27FC236}">
                  <a16:creationId xmlns:a16="http://schemas.microsoft.com/office/drawing/2014/main" id="{BAF50EC6-2FEE-4598-A15F-8402D975816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4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D74999D-DF5D-49DD-BA05-7940DB5CF9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혈뇨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F4A1FE23-AE40-42F9-AAAF-272EF793E609}"/>
              </a:ext>
            </a:extLst>
          </p:cNvPr>
          <p:cNvGrpSpPr/>
          <p:nvPr/>
        </p:nvGrpSpPr>
        <p:grpSpPr>
          <a:xfrm>
            <a:off x="1078194" y="4695040"/>
            <a:ext cx="4789079" cy="559946"/>
            <a:chOff x="1078194" y="4695040"/>
            <a:chExt cx="4789079" cy="559946"/>
          </a:xfrm>
        </p:grpSpPr>
        <p:pic>
          <p:nvPicPr>
            <p:cNvPr id="46" name="그림 45">
              <a:hlinkClick r:id="rId6" action="ppaction://hlinksldjump"/>
              <a:extLst>
                <a:ext uri="{FF2B5EF4-FFF2-40B4-BE49-F238E27FC236}">
                  <a16:creationId xmlns:a16="http://schemas.microsoft.com/office/drawing/2014/main" id="{7A28E354-9AEE-4922-A2F3-F8C623AF458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695040"/>
              <a:ext cx="4787502" cy="559946"/>
            </a:xfrm>
            <a:prstGeom prst="rect">
              <a:avLst/>
            </a:prstGeom>
          </p:spPr>
        </p:pic>
        <p:sp>
          <p:nvSpPr>
            <p:cNvPr id="4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5F77722-656C-40FE-A7B6-04D6F973D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요로감염 증상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7A54CC01-D052-4ABF-ACEE-21C54B778F18}"/>
              </a:ext>
            </a:extLst>
          </p:cNvPr>
          <p:cNvGrpSpPr/>
          <p:nvPr/>
        </p:nvGrpSpPr>
        <p:grpSpPr>
          <a:xfrm>
            <a:off x="1078194" y="5259350"/>
            <a:ext cx="4789079" cy="559946"/>
            <a:chOff x="1078194" y="5259350"/>
            <a:chExt cx="4789079" cy="559946"/>
          </a:xfrm>
        </p:grpSpPr>
        <p:pic>
          <p:nvPicPr>
            <p:cNvPr id="49" name="그림 48">
              <a:hlinkClick r:id="rId7" action="ppaction://hlinksldjump"/>
              <a:extLst>
                <a:ext uri="{FF2B5EF4-FFF2-40B4-BE49-F238E27FC236}">
                  <a16:creationId xmlns:a16="http://schemas.microsoft.com/office/drawing/2014/main" id="{ACC7754B-6E1C-4C42-BDC5-9F3964C5496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59350"/>
              <a:ext cx="4787502" cy="559946"/>
            </a:xfrm>
            <a:prstGeom prst="rect">
              <a:avLst/>
            </a:prstGeom>
          </p:spPr>
        </p:pic>
        <p:sp>
          <p:nvSpPr>
            <p:cNvPr id="5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5975044-C981-47E1-9000-42DA51DB8C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핍뇨증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40811F2C-AF7D-4873-9AF8-3BF6E16453C8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52" name="그림 51">
              <a:hlinkClick r:id="rId8" action="ppaction://hlinksldjump"/>
              <a:extLst>
                <a:ext uri="{FF2B5EF4-FFF2-40B4-BE49-F238E27FC236}">
                  <a16:creationId xmlns:a16="http://schemas.microsoft.com/office/drawing/2014/main" id="{A4D54747-0C92-49B2-86E3-D11A9403EAF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53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BB8E719-C8C7-42C0-A5C5-485A34508B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음경 부종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DE28C3F-188D-4313-AB26-BB1412C2EDFF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59" name="그림 58">
              <a:hlinkClick r:id="rId9" action="ppaction://hlinksldjump"/>
              <a:extLst>
                <a:ext uri="{FF2B5EF4-FFF2-40B4-BE49-F238E27FC236}">
                  <a16:creationId xmlns:a16="http://schemas.microsoft.com/office/drawing/2014/main" id="{A84767C1-3393-4873-AA15-6D9C8C3099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60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4CEAD719-5320-464C-8785-80ABB6C443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생식기의 외상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7106FFAD-E46D-441E-9FBE-5F34F3753F7D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62" name="그림 61">
              <a:hlinkClick r:id="rId10" action="ppaction://hlinksldjump"/>
              <a:extLst>
                <a:ext uri="{FF2B5EF4-FFF2-40B4-BE49-F238E27FC236}">
                  <a16:creationId xmlns:a16="http://schemas.microsoft.com/office/drawing/2014/main" id="{355BF470-273D-4955-AD68-7115FC1456B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63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10D65414-2CBF-44BD-A461-886D2E1BB5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생식기의 분비물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피부병변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EED0CB9F-98BE-40F0-9A61-FAEE5322E40D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65" name="그림 64">
              <a:hlinkClick r:id="rId11" action="ppaction://hlinksldjump"/>
              <a:extLst>
                <a:ext uri="{FF2B5EF4-FFF2-40B4-BE49-F238E27FC236}">
                  <a16:creationId xmlns:a16="http://schemas.microsoft.com/office/drawing/2014/main" id="{CBD747C9-9A4E-490F-9C10-DCB34854D2F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66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70BBECD1-9CF6-4D71-ADEE-FD6625112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고환 통증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부종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0B615752-6D44-4097-83B4-BD2789C06AB8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77" name="그림 76">
              <a:hlinkClick r:id="rId12" action="ppaction://hlinksldjump"/>
              <a:extLst>
                <a:ext uri="{FF2B5EF4-FFF2-40B4-BE49-F238E27FC236}">
                  <a16:creationId xmlns:a16="http://schemas.microsoft.com/office/drawing/2014/main" id="{0CD90DCD-255B-45BB-AA87-4DCA093DAE5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78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38BDB896-BC85-4E4C-A70A-DBBF961B5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다뇨증</a:t>
              </a:r>
            </a:p>
          </p:txBody>
        </p:sp>
      </p:grpSp>
      <p:pic>
        <p:nvPicPr>
          <p:cNvPr id="80" name="그림 79">
            <a:hlinkClick r:id="rId13" action="ppaction://hlinksldjump"/>
            <a:extLst>
              <a:ext uri="{FF2B5EF4-FFF2-40B4-BE49-F238E27FC236}">
                <a16:creationId xmlns:a16="http://schemas.microsoft.com/office/drawing/2014/main" id="{DCE246F8-4BEB-4882-B966-584AEEBEC67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75268" y="5259350"/>
            <a:ext cx="4787502" cy="559946"/>
          </a:xfrm>
          <a:prstGeom prst="rect">
            <a:avLst/>
          </a:prstGeom>
        </p:spPr>
      </p:pic>
      <p:sp>
        <p:nvSpPr>
          <p:cNvPr id="81" name="Text Box 10">
            <a:hlinkClick r:id="rId13" action="ppaction://hlinksldjump"/>
            <a:extLst>
              <a:ext uri="{FF2B5EF4-FFF2-40B4-BE49-F238E27FC236}">
                <a16:creationId xmlns:a16="http://schemas.microsoft.com/office/drawing/2014/main" id="{7CEFD4ED-C12D-4AA8-B0DB-5D98335F4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691" y="5352592"/>
            <a:ext cx="4674486" cy="396000"/>
          </a:xfrm>
          <a:prstGeom prst="roundRect">
            <a:avLst>
              <a:gd name="adj" fmla="val 50000"/>
            </a:avLst>
          </a:prstGeom>
          <a:noFill/>
          <a:ln w="19050">
            <a:noFill/>
            <a:miter lim="800000"/>
            <a:headEnd/>
            <a:tailEnd/>
          </a:ln>
        </p:spPr>
        <p:txBody>
          <a:bodyPr anchor="ctr"/>
          <a:lstStyle>
            <a:lvl1pPr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182563" indent="-182563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성폭행 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남성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04121670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6758AC1-8876-48B5-BAFB-C030EFA3A9F4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55" name="그림 54">
              <a:hlinkClick r:id="rId2" action="ppaction://hlinksldjump"/>
              <a:extLst>
                <a:ext uri="{FF2B5EF4-FFF2-40B4-BE49-F238E27FC236}">
                  <a16:creationId xmlns:a16="http://schemas.microsoft.com/office/drawing/2014/main" id="{347C75C0-F50F-40C0-AD6C-21BB08EFD81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56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11B37E4A-D0F7-4552-ACF3-85093E2CF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절단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328ACFCB-EC97-4F87-806F-1FCC56FBEDCA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67" name="그림 66">
              <a:hlinkClick r:id="rId4" action="ppaction://hlinksldjump"/>
              <a:extLst>
                <a:ext uri="{FF2B5EF4-FFF2-40B4-BE49-F238E27FC236}">
                  <a16:creationId xmlns:a16="http://schemas.microsoft.com/office/drawing/2014/main" id="{1D3A0930-87A6-4E72-9A2B-87BB685C48E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6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20680500-F124-48C4-98E7-2FEF8A803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허리 통증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BCC5462-C39C-4BDF-9139-055322F4ABEA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70" name="그림 69">
              <a:hlinkClick r:id="rId5" action="ppaction://hlinksldjump"/>
              <a:extLst>
                <a:ext uri="{FF2B5EF4-FFF2-40B4-BE49-F238E27FC236}">
                  <a16:creationId xmlns:a16="http://schemas.microsoft.com/office/drawing/2014/main" id="{90DC0701-67F7-42FB-95B1-E6CE373564F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71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4CB9347-19B1-41DA-9CA1-189491A90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외상성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목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등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허리 손상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A70EEEE-8224-4B50-B1AB-20A322681DB0}"/>
              </a:ext>
            </a:extLst>
          </p:cNvPr>
          <p:cNvGrpSpPr/>
          <p:nvPr/>
        </p:nvGrpSpPr>
        <p:grpSpPr>
          <a:xfrm>
            <a:off x="1078194" y="5823659"/>
            <a:ext cx="4789079" cy="559946"/>
            <a:chOff x="1078194" y="5823659"/>
            <a:chExt cx="4789079" cy="559946"/>
          </a:xfrm>
        </p:grpSpPr>
        <p:pic>
          <p:nvPicPr>
            <p:cNvPr id="73" name="그림 72">
              <a:hlinkClick r:id="rId6" action="ppaction://hlinksldjump"/>
              <a:extLst>
                <a:ext uri="{FF2B5EF4-FFF2-40B4-BE49-F238E27FC236}">
                  <a16:creationId xmlns:a16="http://schemas.microsoft.com/office/drawing/2014/main" id="{855C0788-8BF1-43E4-AC80-2697BCCF2BD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23659"/>
              <a:ext cx="4787502" cy="559946"/>
            </a:xfrm>
            <a:prstGeom prst="rect">
              <a:avLst/>
            </a:prstGeom>
          </p:spPr>
        </p:pic>
        <p:sp>
          <p:nvSpPr>
            <p:cNvPr id="7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436B406F-D631-48AA-9DA8-64A0D8F0A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하지 통증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CAC8948B-B8A6-446C-B5C7-D7C5B90A3CE9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82" name="그림 81">
              <a:hlinkClick r:id="rId7" action="ppaction://hlinksldjump"/>
              <a:extLst>
                <a:ext uri="{FF2B5EF4-FFF2-40B4-BE49-F238E27FC236}">
                  <a16:creationId xmlns:a16="http://schemas.microsoft.com/office/drawing/2014/main" id="{9540742F-054A-40D2-856A-488AAB71F2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83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94F79FC1-F750-419C-AED8-9E598C1B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020BC9A-2D10-4B27-A07D-42A4CA103640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85" name="그림 84">
              <a:hlinkClick r:id="rId8" action="ppaction://hlinksldjump"/>
              <a:extLst>
                <a:ext uri="{FF2B5EF4-FFF2-40B4-BE49-F238E27FC236}">
                  <a16:creationId xmlns:a16="http://schemas.microsoft.com/office/drawing/2014/main" id="{9D6014B8-C756-435F-8561-DF7BB899D32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8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03B0F3E-2105-4E08-BE9C-83B0773F7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관절 부종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465430C-21FA-47D5-90F3-23EFD836F689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88" name="그림 87">
              <a:hlinkClick r:id="rId9" action="ppaction://hlinksldjump"/>
              <a:extLst>
                <a:ext uri="{FF2B5EF4-FFF2-40B4-BE49-F238E27FC236}">
                  <a16:creationId xmlns:a16="http://schemas.microsoft.com/office/drawing/2014/main" id="{92A429B6-BF84-469A-97B7-34BE13F2D6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89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C7872616-B7A2-433F-BAB4-C5AEFF7DE7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상지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손상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FFE55DD-0643-4903-A2ED-905CA115ADD2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91" name="그림 9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BDA48C3-8B93-4804-A28A-8FA752C4BD9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92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BDBDB07-296D-48AE-B594-2BD1A51C95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하지 손상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F3072989-7245-4465-B34A-1E825FBE550B}"/>
              </a:ext>
            </a:extLst>
          </p:cNvPr>
          <p:cNvGrpSpPr/>
          <p:nvPr/>
        </p:nvGrpSpPr>
        <p:grpSpPr>
          <a:xfrm>
            <a:off x="6274196" y="5117077"/>
            <a:ext cx="4789079" cy="559946"/>
            <a:chOff x="6274196" y="5117077"/>
            <a:chExt cx="4789079" cy="559946"/>
          </a:xfrm>
        </p:grpSpPr>
        <p:pic>
          <p:nvPicPr>
            <p:cNvPr id="94" name="그림 93">
              <a:hlinkClick r:id="rId11" action="ppaction://hlinksldjump"/>
              <a:extLst>
                <a:ext uri="{FF2B5EF4-FFF2-40B4-BE49-F238E27FC236}">
                  <a16:creationId xmlns:a16="http://schemas.microsoft.com/office/drawing/2014/main" id="{02BB03BC-CD48-4E44-BDAE-CCAE15BC8B1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117077"/>
              <a:ext cx="4787502" cy="559946"/>
            </a:xfrm>
            <a:prstGeom prst="rect">
              <a:avLst/>
            </a:prstGeom>
          </p:spPr>
        </p:pic>
        <p:sp>
          <p:nvSpPr>
            <p:cNvPr id="95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BE4118A6-7F78-4AC4-8C6C-BED9332097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석고붕대 확인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902AD375-D590-4DA3-8B2D-9BD731B32F4F}"/>
              </a:ext>
            </a:extLst>
          </p:cNvPr>
          <p:cNvGrpSpPr/>
          <p:nvPr/>
        </p:nvGrpSpPr>
        <p:grpSpPr>
          <a:xfrm>
            <a:off x="6274196" y="5823659"/>
            <a:ext cx="4789079" cy="559946"/>
            <a:chOff x="6274196" y="5823659"/>
            <a:chExt cx="4789079" cy="559946"/>
          </a:xfrm>
        </p:grpSpPr>
        <p:pic>
          <p:nvPicPr>
            <p:cNvPr id="100" name="그림 99">
              <a:hlinkClick r:id="rId12" action="ppaction://hlinksldjump"/>
              <a:extLst>
                <a:ext uri="{FF2B5EF4-FFF2-40B4-BE49-F238E27FC236}">
                  <a16:creationId xmlns:a16="http://schemas.microsoft.com/office/drawing/2014/main" id="{1EC44B56-550D-48BB-8103-39DFB6E3409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5823659"/>
              <a:ext cx="4787502" cy="559946"/>
            </a:xfrm>
            <a:prstGeom prst="rect">
              <a:avLst/>
            </a:prstGeom>
          </p:spPr>
        </p:pic>
        <p:sp>
          <p:nvSpPr>
            <p:cNvPr id="101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2A2126AA-5453-4810-8719-4D2354E20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소아의 보행 장애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보행시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65074887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F974B27-75AB-4D32-AE08-40B0DC88A1FD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34" name="그림 33">
              <a:hlinkClick r:id="rId2" action="ppaction://hlinksldjump"/>
              <a:extLst>
                <a:ext uri="{FF2B5EF4-FFF2-40B4-BE49-F238E27FC236}">
                  <a16:creationId xmlns:a16="http://schemas.microsoft.com/office/drawing/2014/main" id="{24D2AEA3-4D9E-49C3-B893-7C822A39C3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B116222B-FF34-47F1-95F3-F9BE62333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몸통을 포함한 다발성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FDCEAFB-4DC1-4F69-8606-F5FD85C203B2}"/>
              </a:ext>
            </a:extLst>
          </p:cNvPr>
          <p:cNvGrpSpPr/>
          <p:nvPr/>
        </p:nvGrpSpPr>
        <p:grpSpPr>
          <a:xfrm>
            <a:off x="1078194" y="3566420"/>
            <a:ext cx="4789079" cy="559946"/>
            <a:chOff x="1078194" y="3566420"/>
            <a:chExt cx="4789079" cy="559946"/>
          </a:xfrm>
        </p:grpSpPr>
        <p:pic>
          <p:nvPicPr>
            <p:cNvPr id="37" name="그림 36">
              <a:hlinkClick r:id="rId4" action="ppaction://hlinksldjump"/>
              <a:extLst>
                <a:ext uri="{FF2B5EF4-FFF2-40B4-BE49-F238E27FC236}">
                  <a16:creationId xmlns:a16="http://schemas.microsoft.com/office/drawing/2014/main" id="{90582BFC-6BDB-482F-8A2B-02E6451A12A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66420"/>
              <a:ext cx="4787502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9DB4219-4821-4F2A-B1C3-B3DBB6A699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몸통을 포함한 다발성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둔상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4D06938-282B-427E-BB99-CD1E69D9A491}"/>
              </a:ext>
            </a:extLst>
          </p:cNvPr>
          <p:cNvGrpSpPr/>
          <p:nvPr/>
        </p:nvGrpSpPr>
        <p:grpSpPr>
          <a:xfrm>
            <a:off x="1078194" y="4980921"/>
            <a:ext cx="4789079" cy="559946"/>
            <a:chOff x="1078194" y="4980921"/>
            <a:chExt cx="4789079" cy="559946"/>
          </a:xfrm>
        </p:grpSpPr>
        <p:pic>
          <p:nvPicPr>
            <p:cNvPr id="40" name="그림 39">
              <a:hlinkClick r:id="rId5" action="ppaction://hlinksldjump"/>
              <a:extLst>
                <a:ext uri="{FF2B5EF4-FFF2-40B4-BE49-F238E27FC236}">
                  <a16:creationId xmlns:a16="http://schemas.microsoft.com/office/drawing/2014/main" id="{42A244C8-E088-4F1C-A697-CD27FC3BC2E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980921"/>
              <a:ext cx="4787502" cy="559946"/>
            </a:xfrm>
            <a:prstGeom prst="rect">
              <a:avLst/>
            </a:prstGeom>
          </p:spPr>
        </p:pic>
        <p:sp>
          <p:nvSpPr>
            <p:cNvPr id="41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2F231AA-196D-4903-8B70-2D7526EDA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07416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복부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둔상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4A486536-BB3D-4B95-BA71-96E6E4560659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43" name="그림 42">
              <a:hlinkClick r:id="rId6" action="ppaction://hlinksldjump"/>
              <a:extLst>
                <a:ext uri="{FF2B5EF4-FFF2-40B4-BE49-F238E27FC236}">
                  <a16:creationId xmlns:a16="http://schemas.microsoft.com/office/drawing/2014/main" id="{3D208F0C-F7F3-4EC4-8B3F-49FA75F13E5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4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DDCB8E5-EE07-4D38-B851-5A5883DABD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복부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B33134FD-BD3A-44F0-9666-C6E433211EFB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46" name="그림 45">
              <a:hlinkClick r:id="rId7" action="ppaction://hlinksldjump"/>
              <a:extLst>
                <a:ext uri="{FF2B5EF4-FFF2-40B4-BE49-F238E27FC236}">
                  <a16:creationId xmlns:a16="http://schemas.microsoft.com/office/drawing/2014/main" id="{E4A38500-31CB-4EA4-A5CF-B8DEE1E242F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47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C44DC8B6-F624-4594-B0C8-72F03569E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흉부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0385510-7BA2-4CC3-9810-5C890393FD50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49" name="그림 48">
              <a:hlinkClick r:id="rId8" action="ppaction://hlinksldjump"/>
              <a:extLst>
                <a:ext uri="{FF2B5EF4-FFF2-40B4-BE49-F238E27FC236}">
                  <a16:creationId xmlns:a16="http://schemas.microsoft.com/office/drawing/2014/main" id="{8FF3D963-EA31-4199-8BD5-95B879A2303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5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5BC27582-341D-4085-AA73-F59BFCEFE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단독 흉부 외상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–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둔상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4926755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5680499-DCCC-4ECA-954D-C143FE410337}"/>
              </a:ext>
            </a:extLst>
          </p:cNvPr>
          <p:cNvGrpSpPr/>
          <p:nvPr/>
        </p:nvGrpSpPr>
        <p:grpSpPr>
          <a:xfrm>
            <a:off x="1078194" y="4415273"/>
            <a:ext cx="4789079" cy="559946"/>
            <a:chOff x="1078194" y="4415273"/>
            <a:chExt cx="4789079" cy="559946"/>
          </a:xfrm>
        </p:grpSpPr>
        <p:pic>
          <p:nvPicPr>
            <p:cNvPr id="22" name="그림 21">
              <a:hlinkClick r:id="rId2" action="ppaction://hlinksldjump"/>
              <a:extLst>
                <a:ext uri="{FF2B5EF4-FFF2-40B4-BE49-F238E27FC236}">
                  <a16:creationId xmlns:a16="http://schemas.microsoft.com/office/drawing/2014/main" id="{33F6AD7B-F5BB-4760-AC6B-2DBE6F2C7F7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415273"/>
              <a:ext cx="4787502" cy="559946"/>
            </a:xfrm>
            <a:prstGeom prst="rect">
              <a:avLst/>
            </a:prstGeom>
          </p:spPr>
        </p:pic>
        <p:sp>
          <p:nvSpPr>
            <p:cNvPr id="23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2FE2B4BE-1AC3-4FC2-A638-193E6AE2D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유해물질 흡입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EDFEFDA7-24E9-4FD0-90E1-BCB584D09A42}"/>
              </a:ext>
            </a:extLst>
          </p:cNvPr>
          <p:cNvGrpSpPr/>
          <p:nvPr/>
        </p:nvGrpSpPr>
        <p:grpSpPr>
          <a:xfrm>
            <a:off x="1078194" y="3002110"/>
            <a:ext cx="4789079" cy="559946"/>
            <a:chOff x="1078194" y="3002110"/>
            <a:chExt cx="4789079" cy="559946"/>
          </a:xfrm>
        </p:grpSpPr>
        <p:pic>
          <p:nvPicPr>
            <p:cNvPr id="25" name="그림 24">
              <a:hlinkClick r:id="rId4" action="ppaction://hlinksldjump"/>
              <a:extLst>
                <a:ext uri="{FF2B5EF4-FFF2-40B4-BE49-F238E27FC236}">
                  <a16:creationId xmlns:a16="http://schemas.microsoft.com/office/drawing/2014/main" id="{BB4CCEBD-8F20-405B-9581-7401642FACC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4787502" cy="559946"/>
            </a:xfrm>
            <a:prstGeom prst="rect">
              <a:avLst/>
            </a:prstGeom>
          </p:spPr>
        </p:pic>
        <p:sp>
          <p:nvSpPr>
            <p:cNvPr id="27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F7D59CF-1654-4851-8DBE-A603CA330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한랭손상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EC354826-1A91-4957-9182-957442553EFC}"/>
              </a:ext>
            </a:extLst>
          </p:cNvPr>
          <p:cNvGrpSpPr/>
          <p:nvPr/>
        </p:nvGrpSpPr>
        <p:grpSpPr>
          <a:xfrm>
            <a:off x="1078194" y="3708691"/>
            <a:ext cx="4789079" cy="559946"/>
            <a:chOff x="1078194" y="3708691"/>
            <a:chExt cx="4789079" cy="559946"/>
          </a:xfrm>
        </p:grpSpPr>
        <p:pic>
          <p:nvPicPr>
            <p:cNvPr id="29" name="그림 28">
              <a:hlinkClick r:id="rId5" action="ppaction://hlinksldjump"/>
              <a:extLst>
                <a:ext uri="{FF2B5EF4-FFF2-40B4-BE49-F238E27FC236}">
                  <a16:creationId xmlns:a16="http://schemas.microsoft.com/office/drawing/2014/main" id="{FA644FFD-E4A9-4D3F-8345-8D723B3FA15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708691"/>
              <a:ext cx="4787502" cy="559946"/>
            </a:xfrm>
            <a:prstGeom prst="rect">
              <a:avLst/>
            </a:prstGeom>
          </p:spPr>
        </p:pic>
        <p:sp>
          <p:nvSpPr>
            <p:cNvPr id="3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358F3D4-D6EA-4BA9-8A05-8DF9151CF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온열손상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B1B315B5-971D-4298-BEC7-671C62641D0D}"/>
              </a:ext>
            </a:extLst>
          </p:cNvPr>
          <p:cNvGrpSpPr/>
          <p:nvPr/>
        </p:nvGrpSpPr>
        <p:grpSpPr>
          <a:xfrm>
            <a:off x="1078194" y="5117077"/>
            <a:ext cx="4789079" cy="559946"/>
            <a:chOff x="1078194" y="5117077"/>
            <a:chExt cx="4789079" cy="559946"/>
          </a:xfrm>
        </p:grpSpPr>
        <p:pic>
          <p:nvPicPr>
            <p:cNvPr id="32" name="그림 31">
              <a:hlinkClick r:id="rId6" action="ppaction://hlinksldjump"/>
              <a:extLst>
                <a:ext uri="{FF2B5EF4-FFF2-40B4-BE49-F238E27FC236}">
                  <a16:creationId xmlns:a16="http://schemas.microsoft.com/office/drawing/2014/main" id="{16FB2CCD-C621-4051-8BB0-451D3B1FF07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117077"/>
              <a:ext cx="4787502" cy="559946"/>
            </a:xfrm>
            <a:prstGeom prst="rect">
              <a:avLst/>
            </a:prstGeom>
          </p:spPr>
        </p:pic>
        <p:sp>
          <p:nvSpPr>
            <p:cNvPr id="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4BEB4D4-79A4-4DFA-AB3F-62C769D3B4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4" y="5210319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전기 손상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F6EF0466-F8B9-4920-BFB6-AB98907B5E62}"/>
              </a:ext>
            </a:extLst>
          </p:cNvPr>
          <p:cNvGrpSpPr/>
          <p:nvPr/>
        </p:nvGrpSpPr>
        <p:grpSpPr>
          <a:xfrm>
            <a:off x="6274196" y="4415273"/>
            <a:ext cx="4789079" cy="559946"/>
            <a:chOff x="6274196" y="4415273"/>
            <a:chExt cx="4789079" cy="559946"/>
          </a:xfrm>
        </p:grpSpPr>
        <p:pic>
          <p:nvPicPr>
            <p:cNvPr id="53" name="그림 52">
              <a:hlinkClick r:id="rId7" action="ppaction://hlinksldjump"/>
              <a:extLst>
                <a:ext uri="{FF2B5EF4-FFF2-40B4-BE49-F238E27FC236}">
                  <a16:creationId xmlns:a16="http://schemas.microsoft.com/office/drawing/2014/main" id="{976675FF-7A51-455D-AD66-65DE09CB04F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4415273"/>
              <a:ext cx="4787502" cy="559946"/>
            </a:xfrm>
            <a:prstGeom prst="rect">
              <a:avLst/>
            </a:prstGeom>
          </p:spPr>
        </p:pic>
        <p:sp>
          <p:nvSpPr>
            <p:cNvPr id="5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A401A30B-5CAB-4123-AC91-BB0282A7E3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450851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익수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E53EA79B-7F9C-441C-9BF8-2072B52105AA}"/>
              </a:ext>
            </a:extLst>
          </p:cNvPr>
          <p:cNvGrpSpPr/>
          <p:nvPr/>
        </p:nvGrpSpPr>
        <p:grpSpPr>
          <a:xfrm>
            <a:off x="6274196" y="3002110"/>
            <a:ext cx="4789079" cy="559946"/>
            <a:chOff x="6274196" y="3002110"/>
            <a:chExt cx="4789079" cy="559946"/>
          </a:xfrm>
        </p:grpSpPr>
        <p:pic>
          <p:nvPicPr>
            <p:cNvPr id="56" name="그림 55">
              <a:hlinkClick r:id="rId8" action="ppaction://hlinksldjump"/>
              <a:extLst>
                <a:ext uri="{FF2B5EF4-FFF2-40B4-BE49-F238E27FC236}">
                  <a16:creationId xmlns:a16="http://schemas.microsoft.com/office/drawing/2014/main" id="{FBA1AEA1-C84C-4A58-AA5D-405F7F8A8F9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002110"/>
              <a:ext cx="4787502" cy="559946"/>
            </a:xfrm>
            <a:prstGeom prst="rect">
              <a:avLst/>
            </a:prstGeom>
          </p:spPr>
        </p:pic>
        <p:sp>
          <p:nvSpPr>
            <p:cNvPr id="57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68035F5-9AF8-4E87-8979-1418FD77A2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화학물질 노출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A84ABAD-D74C-4E12-98F0-738C41FFEA67}"/>
              </a:ext>
            </a:extLst>
          </p:cNvPr>
          <p:cNvGrpSpPr/>
          <p:nvPr/>
        </p:nvGrpSpPr>
        <p:grpSpPr>
          <a:xfrm>
            <a:off x="6274196" y="3708691"/>
            <a:ext cx="4789079" cy="559946"/>
            <a:chOff x="6274196" y="3708691"/>
            <a:chExt cx="4789079" cy="559946"/>
          </a:xfrm>
        </p:grpSpPr>
        <p:pic>
          <p:nvPicPr>
            <p:cNvPr id="59" name="그림 58">
              <a:hlinkClick r:id="rId9" action="ppaction://hlinksldjump"/>
              <a:extLst>
                <a:ext uri="{FF2B5EF4-FFF2-40B4-BE49-F238E27FC236}">
                  <a16:creationId xmlns:a16="http://schemas.microsoft.com/office/drawing/2014/main" id="{D564CC55-FD0C-4D5D-9958-A4A387D9F1F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773" y="3708691"/>
              <a:ext cx="4787502" cy="559946"/>
            </a:xfrm>
            <a:prstGeom prst="rect">
              <a:avLst/>
            </a:prstGeom>
          </p:spPr>
        </p:pic>
        <p:sp>
          <p:nvSpPr>
            <p:cNvPr id="60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EAF50254-91DA-440D-8ADD-BEBFE109B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4196" y="3801933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저체온증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81023206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219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46B1F85-D32A-4B57-9552-3B8EFA3202DD}"/>
              </a:ext>
            </a:extLst>
          </p:cNvPr>
          <p:cNvGrpSpPr/>
          <p:nvPr/>
        </p:nvGrpSpPr>
        <p:grpSpPr>
          <a:xfrm>
            <a:off x="1078195" y="3002110"/>
            <a:ext cx="2161576" cy="559946"/>
            <a:chOff x="1078195" y="3002110"/>
            <a:chExt cx="2161576" cy="559946"/>
          </a:xfrm>
        </p:grpSpPr>
        <p:pic>
          <p:nvPicPr>
            <p:cNvPr id="34" name="그림 33">
              <a:hlinkClick r:id="rId2" action="ppaction://hlinksldjump"/>
              <a:extLst>
                <a:ext uri="{FF2B5EF4-FFF2-40B4-BE49-F238E27FC236}">
                  <a16:creationId xmlns:a16="http://schemas.microsoft.com/office/drawing/2014/main" id="{DBC886B1-2FA7-42CA-AFCB-FEE78DA8D6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002110"/>
              <a:ext cx="2160000" cy="559946"/>
            </a:xfrm>
            <a:prstGeom prst="rect">
              <a:avLst/>
            </a:prstGeom>
          </p:spPr>
        </p:pic>
        <p:sp>
          <p:nvSpPr>
            <p:cNvPr id="35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C2C10E21-B822-43D9-956C-DC9CED824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물림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(Bite)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75E27D3-C46B-41E7-9D40-09D733B1B138}"/>
              </a:ext>
            </a:extLst>
          </p:cNvPr>
          <p:cNvGrpSpPr/>
          <p:nvPr/>
        </p:nvGrpSpPr>
        <p:grpSpPr>
          <a:xfrm>
            <a:off x="3681965" y="3002110"/>
            <a:ext cx="2161576" cy="559946"/>
            <a:chOff x="3681965" y="3002110"/>
            <a:chExt cx="2161576" cy="559946"/>
          </a:xfrm>
        </p:grpSpPr>
        <p:pic>
          <p:nvPicPr>
            <p:cNvPr id="37" name="그림 36">
              <a:hlinkClick r:id="rId4" action="ppaction://hlinksldjump"/>
              <a:extLst>
                <a:ext uri="{FF2B5EF4-FFF2-40B4-BE49-F238E27FC236}">
                  <a16:creationId xmlns:a16="http://schemas.microsoft.com/office/drawing/2014/main" id="{55970FD4-6CA4-40AF-9351-03A1980E7B3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3002110"/>
              <a:ext cx="2160000" cy="559946"/>
            </a:xfrm>
            <a:prstGeom prst="rect">
              <a:avLst/>
            </a:prstGeom>
          </p:spPr>
        </p:pic>
        <p:sp>
          <p:nvSpPr>
            <p:cNvPr id="3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1276C8F-63B2-4A32-BED7-BB083416C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상처 확인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BAEBAA08-1A3C-49D2-9917-C98346DF1707}"/>
              </a:ext>
            </a:extLst>
          </p:cNvPr>
          <p:cNvGrpSpPr/>
          <p:nvPr/>
        </p:nvGrpSpPr>
        <p:grpSpPr>
          <a:xfrm>
            <a:off x="1078195" y="3590857"/>
            <a:ext cx="2161576" cy="539873"/>
            <a:chOff x="1078195" y="3590857"/>
            <a:chExt cx="2161576" cy="539873"/>
          </a:xfrm>
        </p:grpSpPr>
        <p:pic>
          <p:nvPicPr>
            <p:cNvPr id="40" name="그림 39">
              <a:hlinkClick r:id="rId5" action="ppaction://hlinksldjump"/>
              <a:extLst>
                <a:ext uri="{FF2B5EF4-FFF2-40B4-BE49-F238E27FC236}">
                  <a16:creationId xmlns:a16="http://schemas.microsoft.com/office/drawing/2014/main" id="{1E324CC3-A224-4E8C-A251-BF301F0339E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90857"/>
              <a:ext cx="2160000" cy="539873"/>
            </a:xfrm>
            <a:prstGeom prst="rect">
              <a:avLst/>
            </a:prstGeom>
          </p:spPr>
        </p:pic>
        <p:sp>
          <p:nvSpPr>
            <p:cNvPr id="41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8CCDDAB2-0FA0-46CE-8727-54A2C56DBF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662255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쏘임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(Sting)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921EA500-51EC-4FD7-A8FB-0B2F2E64381A}"/>
              </a:ext>
            </a:extLst>
          </p:cNvPr>
          <p:cNvGrpSpPr/>
          <p:nvPr/>
        </p:nvGrpSpPr>
        <p:grpSpPr>
          <a:xfrm>
            <a:off x="3681964" y="3589241"/>
            <a:ext cx="2224301" cy="532761"/>
            <a:chOff x="3681964" y="3589241"/>
            <a:chExt cx="2224301" cy="532761"/>
          </a:xfrm>
        </p:grpSpPr>
        <p:pic>
          <p:nvPicPr>
            <p:cNvPr id="43" name="그림 42">
              <a:hlinkClick r:id="rId7" action="ppaction://hlinksldjump"/>
              <a:extLst>
                <a:ext uri="{FF2B5EF4-FFF2-40B4-BE49-F238E27FC236}">
                  <a16:creationId xmlns:a16="http://schemas.microsoft.com/office/drawing/2014/main" id="{BC54E64B-D7F3-4D57-A08E-8E2EAD95D01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3589241"/>
              <a:ext cx="2160000" cy="532761"/>
            </a:xfrm>
            <a:prstGeom prst="rect">
              <a:avLst/>
            </a:prstGeom>
          </p:spPr>
        </p:pic>
        <p:sp>
          <p:nvSpPr>
            <p:cNvPr id="4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E9549F12-C1AA-4658-B614-09B3B0E4D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3662255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발진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7B30A069-5EEA-4098-B272-AA79AA04471D}"/>
              </a:ext>
            </a:extLst>
          </p:cNvPr>
          <p:cNvGrpSpPr/>
          <p:nvPr/>
        </p:nvGrpSpPr>
        <p:grpSpPr>
          <a:xfrm>
            <a:off x="1078195" y="4717321"/>
            <a:ext cx="2161576" cy="532223"/>
            <a:chOff x="1078195" y="4717321"/>
            <a:chExt cx="2161576" cy="532223"/>
          </a:xfrm>
        </p:grpSpPr>
        <p:pic>
          <p:nvPicPr>
            <p:cNvPr id="46" name="그림 45">
              <a:hlinkClick r:id="rId9" action="ppaction://hlinksldjump"/>
              <a:extLst>
                <a:ext uri="{FF2B5EF4-FFF2-40B4-BE49-F238E27FC236}">
                  <a16:creationId xmlns:a16="http://schemas.microsoft.com/office/drawing/2014/main" id="{EEA13ED9-72D5-49FA-BB96-60D2EEDA4C1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717321"/>
              <a:ext cx="2160000" cy="532223"/>
            </a:xfrm>
            <a:prstGeom prst="rect">
              <a:avLst/>
            </a:prstGeom>
          </p:spPr>
        </p:pic>
        <p:sp>
          <p:nvSpPr>
            <p:cNvPr id="47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07846850-B68B-4A31-BAA3-47F601035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열상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천공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31AB881-C9DE-444E-A117-F621B0B93F28}"/>
              </a:ext>
            </a:extLst>
          </p:cNvPr>
          <p:cNvGrpSpPr/>
          <p:nvPr/>
        </p:nvGrpSpPr>
        <p:grpSpPr>
          <a:xfrm>
            <a:off x="3681965" y="4717321"/>
            <a:ext cx="2161576" cy="537665"/>
            <a:chOff x="3681965" y="4717321"/>
            <a:chExt cx="2161576" cy="537665"/>
          </a:xfrm>
        </p:grpSpPr>
        <p:pic>
          <p:nvPicPr>
            <p:cNvPr id="49" name="그림 48">
              <a:hlinkClick r:id="rId10" action="ppaction://hlinksldjump"/>
              <a:extLst>
                <a:ext uri="{FF2B5EF4-FFF2-40B4-BE49-F238E27FC236}">
                  <a16:creationId xmlns:a16="http://schemas.microsoft.com/office/drawing/2014/main" id="{BBD5E8D3-5F13-4E7C-8833-E036FBD63A3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717321"/>
              <a:ext cx="2160000" cy="537665"/>
            </a:xfrm>
            <a:prstGeom prst="rect">
              <a:avLst/>
            </a:prstGeom>
          </p:spPr>
        </p:pic>
        <p:sp>
          <p:nvSpPr>
            <p:cNvPr id="50" name="Text Box 10">
              <a:hlinkClick r:id="rId10" action="ppaction://hlinksldjump"/>
              <a:extLst>
                <a:ext uri="{FF2B5EF4-FFF2-40B4-BE49-F238E27FC236}">
                  <a16:creationId xmlns:a16="http://schemas.microsoft.com/office/drawing/2014/main" id="{51D3448D-68FB-41F6-A0ED-78CD2A59C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78979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감염 가능성 확인</a:t>
              </a: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077A94B8-3DD9-4A5E-B156-7F032AC05213}"/>
              </a:ext>
            </a:extLst>
          </p:cNvPr>
          <p:cNvGrpSpPr/>
          <p:nvPr/>
        </p:nvGrpSpPr>
        <p:grpSpPr>
          <a:xfrm>
            <a:off x="6273691" y="4130730"/>
            <a:ext cx="4789079" cy="559946"/>
            <a:chOff x="6273691" y="4130730"/>
            <a:chExt cx="4789079" cy="559946"/>
          </a:xfrm>
        </p:grpSpPr>
        <p:pic>
          <p:nvPicPr>
            <p:cNvPr id="62" name="그림 61">
              <a:hlinkClick r:id="rId12" action="ppaction://hlinksldjump"/>
              <a:extLst>
                <a:ext uri="{FF2B5EF4-FFF2-40B4-BE49-F238E27FC236}">
                  <a16:creationId xmlns:a16="http://schemas.microsoft.com/office/drawing/2014/main" id="{107184B3-2D5E-4B8F-8CB0-E88EADBA62A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730"/>
              <a:ext cx="4787502" cy="559946"/>
            </a:xfrm>
            <a:prstGeom prst="rect">
              <a:avLst/>
            </a:prstGeom>
          </p:spPr>
        </p:pic>
        <p:sp>
          <p:nvSpPr>
            <p:cNvPr id="63" name="Text Box 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191FC44F-76F0-4D5F-86EC-7ACC2F39C5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97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유방의 발적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압통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ECF9FBE9-53D5-40B8-A0E2-5938676ADB29}"/>
              </a:ext>
            </a:extLst>
          </p:cNvPr>
          <p:cNvGrpSpPr/>
          <p:nvPr/>
        </p:nvGrpSpPr>
        <p:grpSpPr>
          <a:xfrm>
            <a:off x="6273691" y="3002110"/>
            <a:ext cx="4789079" cy="559946"/>
            <a:chOff x="6273691" y="3002110"/>
            <a:chExt cx="4789079" cy="559946"/>
          </a:xfrm>
        </p:grpSpPr>
        <p:pic>
          <p:nvPicPr>
            <p:cNvPr id="65" name="그림 64">
              <a:hlinkClick r:id="rId14" action="ppaction://hlinksldjump"/>
              <a:extLst>
                <a:ext uri="{FF2B5EF4-FFF2-40B4-BE49-F238E27FC236}">
                  <a16:creationId xmlns:a16="http://schemas.microsoft.com/office/drawing/2014/main" id="{DD7EBCDE-EAEF-4D64-B99A-1610ECF0CE9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002110"/>
              <a:ext cx="4787502" cy="559946"/>
            </a:xfrm>
            <a:prstGeom prst="rect">
              <a:avLst/>
            </a:prstGeom>
          </p:spPr>
        </p:pic>
        <p:sp>
          <p:nvSpPr>
            <p:cNvPr id="66" name="Text Box 10">
              <a:hlinkClick r:id="rId14" action="ppaction://hlinksldjump"/>
              <a:extLst>
                <a:ext uri="{FF2B5EF4-FFF2-40B4-BE49-F238E27FC236}">
                  <a16:creationId xmlns:a16="http://schemas.microsoft.com/office/drawing/2014/main" id="{DA475788-3DCC-412C-8BF3-F22F0CCFE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09535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혈액이나 체액에 노출</a:t>
              </a: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0A9368EC-303C-4BE9-A82B-184B0B2DE61F}"/>
              </a:ext>
            </a:extLst>
          </p:cNvPr>
          <p:cNvGrpSpPr/>
          <p:nvPr/>
        </p:nvGrpSpPr>
        <p:grpSpPr>
          <a:xfrm>
            <a:off x="6273691" y="3566420"/>
            <a:ext cx="4789079" cy="559946"/>
            <a:chOff x="6273691" y="3566420"/>
            <a:chExt cx="4789079" cy="559946"/>
          </a:xfrm>
        </p:grpSpPr>
        <p:pic>
          <p:nvPicPr>
            <p:cNvPr id="68" name="그림 67">
              <a:hlinkClick r:id="rId15" action="ppaction://hlinksldjump"/>
              <a:extLst>
                <a:ext uri="{FF2B5EF4-FFF2-40B4-BE49-F238E27FC236}">
                  <a16:creationId xmlns:a16="http://schemas.microsoft.com/office/drawing/2014/main" id="{E6A86B21-E240-4A55-A31E-991EAA308AC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3566420"/>
              <a:ext cx="4787502" cy="559946"/>
            </a:xfrm>
            <a:prstGeom prst="rect">
              <a:avLst/>
            </a:prstGeom>
          </p:spPr>
        </p:pic>
        <p:sp>
          <p:nvSpPr>
            <p:cNvPr id="69" name="Text Box 10">
              <a:hlinkClick r:id="rId15" action="ppaction://hlinksldjump"/>
              <a:extLst>
                <a:ext uri="{FF2B5EF4-FFF2-40B4-BE49-F238E27FC236}">
                  <a16:creationId xmlns:a16="http://schemas.microsoft.com/office/drawing/2014/main" id="{483BE015-DFCC-4E17-B625-4A518D4707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365966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스테이플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봉합사 제거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DF94927-1290-43D5-AD72-EDA93BCE60F4}"/>
              </a:ext>
            </a:extLst>
          </p:cNvPr>
          <p:cNvGrpSpPr/>
          <p:nvPr/>
        </p:nvGrpSpPr>
        <p:grpSpPr>
          <a:xfrm>
            <a:off x="6273691" y="4695040"/>
            <a:ext cx="4789079" cy="559946"/>
            <a:chOff x="6273691" y="4695040"/>
            <a:chExt cx="4789079" cy="559946"/>
          </a:xfrm>
        </p:grpSpPr>
        <p:pic>
          <p:nvPicPr>
            <p:cNvPr id="71" name="그림 70">
              <a:hlinkClick r:id="rId16" action="ppaction://hlinksldjump"/>
              <a:extLst>
                <a:ext uri="{FF2B5EF4-FFF2-40B4-BE49-F238E27FC236}">
                  <a16:creationId xmlns:a16="http://schemas.microsoft.com/office/drawing/2014/main" id="{E3A5FF9D-1152-465B-ACBC-A509C688B13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5040"/>
              <a:ext cx="4787502" cy="559946"/>
            </a:xfrm>
            <a:prstGeom prst="rect">
              <a:avLst/>
            </a:prstGeom>
          </p:spPr>
        </p:pic>
        <p:sp>
          <p:nvSpPr>
            <p:cNvPr id="72" name="Text Box 10">
              <a:hlinkClick r:id="rId16" action="ppaction://hlinksldjump"/>
              <a:extLst>
                <a:ext uri="{FF2B5EF4-FFF2-40B4-BE49-F238E27FC236}">
                  <a16:creationId xmlns:a16="http://schemas.microsoft.com/office/drawing/2014/main" id="{51A9FBB6-5CC0-4836-BE7D-48DCBCFBF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828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국소성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부종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발적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AC8AC36-5478-4B6C-8AFA-7B3D94299107}"/>
              </a:ext>
            </a:extLst>
          </p:cNvPr>
          <p:cNvGrpSpPr/>
          <p:nvPr/>
        </p:nvGrpSpPr>
        <p:grpSpPr>
          <a:xfrm>
            <a:off x="1078195" y="5276189"/>
            <a:ext cx="2161576" cy="532224"/>
            <a:chOff x="1078195" y="5276189"/>
            <a:chExt cx="2161576" cy="532224"/>
          </a:xfrm>
        </p:grpSpPr>
        <p:pic>
          <p:nvPicPr>
            <p:cNvPr id="74" name="그림 73">
              <a:hlinkClick r:id="rId17" action="ppaction://hlinksldjump"/>
              <a:extLst>
                <a:ext uri="{FF2B5EF4-FFF2-40B4-BE49-F238E27FC236}">
                  <a16:creationId xmlns:a16="http://schemas.microsoft.com/office/drawing/2014/main" id="{4D69B8F6-381C-4D62-B544-D6BFFEA3EB1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276189"/>
              <a:ext cx="2160000" cy="532224"/>
            </a:xfrm>
            <a:prstGeom prst="rect">
              <a:avLst/>
            </a:prstGeom>
          </p:spPr>
        </p:pic>
        <p:sp>
          <p:nvSpPr>
            <p:cNvPr id="75" name="Text Box 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39C5C775-7649-409B-A1C6-A70AEE125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화상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C31AF6CE-0C10-4B7B-B5B0-88F4C2161643}"/>
              </a:ext>
            </a:extLst>
          </p:cNvPr>
          <p:cNvGrpSpPr/>
          <p:nvPr/>
        </p:nvGrpSpPr>
        <p:grpSpPr>
          <a:xfrm>
            <a:off x="3681965" y="5289820"/>
            <a:ext cx="2161576" cy="518593"/>
            <a:chOff x="3681965" y="5289820"/>
            <a:chExt cx="2161576" cy="518593"/>
          </a:xfrm>
        </p:grpSpPr>
        <p:pic>
          <p:nvPicPr>
            <p:cNvPr id="77" name="그림 76">
              <a:hlinkClick r:id="rId19" action="ppaction://hlinksldjump"/>
              <a:extLst>
                <a:ext uri="{FF2B5EF4-FFF2-40B4-BE49-F238E27FC236}">
                  <a16:creationId xmlns:a16="http://schemas.microsoft.com/office/drawing/2014/main" id="{D38099D8-3FEC-4C80-8274-05DF81B75E8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5289820"/>
              <a:ext cx="2160000" cy="518593"/>
            </a:xfrm>
            <a:prstGeom prst="rect">
              <a:avLst/>
            </a:prstGeom>
          </p:spPr>
        </p:pic>
        <p:sp>
          <p:nvSpPr>
            <p:cNvPr id="78" name="Text Box 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480F95DF-DDA5-4258-9EE0-3216DB024F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535356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청색증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43B5EEB4-D88A-4CBE-85BA-4F7E727D2D0B}"/>
              </a:ext>
            </a:extLst>
          </p:cNvPr>
          <p:cNvGrpSpPr/>
          <p:nvPr/>
        </p:nvGrpSpPr>
        <p:grpSpPr>
          <a:xfrm>
            <a:off x="1078195" y="5853592"/>
            <a:ext cx="2161576" cy="530013"/>
            <a:chOff x="1078195" y="5853592"/>
            <a:chExt cx="2161576" cy="530013"/>
          </a:xfrm>
        </p:grpSpPr>
        <p:pic>
          <p:nvPicPr>
            <p:cNvPr id="80" name="그림 79">
              <a:hlinkClick r:id="rId21" action="ppaction://hlinksldjump"/>
              <a:extLst>
                <a:ext uri="{FF2B5EF4-FFF2-40B4-BE49-F238E27FC236}">
                  <a16:creationId xmlns:a16="http://schemas.microsoft.com/office/drawing/2014/main" id="{37A7C327-570D-448D-86BB-391A640263F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5853592"/>
              <a:ext cx="2160000" cy="530013"/>
            </a:xfrm>
            <a:prstGeom prst="rect">
              <a:avLst/>
            </a:prstGeom>
          </p:spPr>
        </p:pic>
        <p:sp>
          <p:nvSpPr>
            <p:cNvPr id="81" name="Text Box 10">
              <a:hlinkClick r:id="rId21" action="ppaction://hlinksldjump"/>
              <a:extLst>
                <a:ext uri="{FF2B5EF4-FFF2-40B4-BE49-F238E27FC236}">
                  <a16:creationId xmlns:a16="http://schemas.microsoft.com/office/drawing/2014/main" id="{281B65AC-F6ED-4C6D-9728-C490981516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91733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피부의 이물질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034D37AE-818E-498F-A550-1F03FD2CE93C}"/>
              </a:ext>
            </a:extLst>
          </p:cNvPr>
          <p:cNvGrpSpPr/>
          <p:nvPr/>
        </p:nvGrpSpPr>
        <p:grpSpPr>
          <a:xfrm>
            <a:off x="3681965" y="5853592"/>
            <a:ext cx="2161576" cy="530013"/>
            <a:chOff x="3681965" y="5853592"/>
            <a:chExt cx="2161576" cy="530013"/>
          </a:xfrm>
        </p:grpSpPr>
        <p:pic>
          <p:nvPicPr>
            <p:cNvPr id="83" name="그림 82">
              <a:hlinkClick r:id="rId23" action="ppaction://hlinksldjump"/>
              <a:extLst>
                <a:ext uri="{FF2B5EF4-FFF2-40B4-BE49-F238E27FC236}">
                  <a16:creationId xmlns:a16="http://schemas.microsoft.com/office/drawing/2014/main" id="{C9DC2BE1-B371-4A1A-ADEF-8C7AD6526E1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5853592"/>
              <a:ext cx="2160000" cy="530013"/>
            </a:xfrm>
            <a:prstGeom prst="rect">
              <a:avLst/>
            </a:prstGeom>
          </p:spPr>
        </p:pic>
        <p:sp>
          <p:nvSpPr>
            <p:cNvPr id="84" name="Text Box 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864DADE9-45AB-4057-BCA5-AD657E94C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5917338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소양증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AD876CD1-77C3-49EA-B0F2-C5CEE4EA71D0}"/>
              </a:ext>
            </a:extLst>
          </p:cNvPr>
          <p:cNvGrpSpPr/>
          <p:nvPr/>
        </p:nvGrpSpPr>
        <p:grpSpPr>
          <a:xfrm>
            <a:off x="1078195" y="4158454"/>
            <a:ext cx="2161576" cy="532222"/>
            <a:chOff x="1078195" y="4158454"/>
            <a:chExt cx="2161576" cy="532222"/>
          </a:xfrm>
        </p:grpSpPr>
        <p:pic>
          <p:nvPicPr>
            <p:cNvPr id="86" name="그림 85">
              <a:hlinkClick r:id="rId24" action="ppaction://hlinksldjump"/>
              <a:extLst>
                <a:ext uri="{FF2B5EF4-FFF2-40B4-BE49-F238E27FC236}">
                  <a16:creationId xmlns:a16="http://schemas.microsoft.com/office/drawing/2014/main" id="{77304EE5-A6C2-484F-B7D8-1331E38A89B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58454"/>
              <a:ext cx="2160000" cy="532222"/>
            </a:xfrm>
            <a:prstGeom prst="rect">
              <a:avLst/>
            </a:prstGeom>
          </p:spPr>
        </p:pic>
        <p:sp>
          <p:nvSpPr>
            <p:cNvPr id="87" name="Text Box 10">
              <a:hlinkClick r:id="rId24" action="ppaction://hlinksldjump"/>
              <a:extLst>
                <a:ext uri="{FF2B5EF4-FFF2-40B4-BE49-F238E27FC236}">
                  <a16:creationId xmlns:a16="http://schemas.microsoft.com/office/drawing/2014/main" id="{1E032659-5360-4CAA-BE3C-A31423355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찰과상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5133DE2-2E98-407A-AC51-3BB4784207B5}"/>
              </a:ext>
            </a:extLst>
          </p:cNvPr>
          <p:cNvGrpSpPr/>
          <p:nvPr/>
        </p:nvGrpSpPr>
        <p:grpSpPr>
          <a:xfrm>
            <a:off x="3681965" y="4158454"/>
            <a:ext cx="2161576" cy="536586"/>
            <a:chOff x="3681965" y="4158454"/>
            <a:chExt cx="2161576" cy="536586"/>
          </a:xfrm>
        </p:grpSpPr>
        <p:pic>
          <p:nvPicPr>
            <p:cNvPr id="89" name="그림 88">
              <a:hlinkClick r:id="rId26" action="ppaction://hlinksldjump"/>
              <a:extLst>
                <a:ext uri="{FF2B5EF4-FFF2-40B4-BE49-F238E27FC236}">
                  <a16:creationId xmlns:a16="http://schemas.microsoft.com/office/drawing/2014/main" id="{8B533E92-3434-4338-9F10-FD9D0065D3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158454"/>
              <a:ext cx="2160000" cy="536586"/>
            </a:xfrm>
            <a:prstGeom prst="rect">
              <a:avLst/>
            </a:prstGeom>
          </p:spPr>
        </p:pic>
        <p:sp>
          <p:nvSpPr>
            <p:cNvPr id="90" name="Text Box 10">
              <a:hlinkClick r:id="rId26" action="ppaction://hlinksldjump"/>
              <a:extLst>
                <a:ext uri="{FF2B5EF4-FFF2-40B4-BE49-F238E27FC236}">
                  <a16:creationId xmlns:a16="http://schemas.microsoft.com/office/drawing/2014/main" id="{A58D093A-1637-4740-8C0A-BFFD27EA96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4226026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혹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돌기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굳은 살</a:t>
              </a: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D49B764F-AF5F-4AA4-AA93-26BF22AC3AF0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92" name="그림 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911C7DC-21FB-4DCC-ADAA-F57B0ED855B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93" name="Text Box 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1F51961D-7FDB-440C-A194-3F59700E6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외상없이 저절로 멍듦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8A02706-2E79-4AB9-9AC3-7DD5596959BE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95" name="그림 94">
              <a:hlinkClick r:id="rId29" action="ppaction://hlinksldjump"/>
              <a:extLst>
                <a:ext uri="{FF2B5EF4-FFF2-40B4-BE49-F238E27FC236}">
                  <a16:creationId xmlns:a16="http://schemas.microsoft.com/office/drawing/2014/main" id="{1F578C4C-384C-447B-B6C1-53D8D43DE01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96" name="Text Box 10">
              <a:hlinkClick r:id="rId29" action="ppaction://hlinksldjump"/>
              <a:extLst>
                <a:ext uri="{FF2B5EF4-FFF2-40B4-BE49-F238E27FC236}">
                  <a16:creationId xmlns:a16="http://schemas.microsoft.com/office/drawing/2014/main" id="{DF542C74-9C23-4EDC-93EB-A5BEDCD21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기타 피부 상태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40354004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7BBE560-93E6-4F9B-BA97-DB8BF567080D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E73FB2-DC81-4254-BA85-E8146D81CF77}"/>
              </a:ext>
            </a:extLst>
          </p:cNvPr>
          <p:cNvGrpSpPr/>
          <p:nvPr/>
        </p:nvGrpSpPr>
        <p:grpSpPr>
          <a:xfrm>
            <a:off x="1078195" y="3585149"/>
            <a:ext cx="2161576" cy="532131"/>
            <a:chOff x="1078195" y="3585149"/>
            <a:chExt cx="2161576" cy="532131"/>
          </a:xfrm>
        </p:grpSpPr>
        <p:pic>
          <p:nvPicPr>
            <p:cNvPr id="58" name="그림 57">
              <a:hlinkClick r:id="rId2" action="ppaction://hlinksldjump"/>
              <a:extLst>
                <a:ext uri="{FF2B5EF4-FFF2-40B4-BE49-F238E27FC236}">
                  <a16:creationId xmlns:a16="http://schemas.microsoft.com/office/drawing/2014/main" id="{4F8C437E-CCCF-46BF-ADD5-238DC9283D0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3585149"/>
              <a:ext cx="2160000" cy="532131"/>
            </a:xfrm>
            <a:prstGeom prst="rect">
              <a:avLst/>
            </a:prstGeom>
          </p:spPr>
        </p:pic>
        <p:sp>
          <p:nvSpPr>
            <p:cNvPr id="59" name="Text Box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95BEE45A-50FE-46A3-95AB-4691BB112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653153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열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700FE5A1-2760-4FCF-87F4-B55AC57E7E7F}"/>
              </a:ext>
            </a:extLst>
          </p:cNvPr>
          <p:cNvGrpSpPr/>
          <p:nvPr/>
        </p:nvGrpSpPr>
        <p:grpSpPr>
          <a:xfrm>
            <a:off x="3681965" y="3585150"/>
            <a:ext cx="2161576" cy="521932"/>
            <a:chOff x="3681965" y="3585150"/>
            <a:chExt cx="2161576" cy="521932"/>
          </a:xfrm>
        </p:grpSpPr>
        <p:pic>
          <p:nvPicPr>
            <p:cNvPr id="97" name="그림 96">
              <a:hlinkClick r:id="rId4" action="ppaction://hlinksldjump"/>
              <a:extLst>
                <a:ext uri="{FF2B5EF4-FFF2-40B4-BE49-F238E27FC236}">
                  <a16:creationId xmlns:a16="http://schemas.microsoft.com/office/drawing/2014/main" id="{8FFB0B86-79FA-470A-B111-55F2178CD9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3585150"/>
              <a:ext cx="2160000" cy="521932"/>
            </a:xfrm>
            <a:prstGeom prst="rect">
              <a:avLst/>
            </a:prstGeom>
          </p:spPr>
        </p:pic>
        <p:sp>
          <p:nvSpPr>
            <p:cNvPr id="9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762EFB0A-1F46-421B-85D7-11A24B797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5" y="3653153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드레싱 교체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D02F00FF-AF67-447A-B369-995A50315988}"/>
              </a:ext>
            </a:extLst>
          </p:cNvPr>
          <p:cNvGrpSpPr/>
          <p:nvPr/>
        </p:nvGrpSpPr>
        <p:grpSpPr>
          <a:xfrm>
            <a:off x="1078195" y="4155337"/>
            <a:ext cx="2161576" cy="529179"/>
            <a:chOff x="1078195" y="4155337"/>
            <a:chExt cx="2161576" cy="529179"/>
          </a:xfrm>
        </p:grpSpPr>
        <p:pic>
          <p:nvPicPr>
            <p:cNvPr id="100" name="그림 99">
              <a:hlinkClick r:id="rId6" action="ppaction://hlinksldjump"/>
              <a:extLst>
                <a:ext uri="{FF2B5EF4-FFF2-40B4-BE49-F238E27FC236}">
                  <a16:creationId xmlns:a16="http://schemas.microsoft.com/office/drawing/2014/main" id="{60CE6AA3-74FE-450D-AA5C-AD4BD5FC4EC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155337"/>
              <a:ext cx="2160000" cy="529179"/>
            </a:xfrm>
            <a:prstGeom prst="rect">
              <a:avLst/>
            </a:prstGeom>
          </p:spPr>
        </p:pic>
        <p:sp>
          <p:nvSpPr>
            <p:cNvPr id="10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5A624E8-EAE1-4C8A-82B9-18D4216B1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222857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고혈당	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1B21CD1-BC84-4B5B-87CC-0605E7B54206}"/>
              </a:ext>
            </a:extLst>
          </p:cNvPr>
          <p:cNvGrpSpPr/>
          <p:nvPr/>
        </p:nvGrpSpPr>
        <p:grpSpPr>
          <a:xfrm>
            <a:off x="3681964" y="4155337"/>
            <a:ext cx="2224301" cy="521932"/>
            <a:chOff x="3681964" y="4155337"/>
            <a:chExt cx="2224301" cy="521932"/>
          </a:xfrm>
        </p:grpSpPr>
        <p:pic>
          <p:nvPicPr>
            <p:cNvPr id="103" name="그림 102">
              <a:hlinkClick r:id="rId8" action="ppaction://hlinksldjump"/>
              <a:extLst>
                <a:ext uri="{FF2B5EF4-FFF2-40B4-BE49-F238E27FC236}">
                  <a16:creationId xmlns:a16="http://schemas.microsoft.com/office/drawing/2014/main" id="{D81AD18D-DF62-4755-9E91-5908CE33BB3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155337"/>
              <a:ext cx="2160000" cy="521932"/>
            </a:xfrm>
            <a:prstGeom prst="rect">
              <a:avLst/>
            </a:prstGeom>
          </p:spPr>
        </p:pic>
        <p:sp>
          <p:nvSpPr>
            <p:cNvPr id="10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03DDEC04-710B-4AE9-A654-ECBF0B10E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4222857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의료 장비 문제</a:t>
              </a: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57882068-949F-4E94-92F5-27ABF6BCCED3}"/>
              </a:ext>
            </a:extLst>
          </p:cNvPr>
          <p:cNvGrpSpPr/>
          <p:nvPr/>
        </p:nvGrpSpPr>
        <p:grpSpPr>
          <a:xfrm>
            <a:off x="6273691" y="5259350"/>
            <a:ext cx="4789079" cy="559946"/>
            <a:chOff x="6273691" y="5259350"/>
            <a:chExt cx="4789079" cy="559946"/>
          </a:xfrm>
        </p:grpSpPr>
        <p:pic>
          <p:nvPicPr>
            <p:cNvPr id="106" name="그림 105">
              <a:hlinkClick r:id="rId9" action="ppaction://hlinksldjump"/>
              <a:extLst>
                <a:ext uri="{FF2B5EF4-FFF2-40B4-BE49-F238E27FC236}">
                  <a16:creationId xmlns:a16="http://schemas.microsoft.com/office/drawing/2014/main" id="{BDB5D22D-BAD2-4D74-9E65-1D145D5D74F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259350"/>
              <a:ext cx="4787502" cy="559946"/>
            </a:xfrm>
            <a:prstGeom prst="rect">
              <a:avLst/>
            </a:prstGeom>
          </p:spPr>
        </p:pic>
        <p:sp>
          <p:nvSpPr>
            <p:cNvPr id="107" name="Text Box 10">
              <a:hlinkClick r:id="rId9" action="ppaction://hlinksldjump"/>
              <a:extLst>
                <a:ext uri="{FF2B5EF4-FFF2-40B4-BE49-F238E27FC236}">
                  <a16:creationId xmlns:a16="http://schemas.microsoft.com/office/drawing/2014/main" id="{EA547DA3-0B84-4B74-8FF0-EF5C01B88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소아의 선천적 문제 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0731A28-2E6A-4EC2-A2D4-F66C5C7D4F5B}"/>
              </a:ext>
            </a:extLst>
          </p:cNvPr>
          <p:cNvGrpSpPr/>
          <p:nvPr/>
        </p:nvGrpSpPr>
        <p:grpSpPr>
          <a:xfrm>
            <a:off x="6232660" y="3024312"/>
            <a:ext cx="2161576" cy="538300"/>
            <a:chOff x="6232660" y="3024312"/>
            <a:chExt cx="2161576" cy="538300"/>
          </a:xfrm>
        </p:grpSpPr>
        <p:pic>
          <p:nvPicPr>
            <p:cNvPr id="109" name="그림 108">
              <a:hlinkClick r:id="rId11" action="ppaction://hlinksldjump"/>
              <a:extLst>
                <a:ext uri="{FF2B5EF4-FFF2-40B4-BE49-F238E27FC236}">
                  <a16:creationId xmlns:a16="http://schemas.microsoft.com/office/drawing/2014/main" id="{DE01B7EB-EAA8-4E3A-98C9-3BA554E774A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7520" b="7520"/>
            <a:stretch/>
          </p:blipFill>
          <p:spPr>
            <a:xfrm>
              <a:off x="6234236" y="3024312"/>
              <a:ext cx="2160000" cy="538300"/>
            </a:xfrm>
            <a:prstGeom prst="rect">
              <a:avLst/>
            </a:prstGeom>
          </p:spPr>
        </p:pic>
        <p:sp>
          <p:nvSpPr>
            <p:cNvPr id="110" name="Text Box 10">
              <a:hlinkClick r:id="rId11" action="ppaction://hlinksldjump"/>
              <a:extLst>
                <a:ext uri="{FF2B5EF4-FFF2-40B4-BE49-F238E27FC236}">
                  <a16:creationId xmlns:a16="http://schemas.microsoft.com/office/drawing/2014/main" id="{11E21FD0-9381-45E0-BF11-9CFBDD219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2660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반지 제거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505E2E2-9651-4C55-A6E4-8CF0FCBC7CC3}"/>
              </a:ext>
            </a:extLst>
          </p:cNvPr>
          <p:cNvGrpSpPr/>
          <p:nvPr/>
        </p:nvGrpSpPr>
        <p:grpSpPr>
          <a:xfrm>
            <a:off x="6232659" y="3575653"/>
            <a:ext cx="2224301" cy="538300"/>
            <a:chOff x="6232659" y="3575653"/>
            <a:chExt cx="2224301" cy="538300"/>
          </a:xfrm>
        </p:grpSpPr>
        <p:pic>
          <p:nvPicPr>
            <p:cNvPr id="112" name="그림 1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2BD27CC5-F6C9-441B-A98A-110E3F2472E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34236" y="3575653"/>
              <a:ext cx="2160000" cy="538300"/>
            </a:xfrm>
            <a:prstGeom prst="rect">
              <a:avLst/>
            </a:prstGeom>
          </p:spPr>
        </p:pic>
        <p:sp>
          <p:nvSpPr>
            <p:cNvPr id="113" name="Text Box 10">
              <a:hlinkClick r:id="rId13" action="ppaction://hlinksldjump"/>
              <a:extLst>
                <a:ext uri="{FF2B5EF4-FFF2-40B4-BE49-F238E27FC236}">
                  <a16:creationId xmlns:a16="http://schemas.microsoft.com/office/drawing/2014/main" id="{B75E24B2-D7EA-4C6C-9138-CB0D31D6F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2659" y="3653153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비정상 검사 결과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3D778CD1-68BD-4DC1-A5E5-B39F2E46DB22}"/>
              </a:ext>
            </a:extLst>
          </p:cNvPr>
          <p:cNvGrpSpPr/>
          <p:nvPr/>
        </p:nvGrpSpPr>
        <p:grpSpPr>
          <a:xfrm>
            <a:off x="8895649" y="2976664"/>
            <a:ext cx="2161576" cy="585948"/>
            <a:chOff x="8895649" y="2976664"/>
            <a:chExt cx="2161576" cy="585948"/>
          </a:xfrm>
        </p:grpSpPr>
        <p:pic>
          <p:nvPicPr>
            <p:cNvPr id="115" name="그림 114">
              <a:hlinkClick r:id="rId15" action="ppaction://hlinksldjump"/>
              <a:extLst>
                <a:ext uri="{FF2B5EF4-FFF2-40B4-BE49-F238E27FC236}">
                  <a16:creationId xmlns:a16="http://schemas.microsoft.com/office/drawing/2014/main" id="{0C2CC6D8-56AA-435C-8E91-5BB01BB3C2B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7520"/>
            <a:stretch/>
          </p:blipFill>
          <p:spPr>
            <a:xfrm>
              <a:off x="8897225" y="2976664"/>
              <a:ext cx="2160000" cy="585948"/>
            </a:xfrm>
            <a:prstGeom prst="rect">
              <a:avLst/>
            </a:prstGeom>
          </p:spPr>
        </p:pic>
        <p:sp>
          <p:nvSpPr>
            <p:cNvPr id="116" name="Text Box 10">
              <a:hlinkClick r:id="rId15" action="ppaction://hlinksldjump"/>
              <a:extLst>
                <a:ext uri="{FF2B5EF4-FFF2-40B4-BE49-F238E27FC236}">
                  <a16:creationId xmlns:a16="http://schemas.microsoft.com/office/drawing/2014/main" id="{3EBCEBB9-4C3A-4951-91E6-73E26E90E9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5649" y="3098484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창백함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빈혈</a:t>
              </a: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10CB2F44-7465-4702-A231-BDFBFFF195B1}"/>
              </a:ext>
            </a:extLst>
          </p:cNvPr>
          <p:cNvGrpSpPr/>
          <p:nvPr/>
        </p:nvGrpSpPr>
        <p:grpSpPr>
          <a:xfrm>
            <a:off x="8895648" y="3575653"/>
            <a:ext cx="2224301" cy="541627"/>
            <a:chOff x="8895648" y="3575653"/>
            <a:chExt cx="2224301" cy="541627"/>
          </a:xfrm>
        </p:grpSpPr>
        <p:pic>
          <p:nvPicPr>
            <p:cNvPr id="118" name="그림 117">
              <a:hlinkClick r:id="rId16" action="ppaction://hlinksldjump"/>
              <a:extLst>
                <a:ext uri="{FF2B5EF4-FFF2-40B4-BE49-F238E27FC236}">
                  <a16:creationId xmlns:a16="http://schemas.microsoft.com/office/drawing/2014/main" id="{77E80287-BD09-4FDB-B579-F94266B051F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897225" y="3575653"/>
              <a:ext cx="2160000" cy="541627"/>
            </a:xfrm>
            <a:prstGeom prst="rect">
              <a:avLst/>
            </a:prstGeom>
          </p:spPr>
        </p:pic>
        <p:sp>
          <p:nvSpPr>
            <p:cNvPr id="119" name="Text Box 10">
              <a:hlinkClick r:id="rId16" action="ppaction://hlinksldjump"/>
              <a:extLst>
                <a:ext uri="{FF2B5EF4-FFF2-40B4-BE49-F238E27FC236}">
                  <a16:creationId xmlns:a16="http://schemas.microsoft.com/office/drawing/2014/main" id="{1D7C2C48-F229-4F29-A6B6-361F344308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5648" y="3653153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수술 후 합병증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E9711E4-3307-4A0D-AFA9-661B4D7FED28}"/>
              </a:ext>
            </a:extLst>
          </p:cNvPr>
          <p:cNvGrpSpPr/>
          <p:nvPr/>
        </p:nvGrpSpPr>
        <p:grpSpPr>
          <a:xfrm>
            <a:off x="1078195" y="3002666"/>
            <a:ext cx="4789079" cy="559946"/>
            <a:chOff x="1078195" y="3002666"/>
            <a:chExt cx="4789079" cy="559946"/>
          </a:xfrm>
        </p:grpSpPr>
        <p:pic>
          <p:nvPicPr>
            <p:cNvPr id="121" name="그림 120">
              <a:hlinkClick r:id="rId18" action="ppaction://hlinksldjump"/>
              <a:extLst>
                <a:ext uri="{FF2B5EF4-FFF2-40B4-BE49-F238E27FC236}">
                  <a16:creationId xmlns:a16="http://schemas.microsoft.com/office/drawing/2014/main" id="{49C43999-689E-474D-BD26-4AC4949BB4F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2" y="3002666"/>
              <a:ext cx="4787502" cy="559946"/>
            </a:xfrm>
            <a:prstGeom prst="rect">
              <a:avLst/>
            </a:prstGeom>
          </p:spPr>
        </p:pic>
        <p:sp>
          <p:nvSpPr>
            <p:cNvPr id="122" name="Text Box 10">
              <a:hlinkClick r:id="rId18" action="ppaction://hlinksldjump"/>
              <a:extLst>
                <a:ext uri="{FF2B5EF4-FFF2-40B4-BE49-F238E27FC236}">
                  <a16:creationId xmlns:a16="http://schemas.microsoft.com/office/drawing/2014/main" id="{F823DAA6-9751-43BE-BF2E-FBFFF00C6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3095908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감염성 질환에 노출</a:t>
              </a: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A7009EBA-2624-426E-8BC1-D68B99A12F24}"/>
              </a:ext>
            </a:extLst>
          </p:cNvPr>
          <p:cNvGrpSpPr/>
          <p:nvPr/>
        </p:nvGrpSpPr>
        <p:grpSpPr>
          <a:xfrm>
            <a:off x="1078195" y="5259350"/>
            <a:ext cx="4789079" cy="559946"/>
            <a:chOff x="1078195" y="5259350"/>
            <a:chExt cx="4789079" cy="559946"/>
          </a:xfrm>
        </p:grpSpPr>
        <p:pic>
          <p:nvPicPr>
            <p:cNvPr id="124" name="그림 123">
              <a:hlinkClick r:id="rId19" action="ppaction://hlinksldjump"/>
              <a:extLst>
                <a:ext uri="{FF2B5EF4-FFF2-40B4-BE49-F238E27FC236}">
                  <a16:creationId xmlns:a16="http://schemas.microsoft.com/office/drawing/2014/main" id="{27812D54-FFC7-4B78-B733-4C85AA7C420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2" y="5259350"/>
              <a:ext cx="4787502" cy="559946"/>
            </a:xfrm>
            <a:prstGeom prst="rect">
              <a:avLst/>
            </a:prstGeom>
          </p:spPr>
        </p:pic>
        <p:sp>
          <p:nvSpPr>
            <p:cNvPr id="125" name="Text Box 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7912337-C5C9-4FBF-B19F-9F467ACED6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352592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 진료를 위해서 의뢰된 환자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1F7DBBC-3640-459B-B942-B66E83E4AB0B}"/>
              </a:ext>
            </a:extLst>
          </p:cNvPr>
          <p:cNvGrpSpPr/>
          <p:nvPr/>
        </p:nvGrpSpPr>
        <p:grpSpPr>
          <a:xfrm>
            <a:off x="1078195" y="5823659"/>
            <a:ext cx="4789079" cy="559946"/>
            <a:chOff x="1078195" y="5823659"/>
            <a:chExt cx="4789079" cy="559946"/>
          </a:xfrm>
        </p:grpSpPr>
        <p:pic>
          <p:nvPicPr>
            <p:cNvPr id="127" name="그림 126">
              <a:hlinkClick r:id="rId20" action="ppaction://hlinksldjump"/>
              <a:extLst>
                <a:ext uri="{FF2B5EF4-FFF2-40B4-BE49-F238E27FC236}">
                  <a16:creationId xmlns:a16="http://schemas.microsoft.com/office/drawing/2014/main" id="{0B03AF36-FC1D-4972-857F-845D217B250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2" y="5823659"/>
              <a:ext cx="4787502" cy="559946"/>
            </a:xfrm>
            <a:prstGeom prst="rect">
              <a:avLst/>
            </a:prstGeom>
          </p:spPr>
        </p:pic>
        <p:sp>
          <p:nvSpPr>
            <p:cNvPr id="128" name="Text Box 10">
              <a:hlinkClick r:id="rId20" action="ppaction://hlinksldjump"/>
              <a:extLst>
                <a:ext uri="{FF2B5EF4-FFF2-40B4-BE49-F238E27FC236}">
                  <a16:creationId xmlns:a16="http://schemas.microsoft.com/office/drawing/2014/main" id="{8CF1E902-5F70-4870-8551-67C6D9107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영상 검사 </a:t>
              </a:r>
              <a:r>
                <a:rPr lang="en-US" altLang="ko-KR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검사실 검사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6B68010-B3AC-4978-A086-9810465239F2}"/>
              </a:ext>
            </a:extLst>
          </p:cNvPr>
          <p:cNvGrpSpPr/>
          <p:nvPr/>
        </p:nvGrpSpPr>
        <p:grpSpPr>
          <a:xfrm>
            <a:off x="1078195" y="4725523"/>
            <a:ext cx="2161576" cy="529179"/>
            <a:chOff x="1078195" y="4725523"/>
            <a:chExt cx="2161576" cy="529179"/>
          </a:xfrm>
        </p:grpSpPr>
        <p:pic>
          <p:nvPicPr>
            <p:cNvPr id="130" name="그림 129">
              <a:hlinkClick r:id="rId21" action="ppaction://hlinksldjump"/>
              <a:extLst>
                <a:ext uri="{FF2B5EF4-FFF2-40B4-BE49-F238E27FC236}">
                  <a16:creationId xmlns:a16="http://schemas.microsoft.com/office/drawing/2014/main" id="{DE472D9C-823A-435D-AC2E-EC1C0B43EF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79771" y="4725523"/>
              <a:ext cx="2160000" cy="529179"/>
            </a:xfrm>
            <a:prstGeom prst="rect">
              <a:avLst/>
            </a:prstGeom>
          </p:spPr>
        </p:pic>
        <p:sp>
          <p:nvSpPr>
            <p:cNvPr id="131" name="Text Box 10">
              <a:hlinkClick r:id="rId21" action="ppaction://hlinksldjump"/>
              <a:extLst>
                <a:ext uri="{FF2B5EF4-FFF2-40B4-BE49-F238E27FC236}">
                  <a16:creationId xmlns:a16="http://schemas.microsoft.com/office/drawing/2014/main" id="{CFA13719-99D8-43B6-8C33-79311771FE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195" y="4792561"/>
              <a:ext cx="2160000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저혈당</a:t>
              </a:r>
              <a:endPara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DE4611C2-D6BA-48D8-80D3-BA49E5823F67}"/>
              </a:ext>
            </a:extLst>
          </p:cNvPr>
          <p:cNvGrpSpPr/>
          <p:nvPr/>
        </p:nvGrpSpPr>
        <p:grpSpPr>
          <a:xfrm>
            <a:off x="3681964" y="4725523"/>
            <a:ext cx="2224301" cy="529179"/>
            <a:chOff x="3681964" y="4725523"/>
            <a:chExt cx="2224301" cy="529179"/>
          </a:xfrm>
        </p:grpSpPr>
        <p:pic>
          <p:nvPicPr>
            <p:cNvPr id="133" name="그림 132">
              <a:hlinkClick r:id="rId22" action="ppaction://hlinksldjump"/>
              <a:extLst>
                <a:ext uri="{FF2B5EF4-FFF2-40B4-BE49-F238E27FC236}">
                  <a16:creationId xmlns:a16="http://schemas.microsoft.com/office/drawing/2014/main" id="{0BA7DF32-A6C6-423D-BC41-0984C581365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683541" y="4725523"/>
              <a:ext cx="2160000" cy="529179"/>
            </a:xfrm>
            <a:prstGeom prst="rect">
              <a:avLst/>
            </a:prstGeom>
          </p:spPr>
        </p:pic>
        <p:sp>
          <p:nvSpPr>
            <p:cNvPr id="134" name="Text Box 10">
              <a:hlinkClick r:id="rId22" action="ppaction://hlinksldjump"/>
              <a:extLst>
                <a:ext uri="{FF2B5EF4-FFF2-40B4-BE49-F238E27FC236}">
                  <a16:creationId xmlns:a16="http://schemas.microsoft.com/office/drawing/2014/main" id="{7DAA8FCE-BDEA-40B5-BD15-CA0E7A1DF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1964" y="4792561"/>
              <a:ext cx="2224301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spc="-1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처방전 </a:t>
              </a:r>
              <a:r>
                <a:rPr lang="en-US" altLang="ko-KR" sz="1600" b="1" spc="-1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600" b="1" spc="-1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투약 문의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6FB8E55-FCFA-411C-BE90-9E7BED23C494}"/>
              </a:ext>
            </a:extLst>
          </p:cNvPr>
          <p:cNvGrpSpPr/>
          <p:nvPr/>
        </p:nvGrpSpPr>
        <p:grpSpPr>
          <a:xfrm>
            <a:off x="6273691" y="4130323"/>
            <a:ext cx="4789079" cy="559946"/>
            <a:chOff x="6273691" y="4130323"/>
            <a:chExt cx="4789079" cy="559946"/>
          </a:xfrm>
        </p:grpSpPr>
        <p:pic>
          <p:nvPicPr>
            <p:cNvPr id="145" name="그림 144">
              <a:hlinkClick r:id="rId23" action="ppaction://hlinksldjump"/>
              <a:extLst>
                <a:ext uri="{FF2B5EF4-FFF2-40B4-BE49-F238E27FC236}">
                  <a16:creationId xmlns:a16="http://schemas.microsoft.com/office/drawing/2014/main" id="{0A448BD1-3B96-429E-B7F0-06E7B2CDAF0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130323"/>
              <a:ext cx="4787502" cy="559946"/>
            </a:xfrm>
            <a:prstGeom prst="rect">
              <a:avLst/>
            </a:prstGeom>
          </p:spPr>
        </p:pic>
        <p:sp>
          <p:nvSpPr>
            <p:cNvPr id="146" name="Text Box 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155CC3DC-0D26-439F-93E0-DE4BB3F4A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223565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경증 또는 </a:t>
              </a:r>
              <a:r>
                <a:rPr lang="ko-KR" altLang="en-US" sz="16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비특이적</a:t>
              </a: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증상 호소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1642B7C0-A639-4DFF-A62F-B59D527BE8F5}"/>
              </a:ext>
            </a:extLst>
          </p:cNvPr>
          <p:cNvGrpSpPr/>
          <p:nvPr/>
        </p:nvGrpSpPr>
        <p:grpSpPr>
          <a:xfrm>
            <a:off x="6273691" y="4694756"/>
            <a:ext cx="4789079" cy="559946"/>
            <a:chOff x="6273691" y="4694756"/>
            <a:chExt cx="4789079" cy="559946"/>
          </a:xfrm>
        </p:grpSpPr>
        <p:pic>
          <p:nvPicPr>
            <p:cNvPr id="148" name="그림 147">
              <a:hlinkClick r:id="rId24" action="ppaction://hlinksldjump"/>
              <a:extLst>
                <a:ext uri="{FF2B5EF4-FFF2-40B4-BE49-F238E27FC236}">
                  <a16:creationId xmlns:a16="http://schemas.microsoft.com/office/drawing/2014/main" id="{AE0FA833-BC2B-4E63-8A31-30CFBCDD62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4694756"/>
              <a:ext cx="4787502" cy="559946"/>
            </a:xfrm>
            <a:prstGeom prst="rect">
              <a:avLst/>
            </a:prstGeom>
          </p:spPr>
        </p:pic>
        <p:sp>
          <p:nvSpPr>
            <p:cNvPr id="149" name="Text Box 10">
              <a:hlinkClick r:id="rId24" action="ppaction://hlinksldjump"/>
              <a:extLst>
                <a:ext uri="{FF2B5EF4-FFF2-40B4-BE49-F238E27FC236}">
                  <a16:creationId xmlns:a16="http://schemas.microsoft.com/office/drawing/2014/main" id="{86D6179F-CA4D-4502-8F54-34565CBC37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4787998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영유아의 달랠 수 없는 울음</a:t>
              </a: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EDCFBD5-310E-4AEC-993C-7B9ACF090B09}"/>
              </a:ext>
            </a:extLst>
          </p:cNvPr>
          <p:cNvGrpSpPr/>
          <p:nvPr/>
        </p:nvGrpSpPr>
        <p:grpSpPr>
          <a:xfrm>
            <a:off x="6273691" y="5823659"/>
            <a:ext cx="4789079" cy="559946"/>
            <a:chOff x="6273691" y="5823659"/>
            <a:chExt cx="4789079" cy="559946"/>
          </a:xfrm>
        </p:grpSpPr>
        <p:pic>
          <p:nvPicPr>
            <p:cNvPr id="151" name="그림 150">
              <a:hlinkClick r:id="rId25" action="ppaction://hlinksldjump"/>
              <a:extLst>
                <a:ext uri="{FF2B5EF4-FFF2-40B4-BE49-F238E27FC236}">
                  <a16:creationId xmlns:a16="http://schemas.microsoft.com/office/drawing/2014/main" id="{B2C73C1C-ED7D-453C-8281-2D9CFEB82E2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75268" y="5823659"/>
              <a:ext cx="4787502" cy="559946"/>
            </a:xfrm>
            <a:prstGeom prst="rect">
              <a:avLst/>
            </a:prstGeom>
          </p:spPr>
        </p:pic>
        <p:sp>
          <p:nvSpPr>
            <p:cNvPr id="152" name="Text Box 10">
              <a:hlinkClick r:id="rId25" action="ppaction://hlinksldjump"/>
              <a:extLst>
                <a:ext uri="{FF2B5EF4-FFF2-40B4-BE49-F238E27FC236}">
                  <a16:creationId xmlns:a16="http://schemas.microsoft.com/office/drawing/2014/main" id="{76BF8A8E-2D1F-4FFD-9A58-F8959881B5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3691" y="5916901"/>
              <a:ext cx="4674486" cy="396000"/>
            </a:xfrm>
            <a:prstGeom prst="roundRect">
              <a:avLst>
                <a:gd name="adj" fmla="val 50000"/>
              </a:avLst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182563" indent="-182563">
                <a:spcBef>
                  <a:spcPct val="50000"/>
                </a:spcBef>
                <a:buFont typeface="Arial" panose="020B0604020202020204" pitchFamily="34" charset="0"/>
                <a:buChar char="•"/>
              </a:pPr>
              <a:r>
                <a:rPr lang="ko-KR" altLang="en-US" sz="1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방금 태어난 신생아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67479791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F804C4E-AE81-4B87-8FFA-B0B63B16330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2" name="표 20">
            <a:extLst>
              <a:ext uri="{FF2B5EF4-FFF2-40B4-BE49-F238E27FC236}">
                <a16:creationId xmlns:a16="http://schemas.microsoft.com/office/drawing/2014/main" id="{B8E28D7F-630E-48B2-9079-551414A47C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71210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8E90349-3DCB-42C6-A1C3-EA88879F2A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537379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심정지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비외상성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심폐소생술의 대상이 아닌 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F81791C1-AE94-4044-8039-C2F208F9DC4D}"/>
              </a:ext>
            </a:extLst>
          </p:cNvPr>
          <p:cNvSpPr/>
          <p:nvPr/>
        </p:nvSpPr>
        <p:spPr>
          <a:xfrm>
            <a:off x="7449668" y="2324871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F74A1756-ECB5-4076-B751-7C3F61BD91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1404323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145211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F804C4E-AE81-4B87-8FFA-B0B63B16330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2" name="표 20">
            <a:extLst>
              <a:ext uri="{FF2B5EF4-FFF2-40B4-BE49-F238E27FC236}">
                <a16:creationId xmlns:a16="http://schemas.microsoft.com/office/drawing/2014/main" id="{B8E28D7F-630E-48B2-9079-551414A47C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939004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심정지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8E90349-3DCB-42C6-A1C3-EA88879F2A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8507962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심정지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심폐소생술의 대상이 아닌 경우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F81791C1-AE94-4044-8039-C2F208F9DC4D}"/>
              </a:ext>
            </a:extLst>
          </p:cNvPr>
          <p:cNvSpPr/>
          <p:nvPr/>
        </p:nvSpPr>
        <p:spPr>
          <a:xfrm>
            <a:off x="7449668" y="2324871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F74A1756-ECB5-4076-B751-7C3F61BD9152}"/>
              </a:ext>
            </a:extLst>
          </p:cNvPr>
          <p:cNvGraphicFramePr>
            <a:graphicFrameLocks noGrp="1"/>
          </p:cNvGraphicFramePr>
          <p:nvPr/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9537271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549C7E6B-8DAD-4EA7-83D2-D41092E2599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0CF91396-B090-4714-AC13-52A6B24181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97094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심장성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63B25DC-3CED-4C15-840F-B7713875C9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5849646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심장성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흉통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95334E42-D778-4CB9-B045-A814535FA7E7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6E4BAC5-54C0-45E3-8C77-4580987EF2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8300055"/>
              </p:ext>
            </p:extLst>
          </p:nvPr>
        </p:nvGraphicFramePr>
        <p:xfrm>
          <a:off x="1350334" y="2107950"/>
          <a:ext cx="5063884" cy="2496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02228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08067685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C39D5354-B97D-4DE4-813F-EC3EDEF3BF0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2" name="표 20">
            <a:extLst>
              <a:ext uri="{FF2B5EF4-FFF2-40B4-BE49-F238E27FC236}">
                <a16:creationId xmlns:a16="http://schemas.microsoft.com/office/drawing/2014/main" id="{1E25BFA7-DE55-402E-AA67-68A6DC2A93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831867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흉통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비심장성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4992B7F-8B80-43D0-B48C-FEBD3C4ABD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7138515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심각한 가슴 통증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잡아 째는</a:t>
                      </a: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찢어지는 통증</a:t>
                      </a: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5" marB="4571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5" marB="4571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461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비심장성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5" marB="4571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65787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25F160F7-303E-44DA-B2B5-8FFE4A0ABDFB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1F9FADD-5130-470C-9124-5EBB263513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7830766"/>
              </p:ext>
            </p:extLst>
          </p:nvPr>
        </p:nvGraphicFramePr>
        <p:xfrm>
          <a:off x="1350334" y="2107950"/>
          <a:ext cx="5063884" cy="408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86623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867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32350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85716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7492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523748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36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3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1669600"/>
                  </a:ext>
                </a:extLst>
              </a:tr>
              <a:tr h="3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0426270"/>
                  </a:ext>
                </a:extLst>
              </a:tr>
              <a:tr h="3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0785043"/>
                  </a:ext>
                </a:extLst>
              </a:tr>
              <a:tr h="3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3683193"/>
                  </a:ext>
                </a:extLst>
              </a:tr>
              <a:tr h="3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099912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AE34DA12-4529-4F2A-8331-D4F094B74E57}"/>
              </a:ext>
            </a:extLst>
          </p:cNvPr>
          <p:cNvGrpSpPr/>
          <p:nvPr/>
        </p:nvGrpSpPr>
        <p:grpSpPr>
          <a:xfrm>
            <a:off x="6761172" y="5217515"/>
            <a:ext cx="4404969" cy="288244"/>
            <a:chOff x="6814337" y="5235856"/>
            <a:chExt cx="4404969" cy="288244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262244E-9B42-468A-B3FA-0C99150C73CA}"/>
                </a:ext>
              </a:extLst>
            </p:cNvPr>
            <p:cNvSpPr txBox="1"/>
            <p:nvPr/>
          </p:nvSpPr>
          <p:spPr>
            <a:xfrm>
              <a:off x="7248952" y="5247101"/>
              <a:ext cx="3970354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흉벽의 통증은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말초성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통증임을 유의할 것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CA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F768E06E-FD01-4283-8DA4-720453BA1B8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21352082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73604D69-E9B0-4CDD-8BEB-81DA1A8A637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CBC19A63-7BEB-4383-87AA-6DD0F667D3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841455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심계항진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불규칙한 심장박동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C3C8D447-3EFA-4D66-81D1-20AC4CB2E5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048738"/>
              </p:ext>
            </p:extLst>
          </p:nvPr>
        </p:nvGraphicFramePr>
        <p:xfrm>
          <a:off x="6774581" y="2107952"/>
          <a:ext cx="4745666" cy="34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심장성 가슴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00667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치명적일 수 있는 부정맥의 병력이나 의무기록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심계항진의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현재는 회복된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461190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42C3C9BE-93E8-406E-9C87-17DE428882F5}"/>
              </a:ext>
            </a:extLst>
          </p:cNvPr>
          <p:cNvSpPr/>
          <p:nvPr/>
        </p:nvSpPr>
        <p:spPr>
          <a:xfrm>
            <a:off x="7452144" y="2324529"/>
            <a:ext cx="120580" cy="327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448FAEA9-C4FB-451F-9E2B-8EB60272B4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202794"/>
              </p:ext>
            </p:extLst>
          </p:nvPr>
        </p:nvGraphicFramePr>
        <p:xfrm>
          <a:off x="1350334" y="2107950"/>
          <a:ext cx="5063884" cy="29000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504078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7843633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73604D69-E9B0-4CDD-8BEB-81DA1A8A637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CBC19A63-7BEB-4383-87AA-6DD0F667D3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442389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고혈압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C3C8D447-3EFA-4D66-81D1-20AC4CB2E5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5017791"/>
              </p:ext>
            </p:extLst>
          </p:nvPr>
        </p:nvGraphicFramePr>
        <p:xfrm>
          <a:off x="6774581" y="2107952"/>
          <a:ext cx="4745666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45666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</a:tbl>
          </a:graphicData>
        </a:graphic>
      </p:graphicFrame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448FAEA9-C4FB-451F-9E2B-8EB60272B4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7818097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F54A8AF9-B865-42C7-AF0B-907F65080A21}"/>
              </a:ext>
            </a:extLst>
          </p:cNvPr>
          <p:cNvGrpSpPr/>
          <p:nvPr/>
        </p:nvGrpSpPr>
        <p:grpSpPr>
          <a:xfrm>
            <a:off x="6444006" y="4004619"/>
            <a:ext cx="4404969" cy="734520"/>
            <a:chOff x="6814337" y="5235856"/>
            <a:chExt cx="4404969" cy="734520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59FEC6C-3583-472D-B9C0-ACB1A2660BDD}"/>
                </a:ext>
              </a:extLst>
            </p:cNvPr>
            <p:cNvSpPr txBox="1"/>
            <p:nvPr/>
          </p:nvSpPr>
          <p:spPr>
            <a:xfrm>
              <a:off x="7248952" y="5247101"/>
              <a:ext cx="3970354" cy="7232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소아의 혈압은 심각한 순환 부전이 나타나더라도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다른 활력징후에 비해 늦게 변화하는 지표라서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자주 사용되지는 않는다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14" name="그림 13" descr="화살이(가) 표시된 사진&#10;&#10;자동 생성된 설명">
              <a:extLst>
                <a:ext uri="{FF2B5EF4-FFF2-40B4-BE49-F238E27FC236}">
                  <a16:creationId xmlns:a16="http://schemas.microsoft.com/office/drawing/2014/main" id="{3E9AC1F9-B56E-490D-AF0C-F767D65365A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3F695C52-7030-42DD-8E71-2E1903D956A0}"/>
              </a:ext>
            </a:extLst>
          </p:cNvPr>
          <p:cNvCxnSpPr>
            <a:cxnSpLocks/>
          </p:cNvCxnSpPr>
          <p:nvPr/>
        </p:nvCxnSpPr>
        <p:spPr>
          <a:xfrm flipH="1">
            <a:off x="1365058" y="1247661"/>
            <a:ext cx="10144813" cy="4975857"/>
          </a:xfrm>
          <a:prstGeom prst="line">
            <a:avLst/>
          </a:prstGeom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58106926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EA37F242-1279-4DBD-8105-04A6D5F0D83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1398814-F13D-497F-86B7-A36B739AF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053220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 쇠약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E861DE51-87DB-4847-A947-2948E10D84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9645529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탈수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갑자기 보행이 어려움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탈수의 가능성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쇠약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461190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1F1D95CE-BEAA-43B6-8E96-58E784F842FE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A13287EB-1717-430E-A55B-875AFCC97E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3168518"/>
              </p:ext>
            </p:extLst>
          </p:nvPr>
        </p:nvGraphicFramePr>
        <p:xfrm>
          <a:off x="1350334" y="2107950"/>
          <a:ext cx="5063884" cy="3106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51935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1841691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4884DF0A-A776-413C-897A-C248E7206F8E}"/>
              </a:ext>
            </a:extLst>
          </p:cNvPr>
          <p:cNvGrpSpPr/>
          <p:nvPr/>
        </p:nvGrpSpPr>
        <p:grpSpPr>
          <a:xfrm>
            <a:off x="9845646" y="5647355"/>
            <a:ext cx="1754374" cy="502757"/>
            <a:chOff x="9845646" y="5647355"/>
            <a:chExt cx="1754374" cy="502757"/>
          </a:xfrm>
        </p:grpSpPr>
        <p:pic>
          <p:nvPicPr>
            <p:cNvPr id="30" name="그림 29">
              <a:hlinkClick r:id="rId3" action="ppaction://hlinksldjump"/>
              <a:extLst>
                <a:ext uri="{FF2B5EF4-FFF2-40B4-BE49-F238E27FC236}">
                  <a16:creationId xmlns:a16="http://schemas.microsoft.com/office/drawing/2014/main" id="{38B6DAD9-2FA2-46DE-9030-549D14489DD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845646" y="5647355"/>
              <a:ext cx="1754374" cy="502757"/>
            </a:xfrm>
            <a:prstGeom prst="rect">
              <a:avLst/>
            </a:prstGeom>
          </p:spPr>
        </p:pic>
        <p:sp>
          <p:nvSpPr>
            <p:cNvPr id="31" name="TextBox 30">
              <a:hlinkClick r:id="rId3" action="ppaction://hlinksldjump"/>
              <a:extLst>
                <a:ext uri="{FF2B5EF4-FFF2-40B4-BE49-F238E27FC236}">
                  <a16:creationId xmlns:a16="http://schemas.microsoft.com/office/drawing/2014/main" id="{E154F558-8AEF-4160-A070-F6E274F609E0}"/>
                </a:ext>
              </a:extLst>
            </p:cNvPr>
            <p:cNvSpPr txBox="1"/>
            <p:nvPr/>
          </p:nvSpPr>
          <p:spPr>
            <a:xfrm>
              <a:off x="9926730" y="5771653"/>
              <a:ext cx="143891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탈수 정의로 이동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CD2AA350-55F1-4A7E-ABDF-9CB744DD45A8}"/>
              </a:ext>
            </a:extLst>
          </p:cNvPr>
          <p:cNvGrpSpPr/>
          <p:nvPr/>
        </p:nvGrpSpPr>
        <p:grpSpPr>
          <a:xfrm>
            <a:off x="6722536" y="5221304"/>
            <a:ext cx="4836341" cy="428845"/>
            <a:chOff x="6722536" y="5221304"/>
            <a:chExt cx="4836341" cy="428845"/>
          </a:xfrm>
        </p:grpSpPr>
        <p:pic>
          <p:nvPicPr>
            <p:cNvPr id="16" name="그림 15" descr="텍스트이(가) 표시된 사진&#10;&#10;자동 생성된 설명">
              <a:hlinkClick r:id="rId5" action="ppaction://hlinksldjump"/>
              <a:extLst>
                <a:ext uri="{FF2B5EF4-FFF2-40B4-BE49-F238E27FC236}">
                  <a16:creationId xmlns:a16="http://schemas.microsoft.com/office/drawing/2014/main" id="{36A57316-E0D2-4ECA-B660-2643F01D9BA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5221304"/>
              <a:ext cx="4836341" cy="428845"/>
            </a:xfrm>
            <a:prstGeom prst="rect">
              <a:avLst/>
            </a:prstGeom>
          </p:spPr>
        </p:pic>
        <p:sp>
          <p:nvSpPr>
            <p:cNvPr id="17" name="TextBox 16">
              <a:hlinkClick r:id="rId5" action="ppaction://hlinksldjump"/>
              <a:extLst>
                <a:ext uri="{FF2B5EF4-FFF2-40B4-BE49-F238E27FC236}">
                  <a16:creationId xmlns:a16="http://schemas.microsoft.com/office/drawing/2014/main" id="{93E08D7A-76EE-446D-99B8-2A3FF4697143}"/>
                </a:ext>
              </a:extLst>
            </p:cNvPr>
            <p:cNvSpPr txBox="1"/>
            <p:nvPr/>
          </p:nvSpPr>
          <p:spPr>
            <a:xfrm>
              <a:off x="6808230" y="5295456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18077155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057DE4EB-9B81-4BA9-9461-6A77E2C004F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0496B699-2A33-4ED2-B9CE-ADF1345FDD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12398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전실신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20E936F4-4CC1-4AE2-B95F-A4212EBC80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399306"/>
              </p:ext>
            </p:extLst>
          </p:nvPr>
        </p:nvGraphicFramePr>
        <p:xfrm>
          <a:off x="6774581" y="2107952"/>
          <a:ext cx="4745666" cy="42328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부정맥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불규칙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맥박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맥박수의 변화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전구증상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운동 중 발생함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전구증상 동반 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급격한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자세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변화시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발병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의식소실의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18423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19491978-B00A-40BA-910E-ECCE3AE5F890}"/>
              </a:ext>
            </a:extLst>
          </p:cNvPr>
          <p:cNvSpPr/>
          <p:nvPr/>
        </p:nvSpPr>
        <p:spPr>
          <a:xfrm>
            <a:off x="7452144" y="2324529"/>
            <a:ext cx="120580" cy="401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9106D977-B579-45E6-A6C8-72222AEFFD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6854311"/>
              </p:ext>
            </p:extLst>
          </p:nvPr>
        </p:nvGraphicFramePr>
        <p:xfrm>
          <a:off x="1350334" y="2107950"/>
          <a:ext cx="5063884" cy="3106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51935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18416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8329730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229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E903CE01-EDF1-4ECC-8ABA-94F6DE94DDD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F56FFF2F-95B1-4A61-9768-81CD0F6247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479382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전신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20D45CB-2DC4-4444-8008-9A20EBE306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515039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전신 부종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7DD7C986-8CFE-4A62-8D0C-17F6897A893C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03D36F6-79A3-4B4B-B083-28A63690A6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5966692"/>
              </p:ext>
            </p:extLst>
          </p:nvPr>
        </p:nvGraphicFramePr>
        <p:xfrm>
          <a:off x="1350334" y="2107950"/>
          <a:ext cx="5063884" cy="3106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0734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51935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96436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2273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3836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18416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0095947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A118CFDA-6C8D-471A-8E55-7F273F2E374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0000E04E-3EF4-401F-8235-A6548273AE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75475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다리 부기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D6A5DE8-56A7-4479-A08A-AFF5804B6A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7110542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53" marR="91453"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994234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양측성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다리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부기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14148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7BDC788E-2084-41A3-A948-7388BFA4D55B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455368F-904F-4774-B62E-D724086EF3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235238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1627551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DEC4B81-4402-4790-B072-2649630BF30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1A4CBA93-BF69-4310-81F5-FE4BFF95AA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864267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맥박이 없거나 차가운 사지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5925F9E-AED2-4CFC-9DC4-84207E40EF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3902663"/>
              </p:ext>
            </p:extLst>
          </p:nvPr>
        </p:nvGraphicFramePr>
        <p:xfrm>
          <a:off x="1350334" y="2107950"/>
          <a:ext cx="5063884" cy="2074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01020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651441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657555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0537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203E832D-DD3F-4ED5-BA73-C9E18F8AD2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3118357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 말단에 맥박이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사지가 차가움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D5ED281A-837D-47A1-96CC-B726C34B9D9C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3131242335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7674281D-AFA3-4802-86B0-18B6AD710BB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A8616FCA-CA8C-4CF1-9F32-FE8EE3666E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465799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일측성의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홍조 띤 뜨거운 사지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7A2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7B74A71-1DFE-409C-B567-ED0C1727D7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793072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광범위한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염증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염증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56384144-1EEB-4CF7-8A4B-9CFC1AB24B2F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EFC837A-EAC8-4633-BCAE-2EB855A19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6938017"/>
              </p:ext>
            </p:extLst>
          </p:nvPr>
        </p:nvGraphicFramePr>
        <p:xfrm>
          <a:off x="1350334" y="2107950"/>
          <a:ext cx="5063884" cy="3322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159530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67319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8674897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614B7B14-20CA-483E-A89D-A2401852973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0DAEB6D1-C6A6-45AC-9E71-E84A307D79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157936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이통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(Earache)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F57F294-9FC0-449C-BE2B-059A2F9BF9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313482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통증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91414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3F4F820-F652-4964-A0DC-8333A0131BF0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44A450B-902C-4245-9D5A-49E73F72AB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779762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1047857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4E27C80C-2811-443F-B3C8-91B77BE7222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79256C8B-61E6-4676-ADDC-663C9D87BF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149203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EE528F4-916E-4FED-AC86-20D708AA6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330320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급성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89295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귀의 이물질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통증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(&lt;4)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E726872D-C5DC-4596-AE00-1EF2369982CE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9EB56DE-9F28-4CDF-974A-65A9338F5D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0561692"/>
              </p:ext>
            </p:extLst>
          </p:nvPr>
        </p:nvGraphicFramePr>
        <p:xfrm>
          <a:off x="1350334" y="2107950"/>
          <a:ext cx="5063884" cy="8354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 밖의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68749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52891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4627160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FED1917-27BC-4573-9735-6CF0F77DC49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102BF248-E839-4EC3-8A6E-70045D5BEC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068393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청력소실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359D888-6766-465E-BB8D-1FB5CE070F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1646232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청력소실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발병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청력소실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서서히 발병</a:t>
                      </a: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4399551C-A3A7-4460-8F32-F4DB1C7071B6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1C2AA91-4C43-435C-9CB7-E94EC772F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0349461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4284093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3A413AD9-0AA9-4054-9DF2-C51B75BA30C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88775A67-BCE5-4536-9A2B-8E74A26FE6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0697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83F3BD3-775F-4785-8024-F61BCA0EF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065865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아스피린 복용 가능성 있음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이명</a:t>
                      </a: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985DB862-84F9-433C-A12F-7B46B75C9833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953578A7-2941-4430-A286-30A96012E7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8103376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2891092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4310EF00-A415-427A-BD53-B74C5402956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20EFA593-E305-417A-BB02-E5A40AF603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370677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삼출물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35F3DE9-4B36-47A4-9192-886DDA194C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96286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7005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198E49B-A0E0-4F8E-A7D5-EACB4DF74166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26957D58-102C-47C5-99FB-D35B691408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1731752"/>
              </p:ext>
            </p:extLst>
          </p:nvPr>
        </p:nvGraphicFramePr>
        <p:xfrm>
          <a:off x="1350334" y="2107950"/>
          <a:ext cx="5063884" cy="18677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818373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702439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41088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52891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097999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93541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6312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418444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34B178C4-C326-45CA-8D72-5B632A61258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E074AEB8-B37B-4756-878F-99D8D04A71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598907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귀의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807C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90F4BDBE-0E6C-454E-A845-9A4ACD0743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3947026"/>
              </p:ext>
            </p:extLst>
          </p:nvPr>
        </p:nvGraphicFramePr>
        <p:xfrm>
          <a:off x="6774581" y="2107951"/>
          <a:ext cx="4745666" cy="36712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527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창백하거나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청색증을 동반한 동상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색 변화를 동반하지 않은 동상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봉합이 필요한 열상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봉합이 불필요한 열상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찰과상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9EEA4CAD-3E67-476C-BE9B-627FC527ED32}"/>
              </a:ext>
            </a:extLst>
          </p:cNvPr>
          <p:cNvSpPr/>
          <p:nvPr/>
        </p:nvSpPr>
        <p:spPr>
          <a:xfrm>
            <a:off x="7452144" y="2324529"/>
            <a:ext cx="120580" cy="345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F00394C-9136-44F6-92AE-5389FAE9ED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0279488"/>
              </p:ext>
            </p:extLst>
          </p:nvPr>
        </p:nvGraphicFramePr>
        <p:xfrm>
          <a:off x="1350334" y="2107950"/>
          <a:ext cx="5063884" cy="35290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34919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0719438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4222046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239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D92455C3-94F0-4650-82F8-57765D9B5C0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CE5D990-2FBB-45F0-BCF6-2D34B887E6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984394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치아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구강 문제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BF293A0-636D-4906-8435-210E3E136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7590887"/>
              </p:ext>
            </p:extLst>
          </p:nvPr>
        </p:nvGraphicFramePr>
        <p:xfrm>
          <a:off x="6774581" y="2107952"/>
          <a:ext cx="4745666" cy="26488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567212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치아 박리 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최근 발생하였으며 온전한 치아가 존재</a:t>
                      </a:r>
                      <a:r>
                        <a:rPr lang="en-US" altLang="ko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만성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만성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 징후가 정상이며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기저 질환이 없는 잇몸 출혈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치아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잇몸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E6FE79D-04AD-48D3-90C7-8FDF2056BB31}"/>
              </a:ext>
            </a:extLst>
          </p:cNvPr>
          <p:cNvSpPr/>
          <p:nvPr/>
        </p:nvSpPr>
        <p:spPr>
          <a:xfrm>
            <a:off x="7452144" y="2324529"/>
            <a:ext cx="120580" cy="243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A5BF20B-B2F5-4EF6-A855-FC2B24BB09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4181259"/>
              </p:ext>
            </p:extLst>
          </p:nvPr>
        </p:nvGraphicFramePr>
        <p:xfrm>
          <a:off x="1350334" y="2107950"/>
          <a:ext cx="5063884" cy="16612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 밖의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050651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증등도나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322364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증등도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0675678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84950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6713434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89C5D2CE-EB77-4048-B02B-B24BA030C204}"/>
              </a:ext>
            </a:extLst>
          </p:cNvPr>
          <p:cNvGrpSpPr/>
          <p:nvPr/>
        </p:nvGrpSpPr>
        <p:grpSpPr>
          <a:xfrm>
            <a:off x="6761172" y="4847898"/>
            <a:ext cx="4945271" cy="277611"/>
            <a:chOff x="6814337" y="5235856"/>
            <a:chExt cx="4945271" cy="277611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8E89845-2541-48C9-95C8-DFEF821E0250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구강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혀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열상은 ‘피부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열상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천공’ 을 참고하여 분류</a:t>
              </a: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6691774B-8CE7-42F8-BFEB-2BF19885E34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87597884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CC680A12-F3DF-4A30-ADFF-1F7ACCAD0FD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BABDCC61-EDA2-4557-A93A-D9249DF8AA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895221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8828C1F6-0024-463D-913B-1B9454D323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643787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0" marB="4573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0" marB="4573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0" marB="4573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9DB28810-3F94-4B59-B537-AD20CDB5E455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E68A8C8-55FE-429B-9731-4894BCBBE0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777553"/>
              </p:ext>
            </p:extLst>
          </p:nvPr>
        </p:nvGraphicFramePr>
        <p:xfrm>
          <a:off x="1350334" y="2107950"/>
          <a:ext cx="5063884" cy="419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94496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265882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57932132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7E83D3F1-BB34-40CE-8FE3-AE62335E827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683DC3A7-D6FB-460E-AB6E-7683262C51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061899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인후통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E858C69-25A5-47C1-8623-3012DDBEDC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8393917"/>
              </p:ext>
            </p:extLst>
          </p:nvPr>
        </p:nvGraphicFramePr>
        <p:xfrm>
          <a:off x="6774581" y="2107952"/>
          <a:ext cx="4745666" cy="39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26181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입인두의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부기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연하장애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494520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인후통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후두염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2052985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A0437A0-22EF-4E11-A26C-543623B7E8B9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4507E277-BFDF-42A5-ABB9-D009AFCA6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8165078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09074202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99759860-797C-471C-B113-61AB1595A1D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FE6FA78E-AACF-47BC-9A0C-93AEA37ACE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413340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부종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FBA4712-C68B-4150-82E7-42C6EC9C60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498988"/>
              </p:ext>
            </p:extLst>
          </p:nvPr>
        </p:nvGraphicFramePr>
        <p:xfrm>
          <a:off x="6774581" y="2107952"/>
          <a:ext cx="4745666" cy="3116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수막자극증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동반한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2052985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E52D136-ECA4-43C8-87B7-3C74E21E605C}"/>
              </a:ext>
            </a:extLst>
          </p:cNvPr>
          <p:cNvSpPr/>
          <p:nvPr/>
        </p:nvSpPr>
        <p:spPr>
          <a:xfrm>
            <a:off x="7452144" y="2324529"/>
            <a:ext cx="120580" cy="29016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BA28204-D08A-42AE-A068-22A9FF606D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6028104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8248914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5B264DF-CB7F-48F1-8373-D96D7B2A9A4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61C3037C-D37E-4F37-A553-253A878744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39806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B266983-B6DF-4A5B-A5AA-D4DD6FE41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52267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이상감각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 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목쉰소리와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176650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AC2FBAB8-0DBD-4FF3-A00B-5CAAAD2E7CA0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64027D09-06DF-4008-A916-BFF8C9F35C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1309432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87236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3389459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C2650B64-0F3F-4C01-B8C8-6259B8027E3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DF178339-0D94-44F1-955C-25FA76B178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038792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연하장애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연하곤란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F3FCAAF0-395A-4C93-81B9-8523FFEAE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0611471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이물질의 가능성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62686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C09C177E-8301-4F05-AC8D-84337123A1AF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FC57A4A-2819-43EA-A42A-A5ABC27F04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103098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62557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7188741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23E5E3ED-A4D0-4BF9-9D1F-A62FD86AE1C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B1891B0B-13E3-4BBF-A0EC-9CD4ECAA59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095811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76E4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안면 통증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비외상성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비치아성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9061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2C1E3B5-2083-4488-A801-82581DBD80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7382373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FF51C95-7600-46A9-8321-535B418E8992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427080E-F487-4B83-A069-B4A66B2441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1018792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8612847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0447332D-C454-4144-9C45-1D417C26ADB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5FDB424C-0F55-405E-A4FE-8C511D8C22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93630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2BB50106-AA16-4809-8A59-7BE1AD52AB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886656"/>
              </p:ext>
            </p:extLst>
          </p:nvPr>
        </p:nvGraphicFramePr>
        <p:xfrm>
          <a:off x="6774581" y="2107951"/>
          <a:ext cx="4745666" cy="39592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527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적절한 압박에도 멈추지 않는 코피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압박으로 지혈된 코피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두드러진 출혈은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주기적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반복적이며 두드러지지 않은 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97F3A122-1B3F-4144-9210-23B1A825E644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7F72882-DDED-431D-940F-514622E9DE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8446414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6291491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C13BF092-1E1B-482F-91E4-F0B63A0E489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C5DFD4E4-B9ED-4122-B2E4-616D23B567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893193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DBB8884-9710-4F02-A878-1070E42B99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6955489"/>
              </p:ext>
            </p:extLst>
          </p:nvPr>
        </p:nvGraphicFramePr>
        <p:xfrm>
          <a:off x="6774581" y="2107951"/>
          <a:ext cx="4745666" cy="6832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527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코막힘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87528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EBFDAAB-9AD4-4801-8DA9-229F06BF38C5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FB3AFAA-D647-4696-A615-2682C6F778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3119123"/>
              </p:ext>
            </p:extLst>
          </p:nvPr>
        </p:nvGraphicFramePr>
        <p:xfrm>
          <a:off x="1350334" y="2107951"/>
          <a:ext cx="5063884" cy="214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483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9292531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82B7DA9B-E3F9-4A8C-957F-AF1AB1AF782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B1B73401-04EE-481A-ABA0-BC82740356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065560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74F6E36-5682-4204-B8AA-BCAC021BEE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7765956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47808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 곤란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단추형 건전지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통증을 동반한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코의 이물질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527E72-3819-4189-9363-C202F3158243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D461C025-A2EC-456E-A33F-0E432F4F38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3479150"/>
              </p:ext>
            </p:extLst>
          </p:nvPr>
        </p:nvGraphicFramePr>
        <p:xfrm>
          <a:off x="1350334" y="2107950"/>
          <a:ext cx="5063884" cy="2290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1531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4149121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249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04AD52D5-F4CD-4F96-807D-CBE69A963D7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3E1D7E5E-2277-4973-A1DB-19D7CA09B5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176840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상기도감염 증상 호소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83F2EC-67F3-444A-A6E5-F875E7311E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5576559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78C3A5F-2BF6-4F77-B5B2-FF32F8B530E8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59D7702-E20B-4F44-9C36-A7EF162CCC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324949"/>
              </p:ext>
            </p:extLst>
          </p:nvPr>
        </p:nvGraphicFramePr>
        <p:xfrm>
          <a:off x="1350334" y="2107950"/>
          <a:ext cx="5063884" cy="2290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1531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0440478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7783ED92-5526-4D08-B706-3BB8C3FC921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0306679C-CB89-45C6-9FD9-EC76DEAE1C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733771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402F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E08226FA-A09A-46EA-A9A5-C20CA1233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8465854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적절한 지혈에도 멈추지 않는 코피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6174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코의 외상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E7877669-2990-4F2B-A888-C3787EE71A52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68AFF952-349C-4E62-AE3A-CA0410CA6B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8073258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87236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0916889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FFF03D1-0296-41DC-851D-6C2ED6F78EA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A4107A27-2D00-4974-A8C9-5AD7084869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091270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한랭손상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E7314A2-6C93-406E-A2D8-E1891A2E2B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9942985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44939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 말단부위에 맥박이 없고 차가움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15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6174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피부가 창백함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38783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한랭손상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738065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48B2B391-C0CF-4003-BD63-A6DD5CC64EE1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9DCE89B-CC5D-4FC5-8793-65479C62EE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6867751"/>
              </p:ext>
            </p:extLst>
          </p:nvPr>
        </p:nvGraphicFramePr>
        <p:xfrm>
          <a:off x="1350334" y="2107950"/>
          <a:ext cx="5063884" cy="14548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 밖의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23784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9407298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795843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6293805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5884103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C95ACF88-F74E-43CD-884F-D91DDC6DA42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D83A27A3-F34E-4B16-9668-BCDB498F6E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78486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온열손상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C0465B7-F94E-420F-992F-BB36A08CB3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5177059"/>
              </p:ext>
            </p:extLst>
          </p:nvPr>
        </p:nvGraphicFramePr>
        <p:xfrm>
          <a:off x="6774581" y="2107948"/>
          <a:ext cx="4745666" cy="4124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388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탈수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34739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중심체온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&gt;41℃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7465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중증도 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중심체온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39-41℃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440395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열경련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(heat cramps)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401871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620513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정상활력 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열경련이 회복된 상태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탈수에서 호전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DD60E1B8-7CC7-4670-A07E-06971D269035}"/>
              </a:ext>
            </a:extLst>
          </p:cNvPr>
          <p:cNvSpPr/>
          <p:nvPr/>
        </p:nvSpPr>
        <p:spPr>
          <a:xfrm>
            <a:off x="7452144" y="2324529"/>
            <a:ext cx="120580" cy="396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46BE410-A381-46AF-8CBE-3E2525D3C8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9171145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 이외에 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7203212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5F8BCA4E-86C7-46E0-88EC-E53E15F1B2B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4D2B1574-3D2E-4CDE-9825-B41082FC4E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20610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유해물질 흡입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500433D-CBC7-4B56-8069-85CAD8FCED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2148669"/>
              </p:ext>
            </p:extLst>
          </p:nvPr>
        </p:nvGraphicFramePr>
        <p:xfrm>
          <a:off x="1350334" y="2107951"/>
          <a:ext cx="5063884" cy="1856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변화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CF7C0B6-97E2-4A51-9778-ACF35AD71C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363814"/>
              </p:ext>
            </p:extLst>
          </p:nvPr>
        </p:nvGraphicFramePr>
        <p:xfrm>
          <a:off x="6774581" y="2107952"/>
          <a:ext cx="4745666" cy="26442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연기 흡입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 다른 물질 흡입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호흡곤란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유해물질을 흡입한 후 상당한 시간이 지남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7B481184-D496-4CC3-BDE7-68AF1A9BDBAC}"/>
              </a:ext>
            </a:extLst>
          </p:cNvPr>
          <p:cNvSpPr/>
          <p:nvPr/>
        </p:nvSpPr>
        <p:spPr>
          <a:xfrm>
            <a:off x="7452144" y="2324529"/>
            <a:ext cx="120580" cy="243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444109650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9074613-ABAC-45A8-B0D3-58A8770421B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A7A68DE9-0EBD-45F0-A314-4AD6025D9A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46580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2C8E22B4-9599-4268-AFFF-4081F244F6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647474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4D2916B1-2F9A-496F-9518-89ADC480889B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844DD0D6-8C64-428D-8599-9E349DEFF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1425056"/>
              </p:ext>
            </p:extLst>
          </p:nvPr>
        </p:nvGraphicFramePr>
        <p:xfrm>
          <a:off x="1350334" y="2107951"/>
          <a:ext cx="5063884" cy="2481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9451007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86F7B4EE-54B5-42E7-B2EB-794B782AEE7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10A45FF-67FA-4C93-ACB2-C44A626CD9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080240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화학물질 노출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BF9C5DB-A522-4065-93F8-7296A82761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06515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체표면적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중증 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손과 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샅고랑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얼굴의 중증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눈에 이물질이 튄 후 증상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6C380AB-864B-44C9-9842-F5E7CBAE5D1D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1AF325E-DBD8-4B30-BF06-8A9C8A6E6D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1999987"/>
              </p:ext>
            </p:extLst>
          </p:nvPr>
        </p:nvGraphicFramePr>
        <p:xfrm>
          <a:off x="1350334" y="2107951"/>
          <a:ext cx="5063884" cy="1446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8BF1AB44-65D6-40A8-A44D-32E01ACEBCCE}"/>
              </a:ext>
            </a:extLst>
          </p:cNvPr>
          <p:cNvGrpSpPr/>
          <p:nvPr/>
        </p:nvGrpSpPr>
        <p:grpSpPr>
          <a:xfrm>
            <a:off x="6761172" y="4280988"/>
            <a:ext cx="4945271" cy="472910"/>
            <a:chOff x="6814337" y="5235856"/>
            <a:chExt cx="4945271" cy="47291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64BF388-2142-40ED-99A1-F9E3491B804E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조기에 오염제거를 하고 물질의 독성 유무를 확인하기 위해 최소한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단계 이상으로 분류한다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614E63FA-C54A-4F22-BCEB-18E7F4DE7F0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BC370EE-DB00-412C-840E-CC43A4E371F7}"/>
              </a:ext>
            </a:extLst>
          </p:cNvPr>
          <p:cNvGrpSpPr/>
          <p:nvPr/>
        </p:nvGrpSpPr>
        <p:grpSpPr>
          <a:xfrm>
            <a:off x="4757189" y="3634306"/>
            <a:ext cx="1754374" cy="502757"/>
            <a:chOff x="4757189" y="3634306"/>
            <a:chExt cx="1754374" cy="502757"/>
          </a:xfrm>
        </p:grpSpPr>
        <p:pic>
          <p:nvPicPr>
            <p:cNvPr id="24" name="그림 23">
              <a:hlinkClick r:id="rId4" action="ppaction://hlinksldjump"/>
              <a:extLst>
                <a:ext uri="{FF2B5EF4-FFF2-40B4-BE49-F238E27FC236}">
                  <a16:creationId xmlns:a16="http://schemas.microsoft.com/office/drawing/2014/main" id="{9F7ACD57-2D1F-4150-B08C-438915D28E8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757189" y="3634306"/>
              <a:ext cx="1754374" cy="502757"/>
            </a:xfrm>
            <a:prstGeom prst="rect">
              <a:avLst/>
            </a:prstGeom>
          </p:spPr>
        </p:pic>
        <p:sp>
          <p:nvSpPr>
            <p:cNvPr id="25" name="TextBox 24">
              <a:hlinkClick r:id="rId4" action="ppaction://hlinksldjump"/>
              <a:extLst>
                <a:ext uri="{FF2B5EF4-FFF2-40B4-BE49-F238E27FC236}">
                  <a16:creationId xmlns:a16="http://schemas.microsoft.com/office/drawing/2014/main" id="{C8E1B109-9044-491D-A842-C3F87CCC4B39}"/>
                </a:ext>
              </a:extLst>
            </p:cNvPr>
            <p:cNvSpPr txBox="1"/>
            <p:nvPr/>
          </p:nvSpPr>
          <p:spPr>
            <a:xfrm>
              <a:off x="4903678" y="3758604"/>
              <a:ext cx="130810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체표면적 계산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4540786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704DF49A-FE56-4B4F-8471-556412184B9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4863ECEC-674A-44BE-9BED-2905F1121F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552050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저체온증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21D55FD8-A6D8-44B2-B207-68FC1C63DF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0100291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저체온증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&lt;32°C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32-35°C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4986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동상 없음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167834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86612D52-FDD0-4320-AA33-150ABF9C88FC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6626A2E4-8B1E-451E-8DA1-063411572D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4279690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62957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T32-35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°C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95559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≥3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0413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899091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 이외에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3243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≥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T32-35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9659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76966854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57387B6A-CEE6-4079-81AD-48344D6387A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A7FC4D2D-A6C3-4F4C-BA60-068FDCCF46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354884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익수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ore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6969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81535B6-13AE-441A-AC65-4688533968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815923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저체온증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&lt;32°C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체온</a:t>
                      </a:r>
                      <a:r>
                        <a:rPr lang="it-IT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32-35°C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4986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4BB4EE3B-F382-49F2-97F5-A0DEC82D7588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15C5DED-61E4-448B-BB3C-D0A3029812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817262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62957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95559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0413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899091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3243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96591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2771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02402384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14041482-58A2-4AD2-80A2-13AFC18D48B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0C27A54B-F4C6-428B-97A1-A2E817B94F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43482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29E6D59C-2CF8-4EB6-AA46-3CBF9D3634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1663528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8700A5E6-6FE0-48E5-B1F5-F1C3DCB0688A}"/>
              </a:ext>
            </a:extLst>
          </p:cNvPr>
          <p:cNvSpPr/>
          <p:nvPr/>
        </p:nvSpPr>
        <p:spPr>
          <a:xfrm>
            <a:off x="7449668" y="2324871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633754BA-560B-4C5E-AE33-50D23963FC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7941775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9735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0155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4495363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259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50CC3FD8-0F48-4169-8298-78907EB796C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036B6196-36F4-47C4-BED7-D8FCA807BF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903753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식욕부진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70AFAF2-6DF0-4FD2-9496-3D6A439FF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672823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심각한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체중 감소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식욕부진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좋아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4BBC7F-0E83-41A0-8797-D4B705D7E979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CE8AECC-4D47-4211-8CD5-0A60C9D972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843930"/>
              </p:ext>
            </p:extLst>
          </p:nvPr>
        </p:nvGraphicFramePr>
        <p:xfrm>
          <a:off x="1350334" y="2107951"/>
          <a:ext cx="5063884" cy="2472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172523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5782364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8B707732-BF97-4301-BABD-CB9231F0E9A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1EB4341F-94BB-4B3E-A1BD-8C7EDEA9F9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943283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9A4CDC1-1F3E-4E91-8CDF-E055FB6DF7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3253496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단순변비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6FCDEEFF-68F3-4653-A2CD-C90A7D2B73BD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F62384F3-D0D9-484D-98E8-0088A56BBD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963315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279198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77D1EEF5-5C5C-4447-9990-B653B9E68C4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F6CC6F91-964B-402B-AED7-A2B3520FFA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748756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설사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9DBD76F-C2FE-4375-89FD-37A9F20067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1068927"/>
              </p:ext>
            </p:extLst>
          </p:nvPr>
        </p:nvGraphicFramePr>
        <p:xfrm>
          <a:off x="6774581" y="2107952"/>
          <a:ext cx="4745666" cy="29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84475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멈추지 않는 혈성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17038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 가능성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585858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설사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4C506F7-777C-478E-96A4-7CC9F231284F}"/>
              </a:ext>
            </a:extLst>
          </p:cNvPr>
          <p:cNvSpPr/>
          <p:nvPr/>
        </p:nvSpPr>
        <p:spPr>
          <a:xfrm>
            <a:off x="7449668" y="2324871"/>
            <a:ext cx="120580" cy="27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BD056EC-E9DB-4FE9-BCD0-454259928EF1}"/>
              </a:ext>
            </a:extLst>
          </p:cNvPr>
          <p:cNvGrpSpPr/>
          <p:nvPr/>
        </p:nvGrpSpPr>
        <p:grpSpPr>
          <a:xfrm>
            <a:off x="9832120" y="5726847"/>
            <a:ext cx="1754374" cy="502757"/>
            <a:chOff x="9832120" y="5726847"/>
            <a:chExt cx="1754374" cy="502757"/>
          </a:xfrm>
        </p:grpSpPr>
        <p:pic>
          <p:nvPicPr>
            <p:cNvPr id="24" name="그림 23">
              <a:hlinkClick r:id="rId3" action="ppaction://hlinksldjump"/>
              <a:extLst>
                <a:ext uri="{FF2B5EF4-FFF2-40B4-BE49-F238E27FC236}">
                  <a16:creationId xmlns:a16="http://schemas.microsoft.com/office/drawing/2014/main" id="{B85C34B5-D0A2-4974-A891-5222DD214E5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832120" y="5726847"/>
              <a:ext cx="1754374" cy="502757"/>
            </a:xfrm>
            <a:prstGeom prst="rect">
              <a:avLst/>
            </a:prstGeom>
          </p:spPr>
        </p:pic>
        <p:sp>
          <p:nvSpPr>
            <p:cNvPr id="25" name="TextBox 24">
              <a:hlinkClick r:id="rId3" action="ppaction://hlinksldjump"/>
              <a:extLst>
                <a:ext uri="{FF2B5EF4-FFF2-40B4-BE49-F238E27FC236}">
                  <a16:creationId xmlns:a16="http://schemas.microsoft.com/office/drawing/2014/main" id="{3B64C5DE-F0D1-4FD8-A5CE-0BAD80DFF6E8}"/>
                </a:ext>
              </a:extLst>
            </p:cNvPr>
            <p:cNvSpPr txBox="1"/>
            <p:nvPr/>
          </p:nvSpPr>
          <p:spPr>
            <a:xfrm>
              <a:off x="9913204" y="5851145"/>
              <a:ext cx="143891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탈수 정의로 이동</a:t>
              </a:r>
            </a:p>
          </p:txBody>
        </p:sp>
      </p:grp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F7892696-83FD-4545-B7AF-581B1CD00C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4318769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E9EB77C3-DA31-4212-917A-C666AFDF4518}"/>
              </a:ext>
            </a:extLst>
          </p:cNvPr>
          <p:cNvGrpSpPr/>
          <p:nvPr/>
        </p:nvGrpSpPr>
        <p:grpSpPr>
          <a:xfrm>
            <a:off x="6725262" y="5185625"/>
            <a:ext cx="4844303" cy="551167"/>
            <a:chOff x="6725262" y="5185625"/>
            <a:chExt cx="4844303" cy="551167"/>
          </a:xfrm>
        </p:grpSpPr>
        <p:pic>
          <p:nvPicPr>
            <p:cNvPr id="16" name="그림 15" descr="텍스트이(가) 표시된 사진&#10;&#10;자동 생성된 설명">
              <a:hlinkClick r:id="rId5" action="ppaction://hlinksldjump"/>
              <a:extLst>
                <a:ext uri="{FF2B5EF4-FFF2-40B4-BE49-F238E27FC236}">
                  <a16:creationId xmlns:a16="http://schemas.microsoft.com/office/drawing/2014/main" id="{C4F4162E-4330-4118-8E6E-787FF82590B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5262" y="5185625"/>
              <a:ext cx="4844303" cy="551167"/>
            </a:xfrm>
            <a:prstGeom prst="rect">
              <a:avLst/>
            </a:prstGeom>
          </p:spPr>
        </p:pic>
        <p:sp>
          <p:nvSpPr>
            <p:cNvPr id="17" name="TextBox 16">
              <a:hlinkClick r:id="rId5" action="ppaction://hlinksldjump"/>
              <a:extLst>
                <a:ext uri="{FF2B5EF4-FFF2-40B4-BE49-F238E27FC236}">
                  <a16:creationId xmlns:a16="http://schemas.microsoft.com/office/drawing/2014/main" id="{ABE633B6-808F-4E04-9F08-1EC3ACBC738E}"/>
                </a:ext>
              </a:extLst>
            </p:cNvPr>
            <p:cNvSpPr txBox="1"/>
            <p:nvPr/>
          </p:nvSpPr>
          <p:spPr>
            <a:xfrm>
              <a:off x="6808230" y="5212742"/>
              <a:ext cx="4510657" cy="5001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spcBef>
                  <a:spcPts val="300"/>
                </a:spcBef>
              </a:pP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출혈성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질환이 있으면서 혈성 설사가 동반된다면 </a:t>
              </a:r>
              <a:endParaRPr lang="en-US" altLang="ko-KR" sz="1200" b="1" spc="-4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spcBef>
                  <a:spcPts val="300"/>
                </a:spcBef>
              </a:pP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소화기계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‐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혈변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흑색변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항목으로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84633008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1F5573FB-EF37-46CB-9A0B-6B55ED59E07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D83A226C-B5AA-4285-A890-BFE88F236A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633137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직장내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35512E4-1C1E-4F98-B877-6C8A08A411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014093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직장내 이물질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C3B7E555-0F2D-483A-BB44-818596F29409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95BB95A-DA99-48AB-9D28-22D4BF96E0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3086907"/>
              </p:ext>
            </p:extLst>
          </p:nvPr>
        </p:nvGraphicFramePr>
        <p:xfrm>
          <a:off x="1350334" y="2107950"/>
          <a:ext cx="5063884" cy="3322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62813730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62A72A4A-CD40-407A-9489-DD1B521E801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70576B3C-C054-467C-8192-DDA5D0EBF8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13071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샅고랑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부위 통증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종괴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98D0FBE1-FDAD-4112-8E49-0E49DB926D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851542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샅고랑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부위 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90A5626D-986D-4F23-970F-72F7C63B8B1F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5AD9318B-C670-47CB-95ED-153C3972A6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6262328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8637728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699727B2-AF29-4515-8170-BF5DF2209DD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F0028333-BAB2-45F7-93DA-664F2E70A9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29613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DF4B61E-E67E-4EDE-B157-8F3AA61687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8682247"/>
              </p:ext>
            </p:extLst>
          </p:nvPr>
        </p:nvGraphicFramePr>
        <p:xfrm>
          <a:off x="6774581" y="2107952"/>
          <a:ext cx="4745666" cy="29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84475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상당량의 토혈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커피 찌꺼기 모양 구토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17038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 가능성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585858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구토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구역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F7E52E-FAF3-4BA2-ADB2-90BBFE35F557}"/>
              </a:ext>
            </a:extLst>
          </p:cNvPr>
          <p:cNvSpPr/>
          <p:nvPr/>
        </p:nvSpPr>
        <p:spPr>
          <a:xfrm>
            <a:off x="7449668" y="2324871"/>
            <a:ext cx="120580" cy="27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92402192-06B2-4712-8430-F8E0D50B4B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728496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1AE2344E-D2BA-409F-80ED-99D4A332C9F7}"/>
              </a:ext>
            </a:extLst>
          </p:cNvPr>
          <p:cNvGrpSpPr/>
          <p:nvPr/>
        </p:nvGrpSpPr>
        <p:grpSpPr>
          <a:xfrm>
            <a:off x="9832120" y="5726847"/>
            <a:ext cx="1754374" cy="502757"/>
            <a:chOff x="9832120" y="5726847"/>
            <a:chExt cx="1754374" cy="502757"/>
          </a:xfrm>
        </p:grpSpPr>
        <p:pic>
          <p:nvPicPr>
            <p:cNvPr id="19" name="그림 18">
              <a:hlinkClick r:id="rId3" action="ppaction://hlinksldjump"/>
              <a:extLst>
                <a:ext uri="{FF2B5EF4-FFF2-40B4-BE49-F238E27FC236}">
                  <a16:creationId xmlns:a16="http://schemas.microsoft.com/office/drawing/2014/main" id="{E40E68D2-FA0C-426A-ADB4-3FE07C415F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832120" y="5726847"/>
              <a:ext cx="1754374" cy="502757"/>
            </a:xfrm>
            <a:prstGeom prst="rect">
              <a:avLst/>
            </a:prstGeom>
          </p:spPr>
        </p:pic>
        <p:sp>
          <p:nvSpPr>
            <p:cNvPr id="27" name="TextBox 26">
              <a:hlinkClick r:id="rId3" action="ppaction://hlinksldjump"/>
              <a:extLst>
                <a:ext uri="{FF2B5EF4-FFF2-40B4-BE49-F238E27FC236}">
                  <a16:creationId xmlns:a16="http://schemas.microsoft.com/office/drawing/2014/main" id="{8985DAC0-9EDB-4593-BDCA-03C06D4B8831}"/>
                </a:ext>
              </a:extLst>
            </p:cNvPr>
            <p:cNvSpPr txBox="1"/>
            <p:nvPr/>
          </p:nvSpPr>
          <p:spPr>
            <a:xfrm>
              <a:off x="9913204" y="5851145"/>
              <a:ext cx="143891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탈수 정의로 이동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BB231AB5-3278-4778-BCDA-761DF1572B36}"/>
              </a:ext>
            </a:extLst>
          </p:cNvPr>
          <p:cNvGrpSpPr/>
          <p:nvPr/>
        </p:nvGrpSpPr>
        <p:grpSpPr>
          <a:xfrm>
            <a:off x="6725262" y="5185625"/>
            <a:ext cx="4844303" cy="551167"/>
            <a:chOff x="6725262" y="5185625"/>
            <a:chExt cx="4844303" cy="551167"/>
          </a:xfrm>
        </p:grpSpPr>
        <p:pic>
          <p:nvPicPr>
            <p:cNvPr id="29" name="그림 28" descr="텍스트이(가) 표시된 사진&#10;&#10;자동 생성된 설명">
              <a:hlinkClick r:id="rId5" action="ppaction://hlinksldjump"/>
              <a:extLst>
                <a:ext uri="{FF2B5EF4-FFF2-40B4-BE49-F238E27FC236}">
                  <a16:creationId xmlns:a16="http://schemas.microsoft.com/office/drawing/2014/main" id="{99CFAFD1-50B5-4A90-8588-0C854AF7EB2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5262" y="5185625"/>
              <a:ext cx="4844303" cy="551167"/>
            </a:xfrm>
            <a:prstGeom prst="rect">
              <a:avLst/>
            </a:prstGeom>
          </p:spPr>
        </p:pic>
        <p:sp>
          <p:nvSpPr>
            <p:cNvPr id="30" name="TextBox 29">
              <a:hlinkClick r:id="rId5" action="ppaction://hlinksldjump"/>
              <a:extLst>
                <a:ext uri="{FF2B5EF4-FFF2-40B4-BE49-F238E27FC236}">
                  <a16:creationId xmlns:a16="http://schemas.microsoft.com/office/drawing/2014/main" id="{C6D9E3F0-DE89-44A5-B48C-36694B7F4252}"/>
                </a:ext>
              </a:extLst>
            </p:cNvPr>
            <p:cNvSpPr txBox="1"/>
            <p:nvPr/>
          </p:nvSpPr>
          <p:spPr>
            <a:xfrm>
              <a:off x="6808230" y="5212742"/>
              <a:ext cx="4510657" cy="5001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spcBef>
                  <a:spcPts val="300"/>
                </a:spcBef>
              </a:pP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출혈성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질환이 있으면서 혈성 설사가 동반된다면 </a:t>
              </a:r>
              <a:endParaRPr lang="en-US" altLang="ko-KR" sz="1200" b="1" spc="-4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spcBef>
                  <a:spcPts val="300"/>
                </a:spcBef>
              </a:pP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소화기계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‐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혈변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spc="-4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흑색변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항목으로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88894720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23DBF7D5-5156-43D5-8725-27673C9E71F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D5D82369-0FC6-4B61-9662-921C78F138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582594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EDA928C-BA98-45A9-903D-4157A9FBB0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6070994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2A691E51-985C-4C2F-A9E1-B0B1FF744C65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6BA63160-6789-4FA5-B172-4C8E73D82E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4071589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471246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029106A2-B038-42C4-9B07-734ABF4FE6C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301300BE-57D9-4F06-A8FB-81189DF86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071413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5C36703-A5C2-4CC1-B4D7-32D92A2C2D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0907022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활동성 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증상을 동반한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토혈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커피 찌꺼기 모양 구토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구토에 극소량이 섞인 경우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6C40F5F-F995-4655-AEE9-254B859A6BDB}"/>
              </a:ext>
            </a:extLst>
          </p:cNvPr>
          <p:cNvSpPr/>
          <p:nvPr/>
        </p:nvSpPr>
        <p:spPr>
          <a:xfrm>
            <a:off x="7449668" y="2324871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E23B778-B8F4-4207-946E-E2FF67E2D3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7519670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066967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CA9A307D-EDC3-47B1-9695-77D2BB8C980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C265A6A8-1DE6-4CA1-BF38-EE53BF4A89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488721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흑색변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EE86FF11-CAA7-4655-91A9-409A3EFB82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8782441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많은 양의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흑색변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적은 양의 직장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5" marB="4572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5031224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04D19D4C-01BD-4104-A31A-C44121DF307C}"/>
              </a:ext>
            </a:extLst>
          </p:cNvPr>
          <p:cNvSpPr/>
          <p:nvPr/>
        </p:nvSpPr>
        <p:spPr>
          <a:xfrm>
            <a:off x="7449668" y="2324871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02E577F-6838-4BC4-A041-1BFC5A9544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9541846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74395664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0B7E9839-04F9-4084-9136-BB76CB93399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A1C4173F-5BC0-4A33-BE69-F4BA32CE56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81357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황달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ABB5715-A7BE-4BBE-8E22-95B21BB83E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1469398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3721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황달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503122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A3BE6B6A-1543-446D-BFA3-F8D947ED6FC8}"/>
              </a:ext>
            </a:extLst>
          </p:cNvPr>
          <p:cNvSpPr/>
          <p:nvPr/>
        </p:nvSpPr>
        <p:spPr>
          <a:xfrm>
            <a:off x="7449668" y="2324871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A2976DA-18F2-441D-B0D0-03A2906105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0687279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753582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269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5274C347-FB1D-4744-9156-6149B6BD3E7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AC3E57E7-316A-4067-8418-CD2D5D6B1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8441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딸꾹질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F814A3C4-BC9E-4E97-9410-5BCF6B49AE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9210959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3671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42461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딸꾹질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힘들어 보이지 않음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34BD6480-2418-4F9D-9EE7-62A09C5C99A3}"/>
              </a:ext>
            </a:extLst>
          </p:cNvPr>
          <p:cNvSpPr/>
          <p:nvPr/>
        </p:nvSpPr>
        <p:spPr>
          <a:xfrm>
            <a:off x="7449668" y="2324871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D7205F0D-5E3C-4CE5-9C31-224AFBDA91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4614897"/>
              </p:ext>
            </p:extLst>
          </p:nvPr>
        </p:nvGraphicFramePr>
        <p:xfrm>
          <a:off x="1350334" y="2107950"/>
          <a:ext cx="5063884" cy="22902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7107402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975D1CDB-BF34-4180-8428-31E1337D81B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70AC450A-C9D4-42A6-AF51-6200116571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795993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복부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종괴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팽만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1E63444-E86C-4721-94C0-038AC7B8E1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8818177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22002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ko-Kore-KR" altLang="en-US" sz="14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126366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64957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지속적인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종괴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팽만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244893A9-5715-4454-BAC6-688E1C97EFCD}"/>
              </a:ext>
            </a:extLst>
          </p:cNvPr>
          <p:cNvSpPr/>
          <p:nvPr/>
        </p:nvSpPr>
        <p:spPr>
          <a:xfrm>
            <a:off x="7452366" y="2325135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1E3093E-A3D3-4988-990C-1D245C37AF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7291756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9735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0155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15326003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DA73F9A5-14A5-4A64-A23C-EDEA77A31EE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DA141F1B-15A8-414C-AFD9-F8E068DB0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860199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항문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직장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회음부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2B1293AB-8EBF-4852-B584-B3CF989A39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655016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22002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64957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항문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직장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회음부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외상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37FBB753-7523-4A4E-8211-FB39C5E1F2F3}"/>
              </a:ext>
            </a:extLst>
          </p:cNvPr>
          <p:cNvSpPr/>
          <p:nvPr/>
        </p:nvSpPr>
        <p:spPr>
          <a:xfrm>
            <a:off x="7452366" y="2325135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56B0A88E-E640-4FCE-86F8-03C79243728A}"/>
              </a:ext>
            </a:extLst>
          </p:cNvPr>
          <p:cNvGrpSpPr/>
          <p:nvPr/>
        </p:nvGrpSpPr>
        <p:grpSpPr>
          <a:xfrm>
            <a:off x="6761172" y="4289095"/>
            <a:ext cx="4945271" cy="511382"/>
            <a:chOff x="6814337" y="5235856"/>
            <a:chExt cx="4945271" cy="511382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25FA99D-3AE9-4698-9FE1-6C177090BCEC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직장 외상으로 인한 쇼크인 경우는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'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몸통외상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관통상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'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분류한다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EA631688-90D1-4565-8217-C7F7EED2F03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1AC56060-521F-446E-96D1-599E45D6C2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9086303"/>
              </p:ext>
            </p:extLst>
          </p:nvPr>
        </p:nvGraphicFramePr>
        <p:xfrm>
          <a:off x="1350334" y="2107950"/>
          <a:ext cx="5063884" cy="3735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8504428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4248403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F1DC6DBA-E2BA-4772-AF55-928ABDB4E6B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A24280C3-0AC4-4D2C-880C-A9F11538E0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817976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이물질 삼킴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(FB swallowing)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442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D251E70-949D-49ED-8AC9-1EFDCA2E31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7953052"/>
              </p:ext>
            </p:extLst>
          </p:nvPr>
        </p:nvGraphicFramePr>
        <p:xfrm>
          <a:off x="6774581" y="2107950"/>
          <a:ext cx="4745666" cy="39808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9241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목쉰소리와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언어장애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24718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단추형 건전지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뾰족한 물건 등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치료적 내시경을 고려해야 하는 경우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230665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889320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지속적인 구토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연하곤란이나 호흡 곤란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0AC017D7-65B1-40A2-84BD-6EF7ED201DD4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DCE7AF9E-2365-416F-A038-B70CAA6E3B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94902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14338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4009099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E347FCB-A751-4053-A85E-58F4EB76E77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87F8D44-971D-480A-87A0-8E8B38B105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62813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신생아 수유곤란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FDA4086-EBE2-4C58-A790-2210B74345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2952511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구강 섭취 거부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75068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감소된 구강 섭취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01117728-EC8F-4D1E-BC6F-28E5E6AF57F2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267EC8E-2FB9-4DCC-B80C-30B71EBFF7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6233920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2043387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E347FCB-A751-4053-A85E-58F4EB76E77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87F8D44-971D-480A-87A0-8E8B38B105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35102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신생아 황달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0953B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FDA4086-EBE2-4C58-A790-2210B74345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768191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영아 ≤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75068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영아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&gt;7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01117728-EC8F-4D1E-BC6F-28E5E6AF57F2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267EC8E-2FB9-4DCC-B80C-30B71EBFF7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0887311"/>
              </p:ext>
            </p:extLst>
          </p:nvPr>
        </p:nvGraphicFramePr>
        <p:xfrm>
          <a:off x="1350334" y="2107951"/>
          <a:ext cx="5063884" cy="1856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72126825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99F5346F-F3A5-48AC-B6F9-9CFE3459390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54BE78FA-1F63-49A5-BF67-75C557ED13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3313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옆구리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0E96A7A-2F02-48D6-A179-357E513C2A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59557"/>
              </p:ext>
            </p:extLst>
          </p:nvPr>
        </p:nvGraphicFramePr>
        <p:xfrm>
          <a:off x="6774581" y="2107950"/>
          <a:ext cx="4745666" cy="2340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옆구리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4F790890-1B8C-4C5F-96F8-2F5D2BCD245A}"/>
              </a:ext>
            </a:extLst>
          </p:cNvPr>
          <p:cNvSpPr/>
          <p:nvPr/>
        </p:nvSpPr>
        <p:spPr>
          <a:xfrm>
            <a:off x="7452144" y="2324529"/>
            <a:ext cx="120580" cy="212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F85F8001-E239-49C3-96C6-606D5DBE25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9175939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9735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0155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8774618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D292291A-098B-44D8-B4F9-DF5CCEACF1A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590A4957-EFF3-49F8-B41A-90927FD44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003859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혈뇨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C685BA5-894F-4CE3-98F8-BEC100F862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0967096"/>
              </p:ext>
            </p:extLst>
          </p:nvPr>
        </p:nvGraphicFramePr>
        <p:xfrm>
          <a:off x="6774581" y="2107950"/>
          <a:ext cx="4745666" cy="2765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73386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6D9E1A27-0303-4E66-BC0C-D6837ADC6AE8}"/>
              </a:ext>
            </a:extLst>
          </p:cNvPr>
          <p:cNvSpPr/>
          <p:nvPr/>
        </p:nvSpPr>
        <p:spPr>
          <a:xfrm>
            <a:off x="7452144" y="2324529"/>
            <a:ext cx="120580" cy="2548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D5C0308-8DE6-4C60-9156-84624935E6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0404223"/>
              </p:ext>
            </p:extLst>
          </p:nvPr>
        </p:nvGraphicFramePr>
        <p:xfrm>
          <a:off x="1350334" y="2107951"/>
          <a:ext cx="5063884" cy="42907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9735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01555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604779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188309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1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084443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0134C57A-9803-48E5-B603-93F653D7550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0A5AA97D-B7BD-4DE3-93F6-6E79496EA2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184388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 분비물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피부병변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579E129-4BD8-4EBB-8D40-A37AB78CD3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9992532"/>
              </p:ext>
            </p:extLst>
          </p:nvPr>
        </p:nvGraphicFramePr>
        <p:xfrm>
          <a:off x="6774581" y="2107950"/>
          <a:ext cx="4745666" cy="14908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생식기의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피부병변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6B1710F-545B-4EA8-A026-372D21E2B523}"/>
              </a:ext>
            </a:extLst>
          </p:cNvPr>
          <p:cNvSpPr/>
          <p:nvPr/>
        </p:nvSpPr>
        <p:spPr>
          <a:xfrm>
            <a:off x="7452144" y="2324529"/>
            <a:ext cx="120580" cy="1274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3C3AB90-5D9B-4115-84C6-C06B5EC7BD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9960002"/>
              </p:ext>
            </p:extLst>
          </p:nvPr>
        </p:nvGraphicFramePr>
        <p:xfrm>
          <a:off x="1350334" y="2107950"/>
          <a:ext cx="5063884" cy="27031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5103694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8FB3A28-B7D1-4938-A530-E51E673DFD4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D4A5B9D-8236-4EAE-B809-3F7FDF2B36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699397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음경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D526194-99C4-4300-9D23-C8D954B761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8734410"/>
              </p:ext>
            </p:extLst>
          </p:nvPr>
        </p:nvGraphicFramePr>
        <p:xfrm>
          <a:off x="6808159" y="2115817"/>
          <a:ext cx="4745666" cy="29015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지속발기증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426144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감돈포경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안으로 말린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음경꺼풀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정복되지 않음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2870466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음경 부종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또는 만성 통증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E7D73BD4-CFA6-4CB2-8E4B-4D42EFC83127}"/>
              </a:ext>
            </a:extLst>
          </p:cNvPr>
          <p:cNvSpPr/>
          <p:nvPr/>
        </p:nvSpPr>
        <p:spPr>
          <a:xfrm>
            <a:off x="7452144" y="2324529"/>
            <a:ext cx="120580" cy="2692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5B82247A-A7E6-46FA-BF3A-6033FAB9A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5131285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0559361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279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57BCEC9E-F6B2-442C-851A-4EF5E9B06DE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AC0DE4ED-6A2D-4C5A-B519-1B49C6277F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112927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고환 통증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426755D-966D-48BD-B08E-B0712CE729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0088886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26685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5DEC2AF-A165-4E36-999F-023638596B16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CFC40A49-500B-4C9C-B3A9-A2E39638B8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0683416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3697834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CF924D71-BD9B-4B19-A5DB-A5A8D402C42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4C9E1AEB-D95C-4A55-A4B3-340225EA15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314264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소변배출장애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830BE86-9AA7-4D41-8698-F735D284CD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0333317"/>
              </p:ext>
            </p:extLst>
          </p:nvPr>
        </p:nvGraphicFramePr>
        <p:xfrm>
          <a:off x="6774581" y="2107950"/>
          <a:ext cx="4745666" cy="14908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소변배출장애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32ADB26-2EFF-4E65-933D-B4979387D24A}"/>
              </a:ext>
            </a:extLst>
          </p:cNvPr>
          <p:cNvSpPr/>
          <p:nvPr/>
        </p:nvSpPr>
        <p:spPr>
          <a:xfrm>
            <a:off x="7452144" y="2324529"/>
            <a:ext cx="120580" cy="127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07C2499-9082-49CE-8C79-068F5A077A5C}"/>
              </a:ext>
            </a:extLst>
          </p:cNvPr>
          <p:cNvGrpSpPr/>
          <p:nvPr/>
        </p:nvGrpSpPr>
        <p:grpSpPr>
          <a:xfrm>
            <a:off x="6761172" y="3685901"/>
            <a:ext cx="4945271" cy="511382"/>
            <a:chOff x="6814337" y="5235856"/>
            <a:chExt cx="4945271" cy="511382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BFC455A1-220E-407D-82F7-C812FB71C7F1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환자 상태가 불안정할 때는 다른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선택할만한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주증상이 있는지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94B6F114-BE78-4C56-8215-5F706E53FB3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4584C04F-FE48-4B15-8C79-FA4D5FB4E5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8307769"/>
              </p:ext>
            </p:extLst>
          </p:nvPr>
        </p:nvGraphicFramePr>
        <p:xfrm>
          <a:off x="1350334" y="2107950"/>
          <a:ext cx="5063884" cy="2909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193419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76D48E17-9B75-46B4-BA84-BB4B8F0D015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D8F8C7AC-89E2-4E42-8084-891FADCF4F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151229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요로감염 증상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C36F0-0CF4-4D57-A6B5-A5B16993F1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2133713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요로감염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 호소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32661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3ADA6BE0-45A3-408F-8ED1-EF0E7CFB6323}"/>
              </a:ext>
            </a:extLst>
          </p:cNvPr>
          <p:cNvSpPr/>
          <p:nvPr/>
        </p:nvSpPr>
        <p:spPr>
          <a:xfrm>
            <a:off x="7452144" y="2324529"/>
            <a:ext cx="120580" cy="16992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06E4C51A-04E4-4C4D-8E88-0EF3E6CEF8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0707021"/>
              </p:ext>
            </p:extLst>
          </p:nvPr>
        </p:nvGraphicFramePr>
        <p:xfrm>
          <a:off x="1350334" y="2107950"/>
          <a:ext cx="5063884" cy="3941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4822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573309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6427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206467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2356715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5BB8445D-FCF5-43A9-A4ED-9F23F78D0F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54C7B66-17E3-484D-9BCA-F0B81366A1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242209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핍뇨증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6ED2EBC-E0DF-45DF-B336-1C82F39071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2860603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핍뇨증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1E3D3C0A-CA6B-41F4-9458-D0C6DADC2B5C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EE38E7EB-1E49-487B-B72B-EAD926E706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712871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0000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5683010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7A6A6DE0-4AFE-4AEC-8DFE-C73B1AF6C8E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A006CC16-0CF3-4998-8024-DB9C0A71FD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9671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다뇨증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53A3D08-8FCF-4F2D-952E-D94996840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3152593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다뇨증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01DF7870-D206-4028-ACA4-2DBB8A944A94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98430AD-F59F-48B6-9282-64CE71D4F5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3048335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0000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59362556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89192608-B14B-4EED-ACB1-43E4D60AA55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70744308-A629-4D88-8D0E-988AE0C150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513843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생식기의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1AEB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9C98FED8-F935-49D9-8E15-1B890FF335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1718756"/>
              </p:ext>
            </p:extLst>
          </p:nvPr>
        </p:nvGraphicFramePr>
        <p:xfrm>
          <a:off x="6774581" y="2107950"/>
          <a:ext cx="4745666" cy="2765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성폭행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안정되어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생식기의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3851847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1C7B1C0-EC2E-443E-95C8-AAF7C2567077}"/>
              </a:ext>
            </a:extLst>
          </p:cNvPr>
          <p:cNvSpPr/>
          <p:nvPr/>
        </p:nvSpPr>
        <p:spPr>
          <a:xfrm>
            <a:off x="7452144" y="2324529"/>
            <a:ext cx="120580" cy="255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D50FCF70-BDB9-4B22-AD76-41D321EC80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861025"/>
              </p:ext>
            </p:extLst>
          </p:nvPr>
        </p:nvGraphicFramePr>
        <p:xfrm>
          <a:off x="1350334" y="2107950"/>
          <a:ext cx="5063884" cy="43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94496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6000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265882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750072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338947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251950C8-1991-4A59-A42A-6D704D7BDA2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92F37F85-ADEB-4FAD-A648-7824F2A59F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368201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우울증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자해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77985B6-70E9-4339-A804-6DFE1C417F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4322543"/>
              </p:ext>
            </p:extLst>
          </p:nvPr>
        </p:nvGraphicFramePr>
        <p:xfrm>
          <a:off x="6774581" y="2107950"/>
          <a:ext cx="4745666" cy="2340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계획적인 자살시도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뚜렷한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자살의도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구체적인 계획이 없는 자살관념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우울함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자살생각은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9" marB="4570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8E376978-C33C-4BE7-8A9C-8C9845B40088}"/>
              </a:ext>
            </a:extLst>
          </p:cNvPr>
          <p:cNvSpPr/>
          <p:nvPr/>
        </p:nvSpPr>
        <p:spPr>
          <a:xfrm>
            <a:off x="7452144" y="2324529"/>
            <a:ext cx="120580" cy="212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007279A-868A-4FA5-A5BE-3A0BC9C5BD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6554466"/>
              </p:ext>
            </p:extLst>
          </p:nvPr>
        </p:nvGraphicFramePr>
        <p:xfrm>
          <a:off x="1350334" y="2107951"/>
          <a:ext cx="5063884" cy="214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483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3849EDA-F987-4590-92F4-40F5588FB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6068570"/>
              </p:ext>
            </p:extLst>
          </p:nvPr>
        </p:nvGraphicFramePr>
        <p:xfrm>
          <a:off x="1350334" y="2623201"/>
          <a:ext cx="5063884" cy="36809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758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646304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551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자살관련 용어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68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자살시도 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attempt)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죽으려는 의도에 따른 행동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(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노골적인 또는 암시적인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자살의도 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(Suicide intent)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자살로 이어질 수 있는 주관적인 생각이나 바람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75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자살관념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(Suicidal ideation)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자신의 죽음에 대한 생각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자살에 대한 계획이나 의도의 정도에 따라 중대한 정도가 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다를 수 있음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145455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도주의 가능성 또는 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안전에 대한 위험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(Uncertain flight or safety risk)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자신이나 타인에게 폭력적인 위협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조절되지 않는 분노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편집증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(Paranoia),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또는 환각으로 이상 행동을 하는 환자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자살 위험도 평가에 협조하지 않거나 거부하며 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도주의 위험이 있는 환자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이에 대해 집중 관찰이 필요함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en-US" altLang="ko-KR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보호자가 상주하거나 </a:t>
                      </a:r>
                      <a:endParaRPr kumimoji="0" lang="en-US" altLang="ko-KR" sz="1000" b="0" i="0" u="none" strike="noStrike" cap="none" spc="-2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환자와 보호자가 합의한 경우에는 병원에서 지정한 </a:t>
                      </a:r>
                      <a:endParaRPr kumimoji="0" lang="en-US" altLang="ko-KR" sz="1000" b="0" i="0" u="none" strike="noStrike" cap="none" spc="-2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집중관찰 구역은 필요하지 않음</a:t>
                      </a:r>
                      <a:r>
                        <a:rPr kumimoji="0" lang="en-US" altLang="ko-KR" sz="1000" b="0" i="0" u="none" strike="noStrike" cap="none" spc="-2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0568703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85FF3166-7712-4C81-BC5E-4A6E79FA752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6EC05B4B-EA26-4852-9874-E1096E711F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456863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위기 상황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A97695D-73A8-497B-A4D8-A3E8B5507F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1470849"/>
              </p:ext>
            </p:extLst>
          </p:nvPr>
        </p:nvGraphicFramePr>
        <p:xfrm>
          <a:off x="6774581" y="2107950"/>
          <a:ext cx="4745666" cy="191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불안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8EFA2A85-19AC-4395-A9BE-0260B2C2862F}"/>
              </a:ext>
            </a:extLst>
          </p:cNvPr>
          <p:cNvSpPr/>
          <p:nvPr/>
        </p:nvSpPr>
        <p:spPr>
          <a:xfrm>
            <a:off x="7452144" y="2324529"/>
            <a:ext cx="120580" cy="169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F754439A-CE18-475A-B620-E23BC0CF68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6119596"/>
              </p:ext>
            </p:extLst>
          </p:nvPr>
        </p:nvGraphicFramePr>
        <p:xfrm>
          <a:off x="1350334" y="2107951"/>
          <a:ext cx="5063884" cy="214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483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B07DC98-6248-492A-A1A9-EE941BC6D7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4371784"/>
              </p:ext>
            </p:extLst>
          </p:nvPr>
        </p:nvGraphicFramePr>
        <p:xfrm>
          <a:off x="1350335" y="2623201"/>
          <a:ext cx="5063884" cy="3614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39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89648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57354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불안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92912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중증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초조함을 동반한 극도의 불안이나 걱정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극도의 흥분상태로  의료진의 협조 요청에도 진정되지 않음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39849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중등도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명백한 불안이나 걱정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 </a:t>
                      </a:r>
                      <a:b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빈맥과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떨림은 없음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초조함의 징후를 보이며 지시에 대해 일관성 있게 수행하지 못함 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예를 들어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앉거나 진정하도록 지시했을 때 일시적으로 지시에 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따르지만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금방 안절부절못하고 다시 초조해짐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92912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경증</a:t>
                      </a:r>
                      <a:endParaRPr kumimoji="0" lang="en-US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불안 </a:t>
                      </a:r>
                      <a:r>
                        <a:rPr kumimoji="0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초조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가벼운 불안이나 걱정</a:t>
                      </a:r>
                      <a:r>
                        <a:rPr kumimoji="0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근심이 있지만 안심시키면 나아짐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ko-KR" sz="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안절부절못하지만 협조적이며 지시에 잘 따름</a:t>
                      </a:r>
                      <a:endParaRPr kumimoji="0" lang="en-US" altLang="ko-K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9707713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27641AD0-ED24-43CD-BB4F-BA5352D760F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C0CE37D8-BFBC-4705-B9D2-CFB890BAB0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528363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B40F2D8-436E-415D-A97E-F7879FFA7F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899977"/>
              </p:ext>
            </p:extLst>
          </p:nvPr>
        </p:nvGraphicFramePr>
        <p:xfrm>
          <a:off x="1350334" y="4766669"/>
          <a:ext cx="10167214" cy="15279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9986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8957228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7850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환각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망상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26914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급성 정신병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극단적인 자기 부정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혼란하고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무질서한 생각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언어 장애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환청이나 환각을 현실과 구분하지 못함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환각이나 망상으로 인한 이상한 생각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혹은 적대감을 표출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35886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편집증</a:t>
                      </a:r>
                      <a:endParaRPr kumimoji="0" lang="en-US" altLang="ko-KR" sz="10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(Paranoia)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피해망상 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–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타인에 의해  추적당하고 있거나 독극물에 노출되거나 해를 입고 있고 있다고 생각함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관계사고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사람들이 자신의 얘기를 하고 있다는 잘못된 믿음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극심한 불안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초조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혹은 적개심이 동반될 수 있음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19438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만성</a:t>
                      </a:r>
                      <a: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환각</a:t>
                      </a:r>
                      <a:endParaRPr kumimoji="0" lang="en-US" altLang="ko-KR" sz="10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환각의 병력을 알고 있지만 최근의 양상이나 빈도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혹은 환각으로 인한 본인의 고통의 변화가 없음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26914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만성</a:t>
                      </a:r>
                      <a: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br>
                        <a:rPr kumimoji="0" lang="en-US" altLang="ko-KR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kumimoji="0" lang="ko-KR" altLang="en-US" sz="105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비응급</a:t>
                      </a:r>
                      <a:r>
                        <a:rPr kumimoji="0" lang="ko-KR" altLang="en-US" sz="10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상태</a:t>
                      </a:r>
                      <a:endParaRPr kumimoji="0" lang="en-US" altLang="ko-KR" sz="10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분류담당자가 평소 알고 있는 환자이며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이전에도 치료가 잘됐던 동일한 증상을 호소하거나 단순히 음식이나 따뜻한 곳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일시적으로 쉴 곳을 찾고 있는 경우</a:t>
                      </a:r>
                      <a:endParaRPr kumimoji="0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D173806-9918-4E66-8FB4-E94B4F8445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8505531"/>
              </p:ext>
            </p:extLst>
          </p:nvPr>
        </p:nvGraphicFramePr>
        <p:xfrm>
          <a:off x="1350334" y="2107951"/>
          <a:ext cx="5063884" cy="2472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4914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10DACE6-D59E-46EF-8263-676B1360C5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0867355"/>
              </p:ext>
            </p:extLst>
          </p:nvPr>
        </p:nvGraphicFramePr>
        <p:xfrm>
          <a:off x="6774581" y="2107950"/>
          <a:ext cx="4745666" cy="25256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정신병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681034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편집증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(Paranoia)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616232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경증의 불안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안정되어 있음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만성적인 환각으로 인한 경증의 불안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2A30A98A-D23A-46E3-B384-5EC745C38AA7}"/>
              </a:ext>
            </a:extLst>
          </p:cNvPr>
          <p:cNvSpPr/>
          <p:nvPr/>
        </p:nvSpPr>
        <p:spPr>
          <a:xfrm>
            <a:off x="7452144" y="2324529"/>
            <a:ext cx="120580" cy="23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4115757466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2ADF3E25-CBD5-406D-8DD6-0FEFA5B85BB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4B40FDE3-27BD-4D43-BB48-9D5BD08F88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46616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불면증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F91B11D-78EE-4769-8B0D-4956E2A9A4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3748038"/>
              </p:ext>
            </p:extLst>
          </p:nvPr>
        </p:nvGraphicFramePr>
        <p:xfrm>
          <a:off x="6774581" y="2107950"/>
          <a:ext cx="4745666" cy="1065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불면증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불면증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5130522A-6876-4681-8985-D45AD40BA7D6}"/>
              </a:ext>
            </a:extLst>
          </p:cNvPr>
          <p:cNvSpPr/>
          <p:nvPr/>
        </p:nvSpPr>
        <p:spPr>
          <a:xfrm>
            <a:off x="7452144" y="2324529"/>
            <a:ext cx="120580" cy="84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5B7E1E7-982A-45BF-AF83-7274E94620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5514858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7287219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289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AC36FDC1-4AA6-4A8A-8096-DCD58B55820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07684958-8B95-49CB-B705-CCC55A769C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214878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폭력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살인 행위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7FAB25D-1DB2-4280-A40A-47F799DA5B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8959595"/>
              </p:ext>
            </p:extLst>
          </p:nvPr>
        </p:nvGraphicFramePr>
        <p:xfrm>
          <a:off x="6774581" y="2107950"/>
          <a:ext cx="4745666" cy="16267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 혹은 타인을 해치려는 구체적인 계획이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있거나 충동을 억제할 수 없는 상태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구체적인 계획이 없는 폭력적인 생각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(ideation)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411302-4DED-47E1-9BBA-0F668C522EBA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921E64C0-B42E-43C4-96E5-BAA5F1BA50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9948547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7534722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2DF16FBF-2DBE-4219-9030-134BD93CF42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E581EBE-6EEE-42B2-8782-18A46353D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804453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사회문제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AF37499-88C9-4810-8CC9-4D0A76195E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9265935"/>
              </p:ext>
            </p:extLst>
          </p:nvPr>
        </p:nvGraphicFramePr>
        <p:xfrm>
          <a:off x="6774581" y="2107950"/>
          <a:ext cx="4745666" cy="14908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육체적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정신적 학대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심각한 감정적 스트레스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대처하기 어려운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424936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비급성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9" marB="45729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6050EB99-AE71-488E-ABF7-0EF1A0B66E75}"/>
              </a:ext>
            </a:extLst>
          </p:cNvPr>
          <p:cNvSpPr/>
          <p:nvPr/>
        </p:nvSpPr>
        <p:spPr>
          <a:xfrm>
            <a:off x="7452144" y="2324529"/>
            <a:ext cx="120580" cy="1270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D1036596-7761-45F9-891A-B5A7985130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4362189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1280484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3F267067-B7E9-4CA0-9001-D58EF88D8E7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94ADABF3-2E58-4729-BEB2-DFD1FA9109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655233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기괴한 행동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02CCFE4-7A20-45B1-972E-EB0F79C46A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214150"/>
              </p:ext>
            </p:extLst>
          </p:nvPr>
        </p:nvGraphicFramePr>
        <p:xfrm>
          <a:off x="6774581" y="2107950"/>
          <a:ext cx="4745666" cy="3142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조절되지 않는 행동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조절되는 행동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3005371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4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해를 끼치지 않은 행동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359554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비급성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AE4BEFE-4219-4C8B-B565-17D44D459DA5}"/>
              </a:ext>
            </a:extLst>
          </p:cNvPr>
          <p:cNvSpPr/>
          <p:nvPr/>
        </p:nvSpPr>
        <p:spPr>
          <a:xfrm>
            <a:off x="7452144" y="2324529"/>
            <a:ext cx="120580" cy="2926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4E50B70-98A4-4D1E-B49A-B93ED586A7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9750705"/>
              </p:ext>
            </p:extLst>
          </p:nvPr>
        </p:nvGraphicFramePr>
        <p:xfrm>
          <a:off x="1350334" y="5387883"/>
          <a:ext cx="10167214" cy="906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2975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8437464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36304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기괴한 행동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조절되지 않는 행동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기이하며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지남력이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없고 비이성적인 행동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이성과 언어에 의한 의사소통으로 조절되지 않는 행동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환자나 타인을 신체적 위험에 빠뜨리는 행동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조절되는 행동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기이하고 비이성적인 행동으로 위협이 되지만 합리적인 설득으로 통제가 가능함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가족이나 친구가 환자와 동반하고 있음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7457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해롭지 않은 행동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기이하고 괴상한 행동이 장기간 지속되었으나 최근에 급격한 </a:t>
                      </a:r>
                      <a:r>
                        <a:rPr kumimoji="0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변확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없으며 환자 자신 또는 타인에게 위협이 되지 않는 상태</a:t>
                      </a:r>
                      <a:r>
                        <a:rPr kumimoji="0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 </a:t>
                      </a:r>
                      <a:r>
                        <a:rPr kumimoji="0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긴급하게 개입할 필요는 없음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570235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8A32E7AB-0208-4C92-ACF3-32EF90262E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4631152"/>
              </p:ext>
            </p:extLst>
          </p:nvPr>
        </p:nvGraphicFramePr>
        <p:xfrm>
          <a:off x="1350334" y="2107951"/>
          <a:ext cx="5063884" cy="2472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4914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2615453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ED21F119-1461-4555-B8AB-34CA5F7B2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33195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폭력 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안전하지 않은 상황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93394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학대가 반복될 위험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신체학대 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성학대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학대의 병력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징후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F4B21DA4-37F5-4201-B85D-F259EF636331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5E7E77FA-0EDC-4FE3-AC2A-87A7A5873A3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F5C0C436-8A2C-45F9-8D8D-D4AE8211CC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581133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환자의 안녕에 대한 고려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학대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방임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E69F0A5B-C94F-462F-B7BB-5E2C381960B0}"/>
              </a:ext>
            </a:extLst>
          </p:cNvPr>
          <p:cNvGrpSpPr/>
          <p:nvPr/>
        </p:nvGrpSpPr>
        <p:grpSpPr>
          <a:xfrm>
            <a:off x="6747097" y="4284356"/>
            <a:ext cx="4945271" cy="500749"/>
            <a:chOff x="6814337" y="5235856"/>
            <a:chExt cx="4945271" cy="50074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F7EE65C-3DA0-4AF4-9901-B989B96D7500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 주증상은 급성 의학적 문제는 없지만 학대나 방임이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의심되는 환자에게 사용되는 증상 분류임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림 18" descr="화살이(가) 표시된 사진&#10;&#10;자동 생성된 설명">
              <a:extLst>
                <a:ext uri="{FF2B5EF4-FFF2-40B4-BE49-F238E27FC236}">
                  <a16:creationId xmlns:a16="http://schemas.microsoft.com/office/drawing/2014/main" id="{DE2436EA-58E8-474A-85FE-6722F0C3F14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C967F08-C82D-43D2-98B0-208B0F34B1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1287167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9461859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52B429AF-EDD8-44E2-9A0C-C74DB05ADA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4656861"/>
              </p:ext>
            </p:extLst>
          </p:nvPr>
        </p:nvGraphicFramePr>
        <p:xfrm>
          <a:off x="6774581" y="2107952"/>
          <a:ext cx="4745666" cy="22691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가족의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괴로움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75068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타인이나 주변환경에 대해 급성으로 발생한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36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40207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지속적인 문제 행동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만성적이며 변하지 않는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행동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11540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63846876-75A0-4E3B-9F75-AED24A11D0D1}"/>
              </a:ext>
            </a:extLst>
          </p:cNvPr>
          <p:cNvSpPr/>
          <p:nvPr/>
        </p:nvSpPr>
        <p:spPr>
          <a:xfrm>
            <a:off x="7452144" y="2324529"/>
            <a:ext cx="120580" cy="205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ABA8A54-2F08-44BE-96FB-46D2A70C09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16355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pic>
        <p:nvPicPr>
          <p:cNvPr id="11" name="그림 10">
            <a:extLst>
              <a:ext uri="{FF2B5EF4-FFF2-40B4-BE49-F238E27FC236}">
                <a16:creationId xmlns:a16="http://schemas.microsoft.com/office/drawing/2014/main" id="{6FAE2C6E-B6AA-497B-A765-A3EC17C911E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2" name="표 20">
            <a:extLst>
              <a:ext uri="{FF2B5EF4-FFF2-40B4-BE49-F238E27FC236}">
                <a16:creationId xmlns:a16="http://schemas.microsoft.com/office/drawing/2014/main" id="{690FB44D-47BF-4F6A-B286-6050387F5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43202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소아의 파괴적 행동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2A36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2401538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B58ED9F2-1BC7-470F-A114-9D3031C2CD9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D0570947-79DD-444B-93E1-8BF792090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73569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의식 수준의 변화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97865CC-A89D-412D-90A1-0C2BF9A4BC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8509395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</a:t>
                      </a:r>
                      <a:endParaRPr lang="en-US" altLang="ko-KR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&lt;54m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g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/dl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관련증상을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867791A1-C0C1-4E83-A310-A6ADFFD519F6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3D351A3B-4213-4A2C-AF75-9AE03757F3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757617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796848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6EBCB8AF-FC5E-4498-9543-D19752F9291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DA9FAB11-E2DC-48B8-ABAF-98B5B9B18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610571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착란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4715CC2-506A-4B79-963B-87708CA2C1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3920883"/>
              </p:ext>
            </p:extLst>
          </p:nvPr>
        </p:nvGraphicFramePr>
        <p:xfrm>
          <a:off x="6774581" y="2107952"/>
          <a:ext cx="4745666" cy="3592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56767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&lt;54mg/dl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관련증상을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 또는 의식 상태의 변화를 동반한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착란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 또는 의식 상태의 변화를 동반하지 않는 급성 착란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평상시에 비해 변화 없음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7226A0CD-EF0B-4AB3-A6F7-8169C61D88DD}"/>
              </a:ext>
            </a:extLst>
          </p:cNvPr>
          <p:cNvSpPr/>
          <p:nvPr/>
        </p:nvSpPr>
        <p:spPr>
          <a:xfrm>
            <a:off x="7452144" y="2324529"/>
            <a:ext cx="120580" cy="3376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4B0D7B7-A2F2-45AA-BA8D-829B5A2442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829981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7278357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BB944722-EC90-49DA-8751-6AE9A0D7D14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1546957-2CE0-428E-B62D-9D6599D006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05355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B70D05B-02D3-468C-AB50-AFA353C2CD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4079990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06495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자세변화에 의해 유발되지 않음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spc="-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자세변화에 의해 발생</a:t>
                      </a:r>
                      <a:r>
                        <a:rPr lang="en-US" altLang="ko-KR" sz="1400" b="1" kern="1200" spc="-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spc="-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다른 신경학적 증상 없음</a:t>
                      </a:r>
                      <a:endParaRPr lang="ko-KR" altLang="en-CA" sz="1400" b="1" kern="1200" spc="-2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 어지러움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AF92B2AC-B665-4733-942D-F836E827AC37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46DB91DF-138C-4D55-BC56-C7F73A1863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9457029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1166E317-C642-4CC6-B7E6-65193844691B}"/>
              </a:ext>
            </a:extLst>
          </p:cNvPr>
          <p:cNvGrpSpPr/>
          <p:nvPr/>
        </p:nvGrpSpPr>
        <p:grpSpPr>
          <a:xfrm>
            <a:off x="6722536" y="5215606"/>
            <a:ext cx="4836341" cy="428845"/>
            <a:chOff x="6722536" y="5075615"/>
            <a:chExt cx="4836341" cy="428845"/>
          </a:xfrm>
        </p:grpSpPr>
        <p:pic>
          <p:nvPicPr>
            <p:cNvPr id="15" name="그림 14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05FF3B7A-633A-4B0B-89DB-0A02D97657E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5075615"/>
              <a:ext cx="4836341" cy="428845"/>
            </a:xfrm>
            <a:prstGeom prst="rect">
              <a:avLst/>
            </a:prstGeom>
          </p:spPr>
        </p:pic>
        <p:sp>
          <p:nvSpPr>
            <p:cNvPr id="17" name="TextBox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8DFFE3DE-9CE1-49BD-9CCC-9EF63BDCCC4E}"/>
                </a:ext>
              </a:extLst>
            </p:cNvPr>
            <p:cNvSpPr txBox="1"/>
            <p:nvPr/>
          </p:nvSpPr>
          <p:spPr>
            <a:xfrm>
              <a:off x="6808230" y="5149767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63552464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45D3A375-3989-4F12-91B1-DE80F232B7E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E971EB63-C559-4F02-B799-FB3E791D9A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694202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94FE3B1F-4DB3-4CCE-8218-2158343691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0453258"/>
              </p:ext>
            </p:extLst>
          </p:nvPr>
        </p:nvGraphicFramePr>
        <p:xfrm>
          <a:off x="6774581" y="2107951"/>
          <a:ext cx="4745666" cy="35802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06495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en-CA" altLang="ko-KR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r>
                        <a:rPr lang="en-CA" altLang="ko-KR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지금까지 경험했던 두통 중 </a:t>
                      </a:r>
                      <a:endParaRPr lang="en-US" altLang="ko-KR" sz="1400" b="1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가장 심함</a:t>
                      </a:r>
                      <a:endParaRPr lang="ko-KR" altLang="en-CA" sz="1400" b="1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시력장애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안구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반복적인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79607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BD022E71-5DCF-4B0E-AD2C-BB156E079DBD}"/>
              </a:ext>
            </a:extLst>
          </p:cNvPr>
          <p:cNvSpPr/>
          <p:nvPr/>
        </p:nvSpPr>
        <p:spPr>
          <a:xfrm>
            <a:off x="7452144" y="2324529"/>
            <a:ext cx="120580" cy="336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9836890-7CA1-4BF5-A695-3B0D367FFC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0258819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9735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0155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34525787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A066A007-71AE-4B98-B424-E6EE723C2C5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4E57C23D-5F63-4788-B160-C0679542D1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477104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발작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DCBEFB3-46D3-4DA1-AF2E-6C76E3203C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4727463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중 </a:t>
                      </a: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06495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후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회복된 상태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명료한 의식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2DBC74E6-B22A-4AD4-BFEB-384E1790DA9F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F671B53-91B2-4FA5-B99E-55303E7F3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4186091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06242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217118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299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BBB86B76-2BD6-4169-9B30-CCE0C891487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7" name="표 20">
            <a:extLst>
              <a:ext uri="{FF2B5EF4-FFF2-40B4-BE49-F238E27FC236}">
                <a16:creationId xmlns:a16="http://schemas.microsoft.com/office/drawing/2014/main" id="{EB0E26F2-0BAC-44B2-A46E-50553E344A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000737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 장애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운동 실조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CBAFACF2-E63E-4597-8266-40DA65601F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030308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&lt;24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29" name="직사각형 28">
            <a:extLst>
              <a:ext uri="{FF2B5EF4-FFF2-40B4-BE49-F238E27FC236}">
                <a16:creationId xmlns:a16="http://schemas.microsoft.com/office/drawing/2014/main" id="{E64E6AEC-FE61-493D-A6CA-257B0B3A03D1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D83F2FF-E293-4F3B-91BE-99B55530CA9B}"/>
              </a:ext>
            </a:extLst>
          </p:cNvPr>
          <p:cNvGrpSpPr/>
          <p:nvPr/>
        </p:nvGrpSpPr>
        <p:grpSpPr>
          <a:xfrm>
            <a:off x="6747097" y="4751373"/>
            <a:ext cx="4945271" cy="277611"/>
            <a:chOff x="6814337" y="5235856"/>
            <a:chExt cx="4945271" cy="277611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D1EB8D6-C283-44DF-9A40-1E03A0A7EF98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발병시간은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병원별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초급성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뇌경색 판단 기준에 따른다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33" name="그림 32" descr="화살이(가) 표시된 사진&#10;&#10;자동 생성된 설명">
              <a:extLst>
                <a:ext uri="{FF2B5EF4-FFF2-40B4-BE49-F238E27FC236}">
                  <a16:creationId xmlns:a16="http://schemas.microsoft.com/office/drawing/2014/main" id="{5EF9D6BE-E053-456D-A290-806DA2517E0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E2596FD7-C8EE-4EB6-858B-D46D55072A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0234677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91E78713-C364-4E53-8064-60E7AB1BD272}"/>
              </a:ext>
            </a:extLst>
          </p:cNvPr>
          <p:cNvGrpSpPr/>
          <p:nvPr/>
        </p:nvGrpSpPr>
        <p:grpSpPr>
          <a:xfrm>
            <a:off x="6722536" y="5075615"/>
            <a:ext cx="4836341" cy="428845"/>
            <a:chOff x="6722536" y="5075615"/>
            <a:chExt cx="4836341" cy="428845"/>
          </a:xfrm>
        </p:grpSpPr>
        <p:pic>
          <p:nvPicPr>
            <p:cNvPr id="16" name="그림 15" descr="텍스트이(가) 표시된 사진&#10;&#10;자동 생성된 설명">
              <a:hlinkClick r:id="rId4" action="ppaction://hlinksldjump"/>
              <a:extLst>
                <a:ext uri="{FF2B5EF4-FFF2-40B4-BE49-F238E27FC236}">
                  <a16:creationId xmlns:a16="http://schemas.microsoft.com/office/drawing/2014/main" id="{270FC3FC-F333-4061-832B-2C2F2C9F340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5075615"/>
              <a:ext cx="4836341" cy="428845"/>
            </a:xfrm>
            <a:prstGeom prst="rect">
              <a:avLst/>
            </a:prstGeom>
          </p:spPr>
        </p:pic>
        <p:sp>
          <p:nvSpPr>
            <p:cNvPr id="17" name="TextBox 16">
              <a:hlinkClick r:id="rId4" action="ppaction://hlinksldjump"/>
              <a:extLst>
                <a:ext uri="{FF2B5EF4-FFF2-40B4-BE49-F238E27FC236}">
                  <a16:creationId xmlns:a16="http://schemas.microsoft.com/office/drawing/2014/main" id="{8AFB5F74-24D4-4782-AA4D-553A5BE9251E}"/>
                </a:ext>
              </a:extLst>
            </p:cNvPr>
            <p:cNvSpPr txBox="1"/>
            <p:nvPr/>
          </p:nvSpPr>
          <p:spPr>
            <a:xfrm>
              <a:off x="6808230" y="5149767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56008556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C83AF2DC-36A5-424F-B805-9F67B0F821A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5B01750F-3459-4F4D-B153-E77AF55EF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458685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두부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13F0CAEB-6595-49A9-A3DD-B3CB226F01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0017883"/>
              </p:ext>
            </p:extLst>
          </p:nvPr>
        </p:nvGraphicFramePr>
        <p:xfrm>
          <a:off x="6774581" y="2107952"/>
          <a:ext cx="4745666" cy="34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새로운 국소적 신경학적 증상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의식소실의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93476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장기간의 척추고정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의식소실의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병력이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40BF41E2-2C1E-4E77-9A12-AA04F237B23D}"/>
              </a:ext>
            </a:extLst>
          </p:cNvPr>
          <p:cNvSpPr/>
          <p:nvPr/>
        </p:nvSpPr>
        <p:spPr>
          <a:xfrm>
            <a:off x="7452144" y="2324529"/>
            <a:ext cx="120580" cy="327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37712572-9B1D-4C4B-81EA-5B23C9E6EA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8523223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8764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9355576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8BAC5DF3-E617-4DDB-8CE8-5D2ACEA7D8E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39089FC8-A793-4DF6-9217-F4990B5B57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579686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떨림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(Tremor)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6063CBC-8469-489F-A71D-BF3DBBAB5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5268068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떨림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E4EF6150-E567-41F4-905C-35B323DF80D1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90E5247-BC30-47CE-93C1-268C1A20F0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3744021"/>
              </p:ext>
            </p:extLst>
          </p:nvPr>
        </p:nvGraphicFramePr>
        <p:xfrm>
          <a:off x="1350334" y="2107951"/>
          <a:ext cx="5063884" cy="2472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49148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5458790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5ABB83AA-5449-445A-8671-882C8CDD8DD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090E8509-2E44-45BF-B48F-282CFB2247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989815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사지 약화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뇌졸중 증상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85921EB4-C680-48C7-B591-2A3D351CE1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0447616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74343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84131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발병시간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이내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78520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발병시간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초과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회복된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CD7E7F7A-00F3-4D40-AB28-483F844DD760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80F567E-2D68-4EA9-AD58-09442640330C}"/>
              </a:ext>
            </a:extLst>
          </p:cNvPr>
          <p:cNvGrpSpPr/>
          <p:nvPr/>
        </p:nvGrpSpPr>
        <p:grpSpPr>
          <a:xfrm>
            <a:off x="6747097" y="5222649"/>
            <a:ext cx="4945271" cy="277611"/>
            <a:chOff x="6814337" y="5235856"/>
            <a:chExt cx="4945271" cy="277611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E404A3C9-D005-4492-BABC-BF53660D1020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발병시간은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병원별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초급성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뇌경색 판단 기준에 따른다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21" name="그림 20" descr="화살이(가) 표시된 사진&#10;&#10;자동 생성된 설명">
              <a:extLst>
                <a:ext uri="{FF2B5EF4-FFF2-40B4-BE49-F238E27FC236}">
                  <a16:creationId xmlns:a16="http://schemas.microsoft.com/office/drawing/2014/main" id="{C846600C-3F7A-40A1-AF0E-493BA8B4CEF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321FC16-D3F6-415D-AC1A-7AEBA8F210F8}"/>
              </a:ext>
            </a:extLst>
          </p:cNvPr>
          <p:cNvGrpSpPr/>
          <p:nvPr/>
        </p:nvGrpSpPr>
        <p:grpSpPr>
          <a:xfrm>
            <a:off x="6747097" y="5520360"/>
            <a:ext cx="4945271" cy="277611"/>
            <a:chOff x="6814337" y="5235856"/>
            <a:chExt cx="4945271" cy="277611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5991008-427B-4BFD-B3FE-8D81118F93E8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두통이 동반되어 있을 때 통증 점수를 사용할 수 있다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4" name="그림 23" descr="화살이(가) 표시된 사진&#10;&#10;자동 생성된 설명">
              <a:extLst>
                <a:ext uri="{FF2B5EF4-FFF2-40B4-BE49-F238E27FC236}">
                  <a16:creationId xmlns:a16="http://schemas.microsoft.com/office/drawing/2014/main" id="{7A02D950-FBF5-42B1-B884-940C245BC7D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1D49CDF2-A096-4D20-A2F1-BC4098B68F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601849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980873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4627082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F8FA2955-27B1-4B7A-BEFA-F47A6B7C32D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6" name="표 20">
            <a:extLst>
              <a:ext uri="{FF2B5EF4-FFF2-40B4-BE49-F238E27FC236}">
                <a16:creationId xmlns:a16="http://schemas.microsoft.com/office/drawing/2014/main" id="{3FEBD847-8573-45FF-BFE6-E032861B15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95086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감각상실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이상감각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976BFBFB-B296-4F0B-9694-2831AA7361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689608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 발병한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감각소실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이상감각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78520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감각소실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이상감각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D8BA909E-0ABE-4EED-9F6E-44429FD3BE97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3EA0F91B-0CBF-41F3-B66E-245377B47F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9109025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C64916B3-A67F-42E0-9D2B-7B00BB9A92F5}"/>
              </a:ext>
            </a:extLst>
          </p:cNvPr>
          <p:cNvGrpSpPr/>
          <p:nvPr/>
        </p:nvGrpSpPr>
        <p:grpSpPr>
          <a:xfrm>
            <a:off x="6722536" y="3345949"/>
            <a:ext cx="4836341" cy="428845"/>
            <a:chOff x="6722536" y="3345949"/>
            <a:chExt cx="4836341" cy="428845"/>
          </a:xfrm>
        </p:grpSpPr>
        <p:pic>
          <p:nvPicPr>
            <p:cNvPr id="13" name="그림 12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9557A11C-A357-44AA-A1A0-92966A8F13C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3345949"/>
              <a:ext cx="4836341" cy="428845"/>
            </a:xfrm>
            <a:prstGeom prst="rect">
              <a:avLst/>
            </a:prstGeom>
          </p:spPr>
        </p:pic>
        <p:sp>
          <p:nvSpPr>
            <p:cNvPr id="14" name="TextBox 13">
              <a:hlinkClick r:id="rId3" action="ppaction://hlinksldjump"/>
              <a:extLst>
                <a:ext uri="{FF2B5EF4-FFF2-40B4-BE49-F238E27FC236}">
                  <a16:creationId xmlns:a16="http://schemas.microsoft.com/office/drawing/2014/main" id="{3A9B46F8-1016-45BF-A28E-6D40D6183C35}"/>
                </a:ext>
              </a:extLst>
            </p:cNvPr>
            <p:cNvSpPr txBox="1"/>
            <p:nvPr/>
          </p:nvSpPr>
          <p:spPr>
            <a:xfrm>
              <a:off x="6808230" y="3420101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56376526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37D79EB1-2C15-44F0-B3F6-2543A4A3D45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0FDB6F71-7030-4FC6-9AE7-E7DF17C1A2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23975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기억상실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2B1894C-5144-43FB-944D-6EE20D99A7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1920289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 발병한 기억상실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5BD08BB0-4B51-4518-9959-D5ADC39CDFEC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CD6220EB-3454-4158-8DB8-7AA5BF2C00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6574267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2E4299EC-D9A3-4843-A873-BA5E829B48B0}"/>
              </a:ext>
            </a:extLst>
          </p:cNvPr>
          <p:cNvGrpSpPr/>
          <p:nvPr/>
        </p:nvGrpSpPr>
        <p:grpSpPr>
          <a:xfrm>
            <a:off x="6722536" y="2878894"/>
            <a:ext cx="4836341" cy="428845"/>
            <a:chOff x="6722536" y="2878894"/>
            <a:chExt cx="4836341" cy="428845"/>
          </a:xfrm>
        </p:grpSpPr>
        <p:pic>
          <p:nvPicPr>
            <p:cNvPr id="17" name="그림 16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F4BF7E84-CB18-4EF9-AF1B-79BCADC59F6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2878894"/>
              <a:ext cx="4836341" cy="428845"/>
            </a:xfrm>
            <a:prstGeom prst="rect">
              <a:avLst/>
            </a:prstGeom>
          </p:spPr>
        </p:pic>
        <p:sp>
          <p:nvSpPr>
            <p:cNvPr id="18" name="TextBox 17">
              <a:hlinkClick r:id="rId3" action="ppaction://hlinksldjump"/>
              <a:extLst>
                <a:ext uri="{FF2B5EF4-FFF2-40B4-BE49-F238E27FC236}">
                  <a16:creationId xmlns:a16="http://schemas.microsoft.com/office/drawing/2014/main" id="{4D208068-F2D4-48FB-99FC-5DFB5031CF2B}"/>
                </a:ext>
              </a:extLst>
            </p:cNvPr>
            <p:cNvSpPr txBox="1"/>
            <p:nvPr/>
          </p:nvSpPr>
          <p:spPr>
            <a:xfrm>
              <a:off x="6808230" y="2953046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39781076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ED21F119-1461-4555-B8AB-34CA5F7B2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0964651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93394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머리를 지탱할 수 없음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근긴장도가 없음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정상보다 제한적이거나 감소한 근긴장도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F4B21DA4-37F5-4201-B85D-F259EF636331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5E7E77FA-0EDC-4FE3-AC2A-87A7A5873A3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F5C0C436-8A2C-45F9-8D8D-D4AE8211CC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705187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축 늘어진 소아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(Floppy child)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77050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C8ABC9D-FB4A-465D-9122-85A5143AB7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497360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8549976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4B53C5D9-BB89-4000-A3F3-A1B6CB43E63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6" name="표 20">
            <a:extLst>
              <a:ext uri="{FF2B5EF4-FFF2-40B4-BE49-F238E27FC236}">
                <a16:creationId xmlns:a16="http://schemas.microsoft.com/office/drawing/2014/main" id="{BE3DCC4E-84B3-479B-846D-0ACEED886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991333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월경 문제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2FBFCA72-2EE0-4A44-BD4B-B427ACF7DB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343122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월경 문제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CE354E66-3B07-4ED5-96FC-3EA5193597E5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5EF6ECE8-F8D4-406F-A16B-67C76EA710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0922072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6E6A5586-9A48-4E89-8D3F-C297F214FD1C}"/>
              </a:ext>
            </a:extLst>
          </p:cNvPr>
          <p:cNvGrpSpPr/>
          <p:nvPr/>
        </p:nvGrpSpPr>
        <p:grpSpPr>
          <a:xfrm>
            <a:off x="6747097" y="4297146"/>
            <a:ext cx="4945271" cy="511382"/>
            <a:chOff x="6814337" y="5235856"/>
            <a:chExt cx="4945271" cy="511382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A8B2630-4F3F-490F-A219-DFE670B41682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여기서 말하는 월경문제에는 월경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생리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과 관련된 정상적인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증상도 포함된다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  <p:pic>
          <p:nvPicPr>
            <p:cNvPr id="32" name="그림 31" descr="화살이(가) 표시된 사진&#10;&#10;자동 생성된 설명">
              <a:extLst>
                <a:ext uri="{FF2B5EF4-FFF2-40B4-BE49-F238E27FC236}">
                  <a16:creationId xmlns:a16="http://schemas.microsoft.com/office/drawing/2014/main" id="{108EEB34-63C2-4AA5-824C-A9E7A705964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43217531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2427CA4C-8E6C-42EC-9691-706E332CF0C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1E1DD458-0770-4586-A390-943140B52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42313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질내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DE643B4-EC2C-4A79-A6A8-E73E073511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7759909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질내 이물질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37D5B2D-B193-48E3-ACCE-8190BDD1BBC0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A2F1123-624A-4113-8B0E-D3CB5CD143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3926999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2563427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C8FF1FF4-5DD9-4085-A513-2BCE0A8DFAA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796601AD-E9A6-40F9-8EFF-C13BE00E97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993602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 분비물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95E60B6-B32F-445C-AC21-AC3C16D399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1439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D38E186B-62E5-4153-B6C2-81300255F534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F6B0ADB7-C38F-4EA1-BC94-456412DDD5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5481745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0707261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309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7AC71E27-AA32-437D-91C4-CABA44214D9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3F5C522A-03EC-43F5-B20D-A055B6973D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848583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성폭행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C912DF4-9372-47A4-8500-D7F0FE894B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158084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시간부터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&lt;12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≥12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;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01ED02-B608-4140-9269-08B98918B508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D86288F-62B5-468C-A9E0-7D8BE4C74723}"/>
              </a:ext>
            </a:extLst>
          </p:cNvPr>
          <p:cNvGrpSpPr/>
          <p:nvPr/>
        </p:nvGrpSpPr>
        <p:grpSpPr>
          <a:xfrm>
            <a:off x="6747097" y="5222808"/>
            <a:ext cx="4945271" cy="511382"/>
            <a:chOff x="6814337" y="5235856"/>
            <a:chExt cx="4945271" cy="511382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D23418C-E5FA-4EDB-B6C6-0EDF381E5FAF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분류소의 컴퓨터 화면이나 보드에 상기 주증상이 노출되지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않도록 하고 순화된 언어로 표현할 것을 권고한다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B4D4AF09-02D3-4D14-8E4A-53CA236F4E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8478FF21-F65F-4216-BC2E-A79EC980B2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9168488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16944094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61C559A9-DD1F-45C4-95DE-522B084F84C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CBC90674-3BB6-4D12-8ED4-4F2C03D1F5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810236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 출혈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9B423F6-3A10-408F-BDDC-02368B9039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2013777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임신과 관련된 다량의 질 출혈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임신과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관련없는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다량의 질 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출혈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 정상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출혈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점상출혈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72CBC17A-ACFD-4965-BA39-48259D27632B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52D1A398-A68F-445C-83E0-A33ED2985E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912176"/>
              </p:ext>
            </p:extLst>
          </p:nvPr>
        </p:nvGraphicFramePr>
        <p:xfrm>
          <a:off x="1350334" y="2107951"/>
          <a:ext cx="5063884" cy="4328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282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84611126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61239500-4723-40BE-9A09-618E07E3ACC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5A3B0024-6649-47F7-90C4-40FEB89717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774220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음순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7A710F0-E302-4F12-AB8B-F06F492B47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6886034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음순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75D5D52-9BFB-4483-9608-79639CCF5DA9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0BEC6C9-3EA3-4735-A435-6BA911C966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7053782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6312805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8587B88A-763F-4CE1-97C8-5A7758CC6AC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69F6D42D-6583-44A0-A46A-17C466A097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72901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미만의 임신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0B27DAD-7EF0-47BC-BEA0-794937859B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3059484"/>
              </p:ext>
            </p:extLst>
          </p:nvPr>
        </p:nvGraphicFramePr>
        <p:xfrm>
          <a:off x="6774581" y="2107950"/>
          <a:ext cx="4745666" cy="42485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241981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주기적인 복부 뭉침 또는 </a:t>
                      </a:r>
                      <a:endParaRPr lang="en-US" altLang="ko-KR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허리 통증을 동반한 골반의 압박감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939104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다량의 질 출혈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en-US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중등도의 질 출혈</a:t>
                      </a:r>
                      <a:r>
                        <a:rPr lang="ko-KR" altLang="en-CA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CA" altLang="ko-KR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복부의 뭉침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529502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양수누출의 가능성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119985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출혈</a:t>
                      </a:r>
                      <a:r>
                        <a:rPr lang="ko-KR" altLang="en-CA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점상출혈</a:t>
                      </a:r>
                      <a:r>
                        <a:rPr lang="en-US" altLang="ko-KR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en-CA" altLang="ko-KR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3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핑크빛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3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점액성</a:t>
                      </a: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분비물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3550606"/>
                  </a:ext>
                </a:extLst>
              </a:tr>
              <a:tr h="181485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3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3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3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분비물</a:t>
                      </a:r>
                      <a:endParaRPr lang="ko-KR" altLang="en-CA" sz="13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466155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CD73C0A1-E9D7-455C-9F87-53356E794D98}"/>
              </a:ext>
            </a:extLst>
          </p:cNvPr>
          <p:cNvSpPr/>
          <p:nvPr/>
        </p:nvSpPr>
        <p:spPr>
          <a:xfrm>
            <a:off x="7452144" y="2324529"/>
            <a:ext cx="120580" cy="403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CABEF76B-16CA-4B82-8719-4EC5DF7F4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0191757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고위험의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2018335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D76EB242-B9F7-4773-96C5-12427436DD2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C23A8F99-78B1-4B1D-BE26-DBD8526855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474314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이상의 임신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9731AC3-A87D-4F2B-8A93-F2F7C5E93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6538426"/>
              </p:ext>
            </p:extLst>
          </p:nvPr>
        </p:nvGraphicFramePr>
        <p:xfrm>
          <a:off x="6774581" y="2107951"/>
          <a:ext cx="4745666" cy="4376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태아의 일부분이 보이거나 탯줄 탈출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965274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지속되는 질 출혈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5188854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중 또는 발작 후 상태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638839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임신주수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&gt;20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 관통상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706618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태동이 없음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84560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진통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자궁수축</a:t>
                      </a:r>
                      <a:r>
                        <a:rPr lang="ko-KR" altLang="en-CA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≤5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939104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예정이 없었거나 의도치 않은 출산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06150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태동이 감소함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073374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&gt;160mmHg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&gt;100mmHg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상복부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시각장애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뇌졸중 증상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120928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임신주수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&gt;20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주요 복부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100272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물질의 오용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524192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2118070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진통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자궁수축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&gt;5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167957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 출혈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현재는 멈춤</a:t>
                      </a:r>
                      <a:endParaRPr lang="en-CA" altLang="ko-KR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&gt;140mmHg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&gt;90mmHg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복부를 제외한 부위의 경증 외상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52950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>
                        <a:lnSpc>
                          <a:spcPct val="100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양수 누출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119985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임신주수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&gt;20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C715831-243F-40BB-B526-AAC7D03F3481}"/>
              </a:ext>
            </a:extLst>
          </p:cNvPr>
          <p:cNvSpPr/>
          <p:nvPr/>
        </p:nvSpPr>
        <p:spPr>
          <a:xfrm>
            <a:off x="7452144" y="2324529"/>
            <a:ext cx="120580" cy="415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E425F16B-15A4-456A-BE6A-DEB5566DAD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3207246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고위험의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78922696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2D4ED651-FA47-4FED-A3CE-EB4AE1B9D79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50ECA829-F3C2-49C2-961B-40FD87F269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822578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출산후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문제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(6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 이내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13AB3E8-49C0-4DBC-951F-F516ECD511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8375352"/>
              </p:ext>
            </p:extLst>
          </p:nvPr>
        </p:nvGraphicFramePr>
        <p:xfrm>
          <a:off x="6774581" y="2107951"/>
          <a:ext cx="4745666" cy="431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46999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중 또는 발작 후 상태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965274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2786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핏덩이를 동반한 지속되는 질 출혈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939104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&gt;160mmHg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 혈압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&gt;100mmHg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06150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명치통증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시각장애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뇌졸중 증상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073374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오한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상처의 발적 또는 화농성 분비물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612603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비정상적 질 분비물을 동반한 골반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 통증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120928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출산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72시간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이내의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배뇨통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소변배출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100272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물질의 오용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5241929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r>
                        <a:rPr lang="en-CA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2118070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출산후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이내의 선홍색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점상출혈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1679571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수축기혈압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&gt;140mmHg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이완기혈압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&gt;90mmHg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807841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경막외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마취후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지속되는 두통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04457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중등도의 두통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비체위성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(non-dependent)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529502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장액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혈액성의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분비물을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동반한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상처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발적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en-US" altLang="ko-KR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119985"/>
                  </a:ext>
                </a:extLst>
              </a:tr>
              <a:tr h="121433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3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3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출산후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이상 경과한 출혈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 정상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4594307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68319B2E-EB93-4C83-B487-EF983DFE8F89}"/>
              </a:ext>
            </a:extLst>
          </p:cNvPr>
          <p:cNvSpPr/>
          <p:nvPr/>
        </p:nvSpPr>
        <p:spPr>
          <a:xfrm>
            <a:off x="7452144" y="2324529"/>
            <a:ext cx="120580" cy="41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8DE1FFF6-A364-4F87-A46C-7E8846681E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3694949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고위험의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4511313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699135E-4458-486C-AF8B-988FC94C475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241565F7-44BA-49DC-BCC0-D0399EE83E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86370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 통증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가려움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460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93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ADAA3657-CEC6-4454-A846-A97A2EDBB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319250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42481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가려움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832DC023-4A59-4DCA-95D1-7BFA8734BDDB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94DCF966-9A0F-4071-AF15-D03E1F38CE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0799427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883683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7003579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9E11999D-DDEC-4F33-8C86-30DDC804BF7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3863F5C0-9744-4616-894D-5A27F77313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484419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화학물질 노출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24C1A260-F38F-44C4-86C8-7287A9F2FF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1747180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눈의 화학물질 노출 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1516DB9B-A255-4809-AEC3-9AB17208AA74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77C15CBE-08DD-46C8-A104-3408886A57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4934332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66820105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48058DB1-B73E-42AD-8D96-E77C2D47567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DA07F693-B45E-4D1A-9E4A-953F5320EC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252303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3CBAD33-B6B8-40BC-972A-0E76D95108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1659752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5540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F552AB6-16DD-46CA-9778-CD0B88E211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4962736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이물질의 안구 관통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128537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시력변화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398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D3D9DCBF-92CE-4733-B093-7813AE7E382B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CA53B84E-136E-4D91-8596-AB12A4E800A4}"/>
              </a:ext>
            </a:extLst>
          </p:cNvPr>
          <p:cNvGrpSpPr/>
          <p:nvPr/>
        </p:nvGrpSpPr>
        <p:grpSpPr>
          <a:xfrm>
            <a:off x="6747097" y="5222555"/>
            <a:ext cx="4945271" cy="288244"/>
            <a:chOff x="6814337" y="5235856"/>
            <a:chExt cx="4945271" cy="288244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E4C144F-2D04-413B-B215-FBD585F60D43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 주증상은 각막의 찰과상과 이물질을 포함함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9D1C0651-85A5-45A9-8496-EDF7BECC516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12349535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8F2A7A89-6635-4DB9-900F-BCA1A31996D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2A88F773-2119-4104-B530-36C5D6A09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563996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시력장애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0A07BA18-50D6-4939-842F-E485733A59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9267165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시력변화</a:t>
                      </a: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점진적 시력변화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39896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3F1E13AE-CABC-4C9C-8352-998F80747DC7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939FD0F-0826-467C-87C1-AC47CCA7C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8698873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08368784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319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CF41A6A-E9D4-494C-B728-04E7F5311C6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FE32698E-72B4-4408-AE3A-31CF8D4A2F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568318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36D5FF8-4851-4640-A7C0-C631EAFED2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9166448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727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시력변화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20526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 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196537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1D89B0-4EDF-49CB-86C3-CD59F5212B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3585890"/>
              </p:ext>
            </p:extLst>
          </p:nvPr>
        </p:nvGraphicFramePr>
        <p:xfrm>
          <a:off x="1350334" y="2107951"/>
          <a:ext cx="5063884" cy="1446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968398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05662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D924A27E-8BA8-4C58-8094-0672DDCADFAE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674203033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5B209F3A-9A7C-46ED-B6BD-CEA6428329C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4628C690-0514-4686-AF61-CA9806D82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067823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 충혈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분비물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2D9BE413-195E-4CCD-9F74-2207C5DF86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6487472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06022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 충혈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 충혈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196537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C97787B5-A6FB-4EA3-8BCC-9B6EBC69A4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6666096"/>
              </p:ext>
            </p:extLst>
          </p:nvPr>
        </p:nvGraphicFramePr>
        <p:xfrm>
          <a:off x="1350334" y="2107951"/>
          <a:ext cx="5063884" cy="1446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76779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993963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F7E8877D-4608-4B53-9676-B21CA503A1EB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932199104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21A6CCDD-9B05-436C-ACC6-CAEABF407C9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B8B7EDEB-4BBB-4589-9482-32E1F1A33E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27045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눈부심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AB13C02-4E6E-4039-A656-6B26BF637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3438008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66833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눈부심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FCB4423-F465-45D6-801E-22677173CC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298669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3102851-D9B9-4F34-8EAC-9EEA2D925301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541539879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F7BDB096-F8E5-4EFE-8F33-7A8A9B6FDBB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2FCF17B4-2F08-4123-85B2-AA92E9FFE6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054227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68E66D-40E5-4AC2-929A-EDF2D762E0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0667269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 발병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복시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DF847E5-A16C-4B70-ACF0-AE377F526C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2034920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7B495A8A-EB19-465B-903C-AE3A66F631FC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76613B5-E03E-48CC-BECA-36355E71DDE4}"/>
              </a:ext>
            </a:extLst>
          </p:cNvPr>
          <p:cNvGrpSpPr/>
          <p:nvPr/>
        </p:nvGrpSpPr>
        <p:grpSpPr>
          <a:xfrm>
            <a:off x="6722536" y="3349975"/>
            <a:ext cx="4836341" cy="428845"/>
            <a:chOff x="6722536" y="3349975"/>
            <a:chExt cx="4836341" cy="428845"/>
          </a:xfrm>
        </p:grpSpPr>
        <p:pic>
          <p:nvPicPr>
            <p:cNvPr id="21" name="그림 20" descr="텍스트이(가) 표시된 사진&#10;&#10;자동 생성된 설명">
              <a:hlinkClick r:id="rId3" action="ppaction://hlinksldjump"/>
              <a:extLst>
                <a:ext uri="{FF2B5EF4-FFF2-40B4-BE49-F238E27FC236}">
                  <a16:creationId xmlns:a16="http://schemas.microsoft.com/office/drawing/2014/main" id="{0456A5F3-5756-4FA8-9257-8F720C2AFE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2536" y="3349975"/>
              <a:ext cx="4836341" cy="428845"/>
            </a:xfrm>
            <a:prstGeom prst="rect">
              <a:avLst/>
            </a:prstGeom>
          </p:spPr>
        </p:pic>
        <p:sp>
          <p:nvSpPr>
            <p:cNvPr id="26" name="TextBox 25">
              <a:hlinkClick r:id="rId3" action="ppaction://hlinksldjump"/>
              <a:extLst>
                <a:ext uri="{FF2B5EF4-FFF2-40B4-BE49-F238E27FC236}">
                  <a16:creationId xmlns:a16="http://schemas.microsoft.com/office/drawing/2014/main" id="{3D1FD467-86C0-45B2-813D-BE729280DC33}"/>
                </a:ext>
              </a:extLst>
            </p:cNvPr>
            <p:cNvSpPr txBox="1"/>
            <p:nvPr/>
          </p:nvSpPr>
          <p:spPr>
            <a:xfrm>
              <a:off x="6808230" y="3424127"/>
              <a:ext cx="451065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만약 뇌졸중을 의심해야 하면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신경계 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뇌졸중 증상</a:t>
              </a:r>
              <a:r>
                <a:rPr lang="en-US" altLang="ko-KR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 </a:t>
              </a:r>
              <a:r>
                <a:rPr lang="ko-KR" altLang="en-US" sz="1200" b="1" spc="-4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으로 이동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77090927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EC98AEEF-B55B-43DF-B78F-738E5496AE0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E30E2075-EFC2-4BCA-8DEE-C07AE7B2A9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667463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안와주위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C93827DE-AEC2-4FA3-B6C2-302A3BD6C0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754664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안와주위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부종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CEEE995-8B25-4401-943B-E49335D7B5D0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6A3DA71-BBE2-4A23-9945-C5A725E32B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818325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7285867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B8DF6B9B-A634-4A56-BFA9-CB018CF183A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C524318E-D80C-491D-8C09-C585E58AB7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48604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눈의 외상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5C9A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443515B-4988-4BFD-8AE3-95FBFB1D48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4222513"/>
              </p:ext>
            </p:extLst>
          </p:nvPr>
        </p:nvGraphicFramePr>
        <p:xfrm>
          <a:off x="6774581" y="2107952"/>
          <a:ext cx="4745666" cy="3584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2238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손상이나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화학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직접적인 고열에 의한 손상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1242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둔상에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의한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시력소실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24557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갑작스런 시력변화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747755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분류 담당자가 눈을 확인할 수 없는 상태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눈의 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6DDEDAD-F3E9-4A30-8B9B-3E782BD69AED}"/>
              </a:ext>
            </a:extLst>
          </p:cNvPr>
          <p:cNvSpPr/>
          <p:nvPr/>
        </p:nvSpPr>
        <p:spPr>
          <a:xfrm>
            <a:off x="7452144" y="2324529"/>
            <a:ext cx="120580" cy="33696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592C004-E3BF-432F-A147-8A28234A07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868271"/>
              </p:ext>
            </p:extLst>
          </p:nvPr>
        </p:nvGraphicFramePr>
        <p:xfrm>
          <a:off x="1350334" y="2107951"/>
          <a:ext cx="5063884" cy="1446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32482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813391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714621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98601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3075359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069D1878-F353-4733-B3E8-A8DEF96D05F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1F19753B-6153-4796-B74A-B1FAE3DADE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74510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9ECDD18-C62B-45F1-860D-7D5747BF25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1622839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장과 방광의 문제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허리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4D22912C-BAB6-4E96-88DD-5DC8F267E7BC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070A5EB-E3C1-4EEC-B3DC-9BCE613445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0697176"/>
              </p:ext>
            </p:extLst>
          </p:nvPr>
        </p:nvGraphicFramePr>
        <p:xfrm>
          <a:off x="1350334" y="2107951"/>
          <a:ext cx="5063884" cy="431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중증 통증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96676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6010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8942539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1E371590-BD48-4E27-A1A9-4C8B737E224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1CDD76D0-3C15-4013-9261-2395E5ABA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21874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외상성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목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허리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DEDF336-222A-4FB7-A26D-5A131F2651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2514585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장과 방광의 문제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허리 손상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중심성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21D523B8-8916-4D32-86A4-C9192E991A6F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92FA256E-9DDF-4EFB-A0E9-16A626B1E9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6238021"/>
              </p:ext>
            </p:extLst>
          </p:nvPr>
        </p:nvGraphicFramePr>
        <p:xfrm>
          <a:off x="1350334" y="2107951"/>
          <a:ext cx="5063884" cy="431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744000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711926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56332393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0D20540E-9550-41A2-BA6D-5484AFF26D3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08531ACB-4778-4920-81CF-5DE288CEE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4396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절단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70CBD69-B0BF-4918-B361-C35D803BD0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7339441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손가락의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발가락의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3CDB4647-D52B-4A93-8FBD-28ADDCFA646D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84D79B8-7B60-4827-890D-D389E40D8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517018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744000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71192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815347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9E3119B9-A305-4FF7-A9C7-ABD9E989C86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358D5871-8549-468D-824F-D290F9175F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318632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0C71670-80B2-45C5-8397-7741F62CAC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6816745"/>
              </p:ext>
            </p:extLst>
          </p:nvPr>
        </p:nvGraphicFramePr>
        <p:xfrm>
          <a:off x="6774581" y="2107952"/>
          <a:ext cx="4745666" cy="41364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상지의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BF893DF9-ABD1-4F14-B8B8-ECEF3DD2ED1B}"/>
              </a:ext>
            </a:extLst>
          </p:cNvPr>
          <p:cNvSpPr/>
          <p:nvPr/>
        </p:nvSpPr>
        <p:spPr>
          <a:xfrm>
            <a:off x="7452144" y="2324529"/>
            <a:ext cx="120580" cy="392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84880D41-7E2D-4E76-B29D-7A018868E7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5257427"/>
              </p:ext>
            </p:extLst>
          </p:nvPr>
        </p:nvGraphicFramePr>
        <p:xfrm>
          <a:off x="1350334" y="2107951"/>
          <a:ext cx="5063884" cy="4310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88750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5264785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중증 통증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96676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1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6010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08528200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329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47267DE3-9C3A-4401-8E86-64F96E79DEA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E1A26761-58B9-48EF-8BFE-DEA61B09FE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345189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FE2321E-860C-46AC-9AA1-A9BA4FB749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8996935"/>
              </p:ext>
            </p:extLst>
          </p:nvPr>
        </p:nvGraphicFramePr>
        <p:xfrm>
          <a:off x="6774581" y="2107952"/>
          <a:ext cx="4745666" cy="41365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하지의 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67160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2B1F4D8C-9C6B-407D-82EA-236722ACBFBA}"/>
              </a:ext>
            </a:extLst>
          </p:cNvPr>
          <p:cNvSpPr/>
          <p:nvPr/>
        </p:nvSpPr>
        <p:spPr>
          <a:xfrm>
            <a:off x="7452144" y="2324529"/>
            <a:ext cx="120580" cy="392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C82055D-F612-4AED-AAC1-BEF22ED8AD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5888828"/>
              </p:ext>
            </p:extLst>
          </p:nvPr>
        </p:nvGraphicFramePr>
        <p:xfrm>
          <a:off x="1350334" y="2107951"/>
          <a:ext cx="5063884" cy="4310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88750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5264785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중증 통증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966764"/>
                  </a:ext>
                </a:extLst>
              </a:tr>
              <a:tr h="176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1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6010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8979171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CDE5B37D-A534-436A-972C-29437305C27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2DA24D28-9296-4184-B39A-C8B69A8221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155937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상지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7CCB2FF0-76D8-4D61-8EDF-248FCECB32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8207057"/>
              </p:ext>
            </p:extLst>
          </p:nvPr>
        </p:nvGraphicFramePr>
        <p:xfrm>
          <a:off x="6774581" y="2107952"/>
          <a:ext cx="4745666" cy="4226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개방성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981459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785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상지의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9457FEFD-8B67-4D36-9AAE-3A8C62A33E80}"/>
              </a:ext>
            </a:extLst>
          </p:cNvPr>
          <p:cNvSpPr/>
          <p:nvPr/>
        </p:nvSpPr>
        <p:spPr>
          <a:xfrm>
            <a:off x="7452144" y="2324529"/>
            <a:ext cx="120580" cy="4006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6F8E619-75DA-49B5-953E-B9F0A2453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940382"/>
              </p:ext>
            </p:extLst>
          </p:nvPr>
        </p:nvGraphicFramePr>
        <p:xfrm>
          <a:off x="1350334" y="2107951"/>
          <a:ext cx="5063884" cy="42853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8875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99653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526478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중증 통증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96676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1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6010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3391208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533CF81-5E79-4BB3-B988-89C02BFBD1B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9FA15AFF-C48D-4D7B-B3D7-1DF2E6BE6C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608541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 손상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62D0605-C693-4FD6-B44A-5225CC2C49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0208770"/>
              </p:ext>
            </p:extLst>
          </p:nvPr>
        </p:nvGraphicFramePr>
        <p:xfrm>
          <a:off x="6774581" y="2107952"/>
          <a:ext cx="4745666" cy="4226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개방성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신경혈관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981459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명백한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785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03898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 아프지만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1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하지외상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9073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346DFB56-91E8-4DCA-B049-DE0385625963}"/>
              </a:ext>
            </a:extLst>
          </p:cNvPr>
          <p:cNvSpPr/>
          <p:nvPr/>
        </p:nvSpPr>
        <p:spPr>
          <a:xfrm>
            <a:off x="7452144" y="2324529"/>
            <a:ext cx="120580" cy="4010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A2CA3908-9188-4EA5-9D99-CB6A3841C2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092261"/>
              </p:ext>
            </p:extLst>
          </p:nvPr>
        </p:nvGraphicFramePr>
        <p:xfrm>
          <a:off x="1350334" y="2107951"/>
          <a:ext cx="5063884" cy="42853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8875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99653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526478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중증 통증 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1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96676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1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1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6010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5329649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7B469315-349C-421B-998D-2E00C5AF2AB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C2E73922-89A9-45B1-8512-46C672E5BF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72867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관절 부종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ECDBB2B-CC28-49CF-A754-CAD5082E85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612553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79607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관절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부종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712128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1D3668C7-3A8C-4E98-BE36-1B22258833F1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C64C207F-AC69-45A0-BA99-F882FBA970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5464682"/>
              </p:ext>
            </p:extLst>
          </p:nvPr>
        </p:nvGraphicFramePr>
        <p:xfrm>
          <a:off x="1350334" y="2107951"/>
          <a:ext cx="5063884" cy="4123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중증 통증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8294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96676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6010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4725333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E347FCB-A751-4053-A85E-58F4EB76E77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87F8D44-971D-480A-87A0-8E8B38B105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41845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 보행 장애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보행시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FDA4086-EBE2-4C58-A790-2210B74345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4767544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1154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열을 동반한 다리를 저는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26058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344160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보행에 어려움 호소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9885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205399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01117728-EC8F-4D1E-BC6F-28E5E6AF57F2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19AFE08-4EED-4BB4-A204-92AB85EAC0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2967912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448192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 중증 통증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8294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96676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6010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5276918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E347FCB-A751-4053-A85E-58F4EB76E77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87F8D44-971D-480A-87A0-8E8B38B105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846796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천명음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다른 증상 호소 없음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FDA4086-EBE2-4C58-A790-2210B74345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9114975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천명음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다른 증상 호소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115409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01117728-EC8F-4D1E-BC6F-28E5E6AF57F2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0E813A1-FB92-4C75-9492-069B5A0517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718748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73378418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E347FCB-A751-4053-A85E-58F4EB76E77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87F8D44-971D-480A-87A0-8E8B38B105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8124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영아의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무호흡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발작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52B429AF-EDD8-44E2-9A0C-C74DB05ADA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7583523"/>
              </p:ext>
            </p:extLst>
          </p:nvPr>
        </p:nvGraphicFramePr>
        <p:xfrm>
          <a:off x="6774581" y="2107952"/>
          <a:ext cx="4745666" cy="34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내원시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무호흡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발생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895366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&lt;7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미만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75068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최근의 발작이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무호흡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또는 호흡 장애와 일치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40207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무호흡증과  발작이 일치하는 과거력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115409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63846876-75A0-4E3B-9F75-AED24A11D0D1}"/>
              </a:ext>
            </a:extLst>
          </p:cNvPr>
          <p:cNvSpPr/>
          <p:nvPr/>
        </p:nvSpPr>
        <p:spPr>
          <a:xfrm>
            <a:off x="7452144" y="2324529"/>
            <a:ext cx="120580" cy="327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FAEDB6B-5BB0-42D6-8C9B-100BA1A5DA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0252763"/>
              </p:ext>
            </p:extLst>
          </p:nvPr>
        </p:nvGraphicFramePr>
        <p:xfrm>
          <a:off x="1350334" y="2107951"/>
          <a:ext cx="5063884" cy="2677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7728786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A83CC866-2D1A-4668-BB2A-1D56A738C52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138F913C-668F-4750-9284-35192D8B26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450376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협착음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1C8FEC0D-D7D9-4E69-B0F8-A1582A9C87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7314384"/>
              </p:ext>
            </p:extLst>
          </p:nvPr>
        </p:nvGraphicFramePr>
        <p:xfrm>
          <a:off x="6774581" y="2107952"/>
          <a:ext cx="4745666" cy="255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93394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기도 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7611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현저한 협착음이 들림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협착음이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청진됨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2B3A3C68-4B3E-4FCB-8558-5714C47604FD}"/>
              </a:ext>
            </a:extLst>
          </p:cNvPr>
          <p:cNvSpPr/>
          <p:nvPr/>
        </p:nvSpPr>
        <p:spPr>
          <a:xfrm>
            <a:off x="7452144" y="2324529"/>
            <a:ext cx="120580" cy="234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227B04C6-79EA-4795-A83F-7A8109B4B1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7919088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2754939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73E51FC4-4739-4A14-A5DA-2898DABE834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3C6F9933-5E91-4632-8509-D8A8F2CAF8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940024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숨참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CC0D805-55E6-496D-B5D2-2C76BFCEA7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6386824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528852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D920D31-AB4E-437E-A115-9E955F941C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0188365"/>
              </p:ext>
            </p:extLst>
          </p:nvPr>
        </p:nvGraphicFramePr>
        <p:xfrm>
          <a:off x="6774581" y="2107952"/>
          <a:ext cx="4745666" cy="37568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98825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FEV1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PEFR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40%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미만으로 예상되는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천식 환자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FEV1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PEFR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40-60%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 예상되는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천식 환자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FEV1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PEFR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60%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이상으로 예상되는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천식 환자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6" marB="4572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6485901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0BB23469-EF5A-4B4B-BF60-D856B67CF367}"/>
              </a:ext>
            </a:extLst>
          </p:cNvPr>
          <p:cNvSpPr/>
          <p:nvPr/>
        </p:nvSpPr>
        <p:spPr>
          <a:xfrm>
            <a:off x="7452144" y="2324529"/>
            <a:ext cx="120580" cy="3542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767E7A53-915B-4D51-A757-DEE28CAA3414}"/>
              </a:ext>
            </a:extLst>
          </p:cNvPr>
          <p:cNvGrpSpPr/>
          <p:nvPr/>
        </p:nvGrpSpPr>
        <p:grpSpPr>
          <a:xfrm>
            <a:off x="1318961" y="5295135"/>
            <a:ext cx="4945271" cy="554610"/>
            <a:chOff x="6814337" y="5235856"/>
            <a:chExt cx="4945271" cy="554610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DFC2EB1-4D58-4766-9FD7-33B4CDF6F218}"/>
                </a:ext>
              </a:extLst>
            </p:cNvPr>
            <p:cNvSpPr txBox="1"/>
            <p:nvPr/>
          </p:nvSpPr>
          <p:spPr>
            <a:xfrm>
              <a:off x="7248951" y="5236468"/>
              <a:ext cx="4510657" cy="5539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FEV1 : 1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 강제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호기량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PEFR : </a:t>
              </a:r>
              <a:r>
                <a:rPr lang="ko-KR" altLang="en-US" sz="12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최고호기유속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7" name="그림 26" descr="화살이(가) 표시된 사진&#10;&#10;자동 생성된 설명">
              <a:extLst>
                <a:ext uri="{FF2B5EF4-FFF2-40B4-BE49-F238E27FC236}">
                  <a16:creationId xmlns:a16="http://schemas.microsoft.com/office/drawing/2014/main" id="{15FB1D36-C76F-4740-87BE-F8212AB453B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  <p:pic>
          <p:nvPicPr>
            <p:cNvPr id="28" name="그림 27" descr="화살이(가) 표시된 사진&#10;&#10;자동 생성된 설명">
              <a:extLst>
                <a:ext uri="{FF2B5EF4-FFF2-40B4-BE49-F238E27FC236}">
                  <a16:creationId xmlns:a16="http://schemas.microsoft.com/office/drawing/2014/main" id="{E3C6EE65-402D-4E96-94D8-C586EE5D81D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51632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71144699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73E51FC4-4739-4A14-A5DA-2898DABE834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3C6F9933-5E91-4632-8509-D8A8F2CAF8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821667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 정지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EB567C5-0B6D-44CD-8F92-1CB635C859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6113472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 정지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933949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6760BA26-886D-43D6-A2A2-6FA2A04C99CA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D17C3464-047D-4CA3-8825-9B95C705F3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6784922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93035052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339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8D5F3D0-7D63-4691-A49C-890DEF16EF1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65857435-D836-4240-95E9-F1D382CC39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774783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기침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코막힘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6DB6920-46C9-4AF5-AC5A-209A0833D9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5052162"/>
              </p:ext>
            </p:extLst>
          </p:nvPr>
        </p:nvGraphicFramePr>
        <p:xfrm>
          <a:off x="1350334" y="2107951"/>
          <a:ext cx="5063884" cy="24720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696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1B50E01-49B7-419B-9377-6B4FA9C6C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364979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코막힘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D08B7263-168C-4CA6-A06D-5691B0AD22DA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3559476410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F807CB08-5711-4427-8791-9BBE490E603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B3F8420-EACA-43A6-B94E-98EC18D6C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05301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과다호흡증후군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A14AF15-4477-42A9-B518-9F8665F37F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729009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회복된 과다호흡증후군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42F15105-925E-4284-B81E-E1CB1279535A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8091D732-A0FB-4C32-94A1-BC13E66705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727447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856772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866255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42D350EA-DC0D-42D2-9C06-BB88048969D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8DC84EA7-FE64-4D32-8781-1F52062054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95547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객혈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092161B-31B3-4511-8448-1F4241CC69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6253760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객혈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0" marB="4571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95F633FB-2A8C-48EC-BFAC-31AA78829C9C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C4C5E3E9-04BB-4D34-BD33-0C32D72ED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402876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7416004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600E0A-F581-44C7-A3EE-4F3CDAB26E7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68B01799-35D4-480D-831A-E52183D89E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765341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호흡기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5D88BE2-9D18-4F58-98A1-B4DAED11F6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9756866"/>
              </p:ext>
            </p:extLst>
          </p:nvPr>
        </p:nvGraphicFramePr>
        <p:xfrm>
          <a:off x="6774581" y="2107952"/>
          <a:ext cx="4745666" cy="40482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침흘림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협착음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목쉰소리와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38711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단추형 건전지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뾰족한 물건 등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치료적 내시경을 고려해야 하는 경우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호흡곤란 없는 연하장애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호흡기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이물질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호흡곤란 없음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7D4F5605-1651-4449-8C69-DCD8A25CF91A}"/>
              </a:ext>
            </a:extLst>
          </p:cNvPr>
          <p:cNvSpPr/>
          <p:nvPr/>
        </p:nvSpPr>
        <p:spPr>
          <a:xfrm>
            <a:off x="7452144" y="2324529"/>
            <a:ext cx="120580" cy="383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B349FFD-156D-44D0-85F3-4842761446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405508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1976472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9E883FD-9646-48DE-9244-4D86D8BD284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78F48F1A-B08E-40AC-8665-C32E31B61A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631985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알레르기 반응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51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F38CC065-21BE-4017-9E60-615C2F19A4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7632559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중증의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기왕력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아나필락시스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(anaphylaxis)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혈관부종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(angioedema)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두드러기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(urticaria)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534946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 울혈을 동반한 알레르기 비염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087D4E61-99C0-4A16-83EA-E733CEEDDA94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F238A83E-2F10-42EA-9DBE-BBF918D33B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8899523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6048876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6A2728FB-E4B8-403E-B189-C73E506ACDC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9062BCA1-3E87-47A7-A57A-01EC59A9C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89008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물림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(Bite)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BF79F76-56A2-4B6A-BBC8-89D967C598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368600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알레르기 반응의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기왕력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69099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453962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DD0AEC6E-B95A-40B0-8E98-76B7F2E59E6C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E7383C4-093B-44AF-9772-BA4F634B8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8272477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5208326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1A41AD2B-F1DF-4372-9D3D-BF8B997F429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5367F570-BAFB-46CD-AC8C-09E1BB2AC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258698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쏘임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(Sting)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0926F97-1346-48BE-B254-BAFE512B7D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2491032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알레르기 반응의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기왕력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69099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쏘임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45396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02E1B93C-A32C-4864-B685-0EA5771BC105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7CB063BF-EBB2-43CD-A28D-9A85485B6F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8924602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3009308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F5CF0671-3AED-41AB-949D-FCA60AF0460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64EDD178-49E7-4444-90B0-1351783711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901659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찰과상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248498D7-5777-4174-A55B-BAF7B0B0E4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7428353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39356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찰과상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±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 동반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2378A08F-A60A-46A8-9D20-2113ED709470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357F2A9-C1CE-4414-8D7C-936CCE277E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9357943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789843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DB4B3A3B-3C7F-4C1B-B616-9D078BC79EE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7FF8DB64-B299-41DF-8400-B141645BEE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85949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천공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EE70863-17A0-4560-B86B-CFC96A8642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9559049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동반한 복합창상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38711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지속되고 있는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지혈되었거나 조절되고 있는 출혈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필요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 필요하지 않음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3587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9F4C8205-5312-4383-9AA6-89F5DA455F75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EDCA8EC-EBFF-4168-B5AA-E9F202E1E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518110"/>
              </p:ext>
            </p:extLst>
          </p:nvPr>
        </p:nvGraphicFramePr>
        <p:xfrm>
          <a:off x="1350334" y="2107951"/>
          <a:ext cx="5063884" cy="4123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744000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711926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42182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25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15810929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C7C7C965-387A-4165-B5E0-F50BA6DCCD4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1D6563D8-DF06-44FB-9A4A-6397AEAB9E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333375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78A8870-0B47-4E65-B7DD-2B41B442F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4469788"/>
              </p:ext>
            </p:extLst>
          </p:nvPr>
        </p:nvGraphicFramePr>
        <p:xfrm>
          <a:off x="6774581" y="2107952"/>
          <a:ext cx="4745666" cy="38008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체표면적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25%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이상의 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손과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회음부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부위의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 이상의 화상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체표면적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5-25%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 화상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38711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체표면적의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&lt;5%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 이상의 화상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혹은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&lt;10%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 화상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통증없는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3587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EAE4ED2F-B955-4F12-8C57-7BA78B8ECDE2}"/>
              </a:ext>
            </a:extLst>
          </p:cNvPr>
          <p:cNvSpPr/>
          <p:nvPr/>
        </p:nvSpPr>
        <p:spPr>
          <a:xfrm>
            <a:off x="7452144" y="2324529"/>
            <a:ext cx="120580" cy="360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144EDC7-20FE-4126-8388-D99B1605C7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2195810"/>
              </p:ext>
            </p:extLst>
          </p:nvPr>
        </p:nvGraphicFramePr>
        <p:xfrm>
          <a:off x="1350334" y="2107951"/>
          <a:ext cx="5063884" cy="3734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1473923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135943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CA6E9300-D752-4227-B924-DB4C66F34173}"/>
              </a:ext>
            </a:extLst>
          </p:cNvPr>
          <p:cNvGrpSpPr/>
          <p:nvPr/>
        </p:nvGrpSpPr>
        <p:grpSpPr>
          <a:xfrm>
            <a:off x="4739857" y="5917330"/>
            <a:ext cx="1754374" cy="502757"/>
            <a:chOff x="4739857" y="5917330"/>
            <a:chExt cx="1754374" cy="502757"/>
          </a:xfrm>
        </p:grpSpPr>
        <p:pic>
          <p:nvPicPr>
            <p:cNvPr id="21" name="그림 20">
              <a:hlinkClick r:id="rId3" action="ppaction://hlinksldjump"/>
              <a:extLst>
                <a:ext uri="{FF2B5EF4-FFF2-40B4-BE49-F238E27FC236}">
                  <a16:creationId xmlns:a16="http://schemas.microsoft.com/office/drawing/2014/main" id="{81C64D1F-496E-4467-9627-3C1D39648A7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739857" y="5917330"/>
              <a:ext cx="1754374" cy="502757"/>
            </a:xfrm>
            <a:prstGeom prst="rect">
              <a:avLst/>
            </a:prstGeom>
          </p:spPr>
        </p:pic>
        <p:sp>
          <p:nvSpPr>
            <p:cNvPr id="22" name="TextBox 21">
              <a:hlinkClick r:id="rId3" action="ppaction://hlinksldjump"/>
              <a:extLst>
                <a:ext uri="{FF2B5EF4-FFF2-40B4-BE49-F238E27FC236}">
                  <a16:creationId xmlns:a16="http://schemas.microsoft.com/office/drawing/2014/main" id="{D2EEA004-E0A1-42DA-9614-D9212AE9B01B}"/>
                </a:ext>
              </a:extLst>
            </p:cNvPr>
            <p:cNvSpPr txBox="1"/>
            <p:nvPr/>
          </p:nvSpPr>
          <p:spPr>
            <a:xfrm>
              <a:off x="4886346" y="6041628"/>
              <a:ext cx="130810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schemeClr val="lt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체표면적 계산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23613004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349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3DBA6A8F-3A89-4A1A-B3D1-8023CF69F06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B1924F65-A1C9-4ABF-A0C5-8F17379CA7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5226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혈액이나 체액에 노출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83A2AAE-94FC-498A-A7C1-6FE0B01221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0731787"/>
              </p:ext>
            </p:extLst>
          </p:nvPr>
        </p:nvGraphicFramePr>
        <p:xfrm>
          <a:off x="6774581" y="2107952"/>
          <a:ext cx="4745666" cy="262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1476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노출</a:t>
                      </a: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: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주사침 찔림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속이 빈 주사 바늘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에이즈 혹은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간염 바이러스 보균자이거나 가능성 있음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알고 있는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저위험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감염원이 아니면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고위험으로 간주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936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저위험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노출</a:t>
                      </a: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: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속이 빈 주사바늘이 아닌 경우 또는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0975" marR="0" lvl="0" indent="-18097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저위험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감염원에서 액체가 튐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69703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9D28E008-8688-45F9-9D36-916D570A4D70}"/>
              </a:ext>
            </a:extLst>
          </p:cNvPr>
          <p:cNvSpPr/>
          <p:nvPr/>
        </p:nvSpPr>
        <p:spPr>
          <a:xfrm>
            <a:off x="7452144" y="2324529"/>
            <a:ext cx="120580" cy="241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DB9C8F5A-D022-46F6-A1A3-57ECF6540D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816484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6355722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AF043EFE-E6B7-40E2-938D-F7A53E6DD0C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BD1F1437-493A-4CD5-B2C3-9FE24187A8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08071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소양증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EF3F326B-2331-4F34-A3BE-8A7DD60B81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482808"/>
              </p:ext>
            </p:extLst>
          </p:nvPr>
        </p:nvGraphicFramePr>
        <p:xfrm>
          <a:off x="6774581" y="2107952"/>
          <a:ext cx="474566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20169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08830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39250FE-CE5F-45AC-9AA0-50851AD263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5531810"/>
              </p:ext>
            </p:extLst>
          </p:nvPr>
        </p:nvGraphicFramePr>
        <p:xfrm>
          <a:off x="1350334" y="2107951"/>
          <a:ext cx="5063884" cy="625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E57F0FA8-5C93-45F1-950D-E8B3ADB178DE}"/>
              </a:ext>
            </a:extLst>
          </p:cNvPr>
          <p:cNvSpPr/>
          <p:nvPr/>
        </p:nvSpPr>
        <p:spPr>
          <a:xfrm>
            <a:off x="7452144" y="2324529"/>
            <a:ext cx="120580" cy="93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2370741474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7553248-6633-49BA-A7AC-F4AF64CFD5F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7ED227D3-0F77-487D-8FC8-1C6586B339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80382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발진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9211A77-752B-4C9B-BA05-C2608BE635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268216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안와주위부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포함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자반성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점발진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54516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혈관부종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(angioedema)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7794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두드러기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(urticaria)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(cellulitis)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534946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(rash)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71E3BA3-12A0-4F61-85A8-04C93EB7CA50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6245DE72-7713-40F4-A22D-B78622FF6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34746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0377269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8A059026-ACCA-4C5B-9384-EA976B2B198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DD9B0D69-C7E2-4777-BAA5-3247464D43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300833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국소성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부종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발적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E4F8234-841A-41DA-BC03-3B3B6A661B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4734388"/>
              </p:ext>
            </p:extLst>
          </p:nvPr>
        </p:nvGraphicFramePr>
        <p:xfrm>
          <a:off x="6774581" y="2107952"/>
          <a:ext cx="4745666" cy="39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609638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얼굴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안와주위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12891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자반성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79751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연조직염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534946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국소성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3D7F9093-E8C1-4F62-B24E-C8E712879263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4168570-4C62-4C04-9020-217FCBD6CA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5861984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3162237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07FE11DE-2CE9-48D0-B7DB-2A86228F86D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7EE8F5F3-384F-4AE9-BEBC-C17EE054BA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28092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상처 확인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198B4BC-1DB8-43EA-BEA2-C4472EB82F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49133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상처 확인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263C1740-C7C2-4DC0-A4C9-18A38CE6D488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7E56A9E-02AF-4C03-9BD5-F0AF1C45F6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249130"/>
              </p:ext>
            </p:extLst>
          </p:nvPr>
        </p:nvGraphicFramePr>
        <p:xfrm>
          <a:off x="1350334" y="2107951"/>
          <a:ext cx="5063884" cy="1866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8141037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44F2F6AA-2A1B-45F8-A81E-BB9C3F16A77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68ED3CD1-BACD-4D8D-9024-1A8F2F244E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186079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피부 상태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E4A3C41D-71E6-4AB9-8434-9AC0F30833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723500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피부 상태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B0D64061-C20A-4081-891A-BB3266A488BA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DE8A1DAB-D936-41A1-A067-615A7CD1C4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480240"/>
              </p:ext>
            </p:extLst>
          </p:nvPr>
        </p:nvGraphicFramePr>
        <p:xfrm>
          <a:off x="1350334" y="2107951"/>
          <a:ext cx="5063884" cy="1866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4300467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1C5C8A9E-3D94-42EE-A9BD-2CBBB8EDED9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0AE64391-82E1-4286-896A-1F4C9638D9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386510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혹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돌기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굳은 살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6B4E849-B841-49AA-9F0A-943EC504EA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611152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혹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돌기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굳은 살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54429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41B04CAB-0F7E-4C96-8D41-D85B163D21B6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B6FA734-4055-4A7B-B480-8409363FF7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29463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52381767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2EFAD404-387F-4E4F-9DE2-A983CB90B56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1B95D2E0-8C0C-48AA-AC39-B41DD37622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769237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유방의 발적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압통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51B399C9-F113-4E7D-A8E5-069AC76A9F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5277642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발적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압통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유방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084931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2B9A5EB1-3F50-4760-B03B-B1716FD614E2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CC2D060F-8A7F-40E3-8794-C094833C2D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5263375"/>
              </p:ext>
            </p:extLst>
          </p:nvPr>
        </p:nvGraphicFramePr>
        <p:xfrm>
          <a:off x="1350334" y="2107951"/>
          <a:ext cx="5063884" cy="33024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5298941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2D64D4D3-089E-4AF6-B63E-98CFBF1784D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2FA87EE2-A272-4A3F-93C0-6C5696652D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66448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 가능성 확인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623E8F1-2D82-43AA-971A-E6C41CA2EA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95925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감염 가능성 확인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466B804D-FD75-41E9-A961-754DF6001A82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8644B4F-41B8-4F4A-894A-FFE19B5FBE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1245896"/>
              </p:ext>
            </p:extLst>
          </p:nvPr>
        </p:nvGraphicFramePr>
        <p:xfrm>
          <a:off x="1350334" y="2107951"/>
          <a:ext cx="5063884" cy="625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4680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7688028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5B2DB93-190F-4BC0-B6AF-6F448B1A692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BB52547C-50A1-42B6-8EEA-CE6E689143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78745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청색증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6454756-5A66-4FE5-9E96-14D66D72B9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003902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청색증</a:t>
                      </a:r>
                      <a:endParaRPr lang="ko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2385EA32-09C6-483B-89E1-EACB72BFA4FF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77FEE84-EA08-4A0C-AD94-ABE2B8353A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7284571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7874071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359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0CD6E34C-647E-4CFF-833D-E9FF928522B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6A0C946A-9B1B-40CE-89FF-7C9DFD664B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523151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외상없이 저절로 멍듦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5CD4374-7343-4B93-BC68-4C18B11659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0984503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외상없이 저절로 멍듦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18B084-ECFC-4EA4-8F4E-D9B12CDEC03B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566900B-81B4-421C-8515-0A296B409C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9738073"/>
              </p:ext>
            </p:extLst>
          </p:nvPr>
        </p:nvGraphicFramePr>
        <p:xfrm>
          <a:off x="1350334" y="2107951"/>
          <a:ext cx="5063884" cy="35076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2414202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3C153E3-A208-4375-AAB0-20B757BC404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F01F4F11-9B1D-49F7-93EF-18B12AD6F7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06300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피부의 이물질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717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D0DDCF3-12AE-4C70-BF98-7F38E90AAF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8146512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피부의 이물질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0ADF5509-0587-4FF6-BE7A-C3BDF2B1AF59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559E42C-1347-4EAD-908E-23657F10BC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851935"/>
              </p:ext>
            </p:extLst>
          </p:nvPr>
        </p:nvGraphicFramePr>
        <p:xfrm>
          <a:off x="1350334" y="2107951"/>
          <a:ext cx="5063884" cy="1866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1857259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240C71F-F7BD-4F2B-8354-BAD54EEA0DB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3B6AE8D2-6428-4946-BE3E-B8F2FBBFDE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597621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 오용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중독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B7C630A-5E3A-4A72-9576-74A1998FBC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8769705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 수 없는 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801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215150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알려진 </a:t>
                      </a: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저독성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21280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C0FFAABF-626A-4B62-AECB-60BB62E204A8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151BAE0-A177-46BE-85BF-CD3C68FF13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6769551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8645532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B7955405-9412-4A26-BEF9-697E9242E4B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1E2F3F5F-F89E-49A1-AFC9-5A9FC6B922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826832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과다 복용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364CB84-1B4A-43FC-AEAA-242A401011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4394086"/>
              </p:ext>
            </p:extLst>
          </p:nvPr>
        </p:nvGraphicFramePr>
        <p:xfrm>
          <a:off x="6774581" y="2107952"/>
          <a:ext cx="4745666" cy="39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 물질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 수 없는 물질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315674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801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계획적인 자살시도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215150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구체적인 계획이 없는 자살관념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4948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과다 복용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8" marB="45728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212808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0B1ACCF-8598-4C99-8DE3-50C3A800613B}"/>
              </a:ext>
            </a:extLst>
          </p:cNvPr>
          <p:cNvSpPr/>
          <p:nvPr/>
        </p:nvSpPr>
        <p:spPr>
          <a:xfrm>
            <a:off x="7452144" y="2324529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F5FDE31B-A941-4024-8BCF-21321F879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9015257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9403545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3DF36E40-E3E1-4993-8AFB-4126929F2DB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11292068-72E6-4563-B12D-5A7266750C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7058493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물질 금단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D457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EB71A071-6710-4D04-AEC3-3277F1D421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9700119"/>
              </p:ext>
            </p:extLst>
          </p:nvPr>
        </p:nvGraphicFramePr>
        <p:xfrm>
          <a:off x="6774581" y="2107952"/>
          <a:ext cx="4745666" cy="41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5663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경련중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최근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발작 후 상태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초조한 상태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315674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도주의 가능성이나 안전에 대한 위험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801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215150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49489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불안 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6" marB="45716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21280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4AB59C2A-530E-47A7-9B0A-A0854EF07844}"/>
              </a:ext>
            </a:extLst>
          </p:cNvPr>
          <p:cNvSpPr/>
          <p:nvPr/>
        </p:nvSpPr>
        <p:spPr>
          <a:xfrm>
            <a:off x="7452144" y="2324529"/>
            <a:ext cx="120580" cy="388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8229B133-A6BA-427E-91DA-0C41739C41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987830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9493276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BDAA4CD1-7679-42D6-80F0-202A414EE77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0CFF6FE0-D8C1-4349-A74D-67EC7D40E9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15747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0193547-72A4-469A-ABC0-CF6E5FA7EE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5275102"/>
              </p:ext>
            </p:extLst>
          </p:nvPr>
        </p:nvGraphicFramePr>
        <p:xfrm>
          <a:off x="6774581" y="2107952"/>
          <a:ext cx="4745666" cy="3074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5184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손상과 동반된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척추 골절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두부의 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사지의 신경혈관 장애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머리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가슴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복부의 관통상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몸통을 포함한 다발성 외상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6537600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42629D8B-B310-4C14-A2C9-8F31BA49CA59}"/>
              </a:ext>
            </a:extLst>
          </p:cNvPr>
          <p:cNvSpPr/>
          <p:nvPr/>
        </p:nvSpPr>
        <p:spPr>
          <a:xfrm>
            <a:off x="7452144" y="2324529"/>
            <a:ext cx="120580" cy="28584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CF85BEA2-3265-4BA6-8065-8E89E9B649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9572010"/>
              </p:ext>
            </p:extLst>
          </p:nvPr>
        </p:nvGraphicFramePr>
        <p:xfrm>
          <a:off x="1350334" y="2107951"/>
          <a:ext cx="5063884" cy="41232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8875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99653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262175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5264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8763295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F1D1C81-33EF-4611-BB63-9614A34059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7602073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70144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82048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078FA6F-5517-4F40-9106-90E8E7601D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4679828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신경학적 손상과 동반된 척추 골절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사지의 신경혈관 장애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장기간의 척추고정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몸통을 포함한 다발성 외상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6850ADB1-374B-4C8D-89AE-B4B496FC0F75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DCBAD2A6-8F41-4B00-B6D8-6F8AA84E682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796276F4-C7D8-4BCD-A776-F0BEC3DBE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419489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몸통을 포함한 다발성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3548435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A91D426B-C3A9-4B58-8D5B-7C53A17C547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BA449A05-C23A-41F6-914E-47BAB7F259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6823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흉부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11400B7-B054-427E-BBA7-E349D71484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79007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 흉부 외상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AFC615CB-79EF-4332-B00A-ABCFAFEC5919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77B808D-B6E5-49CF-A70D-A09C3EA213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592192"/>
              </p:ext>
            </p:extLst>
          </p:nvPr>
        </p:nvGraphicFramePr>
        <p:xfrm>
          <a:off x="1350334" y="2107951"/>
          <a:ext cx="5063884" cy="2686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8875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0337754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FEE66AB1-39BB-433D-AFCB-B38A7BB9C09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F8725B2D-B49E-4426-89E4-6D2A3D941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858952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흉부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7206192-D731-4925-80E2-A3AB8779DC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48395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흉부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45713" marB="4571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503166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5D6973CD-3F39-4A9C-9551-6B7A1C5BAB43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5C046BA-8B02-4259-8D48-AB893327CC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7173232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70144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820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2714168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7FCAD86B-75F6-43F7-9FC2-07E0AFCF79D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A9743702-05C1-4912-8193-5684DE728E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406282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복부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관통상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FD65A9A-621A-470C-A8DC-A3C80847AF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9335315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관통상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83464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C270311D-1B8B-4927-A187-945AEA51C5AD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653FA311-7CF3-439F-9F06-46CCEDF3B8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5905004"/>
              </p:ext>
            </p:extLst>
          </p:nvPr>
        </p:nvGraphicFramePr>
        <p:xfrm>
          <a:off x="1350334" y="2107951"/>
          <a:ext cx="5063884" cy="2686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239149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8875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450266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369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800911E-D861-4262-BC4D-80312F1B159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8791BD3A-CA24-4318-8996-23B7933F51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637209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단독 복부 외상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둔상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7B88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F3486AC-9D2E-4D42-A0AC-4A1E18B1CF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7925609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사고기전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단독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복부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외상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둔상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BCC4E26D-C591-4E6F-8904-E01F733CB91D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8D8DB3F-E9E2-4AF3-96D7-DA06EDCF2E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4883017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70144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96208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고위험성 사고기전</a:t>
                      </a:r>
                      <a:endParaRPr kumimoji="0" lang="en-US" altLang="ko-KR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832565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820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2730054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BA853BE3-F664-4FBC-B7F7-FF9811E9D23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5B2254F7-F8EA-4CDC-A5AD-1B271AC9A0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771526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감염성 질환에 노출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B7F72CF-1F96-4BAB-BD7D-1961772528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597458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8300183-E74B-4CB1-859E-C14E7582B7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0271844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감염성 질환에 노출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DD6B1AEB-F3A2-484C-84BB-378EB5104250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329988730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FABE0992-2319-4C50-A2A7-A0B06B75551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3" name="표 20">
            <a:extLst>
              <a:ext uri="{FF2B5EF4-FFF2-40B4-BE49-F238E27FC236}">
                <a16:creationId xmlns:a16="http://schemas.microsoft.com/office/drawing/2014/main" id="{B0557E31-A8D9-4FB9-8733-7D989C3083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97118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200C439-96BE-4C1B-A9B2-31252BC1CC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7151567"/>
              </p:ext>
            </p:extLst>
          </p:nvPr>
        </p:nvGraphicFramePr>
        <p:xfrm>
          <a:off x="6774581" y="2107952"/>
          <a:ext cx="4745666" cy="30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5490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366573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43991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DD4FB477-83CF-4FF5-8BEF-34C173FA7487}"/>
              </a:ext>
            </a:extLst>
          </p:cNvPr>
          <p:cNvSpPr/>
          <p:nvPr/>
        </p:nvSpPr>
        <p:spPr>
          <a:xfrm>
            <a:off x="7452144" y="2324529"/>
            <a:ext cx="120580" cy="280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050135DA-C1FF-4930-994A-314C58BBDF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6807050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23942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BD1B21FD-7B65-4DCF-9DCF-0707C8EA401C}"/>
              </a:ext>
            </a:extLst>
          </p:cNvPr>
          <p:cNvGrpSpPr/>
          <p:nvPr/>
        </p:nvGrpSpPr>
        <p:grpSpPr>
          <a:xfrm>
            <a:off x="6747097" y="5215546"/>
            <a:ext cx="4945271" cy="511382"/>
            <a:chOff x="6814337" y="5235856"/>
            <a:chExt cx="4945271" cy="511382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B967814-B1ED-4E7B-8AF6-446620A87A0A}"/>
                </a:ext>
              </a:extLst>
            </p:cNvPr>
            <p:cNvSpPr txBox="1"/>
            <p:nvPr/>
          </p:nvSpPr>
          <p:spPr>
            <a:xfrm>
              <a:off x="7248951" y="5247101"/>
              <a:ext cx="4510657" cy="50013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환자가 내원 당시 열이 없더라도 발열의 병력이 있으면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spcBef>
                  <a:spcPts val="300"/>
                </a:spcBef>
              </a:pP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적용 가능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2" name="그림 21" descr="화살이(가) 표시된 사진&#10;&#10;자동 생성된 설명">
              <a:extLst>
                <a:ext uri="{FF2B5EF4-FFF2-40B4-BE49-F238E27FC236}">
                  <a16:creationId xmlns:a16="http://schemas.microsoft.com/office/drawing/2014/main" id="{ABE42011-356E-4D86-99C0-D6D282FAB88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814337" y="5235856"/>
              <a:ext cx="494249" cy="2656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79754451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B0E57070-8742-45AC-AC41-F4D8A1F489E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8" name="표 20">
            <a:extLst>
              <a:ext uri="{FF2B5EF4-FFF2-40B4-BE49-F238E27FC236}">
                <a16:creationId xmlns:a16="http://schemas.microsoft.com/office/drawing/2014/main" id="{6B267765-5C27-4349-B57C-9081018EEC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56251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고혈당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71409A4E-4D12-4330-A577-D523A24A8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2108651"/>
              </p:ext>
            </p:extLst>
          </p:nvPr>
        </p:nvGraphicFramePr>
        <p:xfrm>
          <a:off x="6774581" y="2107952"/>
          <a:ext cx="4745666" cy="1712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&gt;324m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g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/dl,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 있음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호흡곤란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탈수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쇠약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&gt;324mg/dl,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무증상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5" marB="45735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79F3E356-A486-4E8F-AFDA-B0A9167610BE}"/>
              </a:ext>
            </a:extLst>
          </p:cNvPr>
          <p:cNvSpPr/>
          <p:nvPr/>
        </p:nvSpPr>
        <p:spPr>
          <a:xfrm>
            <a:off x="7452144" y="2324529"/>
            <a:ext cx="120580" cy="149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1C89CBF1-FB87-49A3-850B-C46BB0DD3B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5704705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23942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2098091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7625A353-17A3-4929-ADD5-2ED609CDB8D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FEFDB6B6-632E-4B6F-B506-79B3DB0D2D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486932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저혈당</a:t>
                      </a:r>
                      <a:endParaRPr lang="ko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F3700FC1-169E-42C9-B4BA-1E928589F4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8403031"/>
              </p:ext>
            </p:extLst>
          </p:nvPr>
        </p:nvGraphicFramePr>
        <p:xfrm>
          <a:off x="6774581" y="2107952"/>
          <a:ext cx="4745666" cy="26488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&lt;54mg/dl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77372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혈당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54-70mg/dl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면서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저혈당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증상 동반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의식혼미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식은땀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행동변화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발작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2742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미만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157169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이상에서 혈당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54-70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mg/dl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이면서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무증상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4" marB="4571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6788A7-3EC6-4FDB-9CC0-2FC637134579}"/>
              </a:ext>
            </a:extLst>
          </p:cNvPr>
          <p:cNvSpPr/>
          <p:nvPr/>
        </p:nvSpPr>
        <p:spPr>
          <a:xfrm>
            <a:off x="7452144" y="2324529"/>
            <a:ext cx="120580" cy="2692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F44C36F-7EC1-4381-9C92-69CCAEDF3A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9304986"/>
              </p:ext>
            </p:extLst>
          </p:nvPr>
        </p:nvGraphicFramePr>
        <p:xfrm>
          <a:off x="1350334" y="2107951"/>
          <a:ext cx="5063884" cy="2882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23942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6529766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F40CE711-5001-48AD-9A0E-C1B2C0358C2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9630F583-EC4A-400B-AC59-7ADE5F2FB2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981275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 진료를 위해서 의뢰된 환자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847C7B36-1DC6-4023-AA73-7DF959F3F0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7429629"/>
              </p:ext>
            </p:extLst>
          </p:nvPr>
        </p:nvGraphicFramePr>
        <p:xfrm>
          <a:off x="6774581" y="2107952"/>
          <a:ext cx="4745666" cy="3770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42667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77372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 치료가 시작되어야 할 위험수치나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이상소견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54812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수술 및 시술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지속감시가 필요하여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의뢰된 환자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05534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975634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전문진료를 위해 의뢰되었으나 수술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및 시술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지속감시가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필요없는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환자</a:t>
                      </a: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0024068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C8B7F7-AE68-40EF-9DE2-AEDA49E8D013}"/>
              </a:ext>
            </a:extLst>
          </p:cNvPr>
          <p:cNvSpPr/>
          <p:nvPr/>
        </p:nvSpPr>
        <p:spPr>
          <a:xfrm>
            <a:off x="7452144" y="2324529"/>
            <a:ext cx="120580" cy="35532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9A78A8E1-C2DC-406C-A45C-AB137A09CE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484708"/>
              </p:ext>
            </p:extLst>
          </p:nvPr>
        </p:nvGraphicFramePr>
        <p:xfrm>
          <a:off x="1350334" y="2107951"/>
          <a:ext cx="5063884" cy="4324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9735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01555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49993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5210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769323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630402"/>
                  </a:ext>
                </a:extLst>
              </a:tr>
              <a:tr h="194719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3724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7257866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D6A0D752-F9B6-406E-A516-ADC646BDEE3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FA9742E6-34D2-489B-96ED-C123198A02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9831246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드레싱 교체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FCA6A88-4443-4A0D-B509-6D52B79C19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334005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드레싱 교체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224C007C-316A-4BFD-9D66-62215DA2232D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9C543B22-57E1-4F78-ACEA-8EA3B85435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08606"/>
              </p:ext>
            </p:extLst>
          </p:nvPr>
        </p:nvGraphicFramePr>
        <p:xfrm>
          <a:off x="1350334" y="2107951"/>
          <a:ext cx="5063884" cy="1866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4271273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9AA8217D-4F5C-42E4-BAFF-4AC0498FCE8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0C9C9A5B-BC0A-48F2-9D91-1C193EC0E2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52201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스테이플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봉합사 제거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857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B7A9E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A609B99-5459-41AD-B949-9069565AE9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3246467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스테이플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봉합사 제거</a:t>
                      </a:r>
                    </a:p>
                  </a:txBody>
                  <a:tcPr marT="45707" marB="4570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96A2E5DF-EAF6-4002-9363-57C42F4C5309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E4349FB-B7EE-4BC2-B9D4-92D62A9B35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1660375"/>
              </p:ext>
            </p:extLst>
          </p:nvPr>
        </p:nvGraphicFramePr>
        <p:xfrm>
          <a:off x="1350334" y="2107951"/>
          <a:ext cx="5063884" cy="1866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</a:t>
                      </a: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lang="ko-KR" altLang="en-US" sz="1050" b="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lang="en-US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6691697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312461F7-26C8-49F5-8DB7-708A1882075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F1A5357-C936-4DCB-AF5E-3D62AB65DC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505718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석고 붕대 확인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858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49375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FAC0EC3-2912-4912-AC1F-98BDB51538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9043576"/>
              </p:ext>
            </p:extLst>
          </p:nvPr>
        </p:nvGraphicFramePr>
        <p:xfrm>
          <a:off x="6774581" y="2107952"/>
          <a:ext cx="4745666" cy="31168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458548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511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끼어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장애를 동반함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608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석고붕대가 꽉 기어 아프지만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 장애는 없음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석고붕대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교환</a:t>
                      </a:r>
                      <a:endParaRPr kumimoji="0" lang="en-CA" altLang="ko-KR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A0085F-6461-4320-939A-5D778D45E3C1}"/>
              </a:ext>
            </a:extLst>
          </p:cNvPr>
          <p:cNvSpPr/>
          <p:nvPr/>
        </p:nvSpPr>
        <p:spPr>
          <a:xfrm>
            <a:off x="7452144" y="2324529"/>
            <a:ext cx="120580" cy="2908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6779DC8D-3627-46B3-9741-156CB4E342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0995252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116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1585885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5E62CC03-9EDF-43D3-A73A-9A0ABF31FA5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4A02516E-438C-45E4-9773-B136F408E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7365480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 검사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검사실 검사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859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916DBA07-07A9-47F0-AABA-79425B5454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4235770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 검사 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검사실 검사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B2EE8889-9D8C-4B08-A105-550838A0FC1E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322A76E1-C98B-4F60-9018-D50A0F12E9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8657159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101353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379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98F7D0D8-1634-41AE-989C-46E2773E4E6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88757D35-0543-48DA-ADE0-CB11479A61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3579921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의료 장비 문제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860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A939F234-3625-4691-8C2B-0FC330EDF6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0262838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65668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82048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2C21C840-B106-4DFA-862C-CC8D0855B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0301427"/>
              </p:ext>
            </p:extLst>
          </p:nvPr>
        </p:nvGraphicFramePr>
        <p:xfrm>
          <a:off x="6774581" y="2107952"/>
          <a:ext cx="4745666" cy="26442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 장비 문제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36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증상 없음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‘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불편함이 없음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8508253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F22BB9B7-9745-4B0C-90C8-489D26A88BE9}"/>
              </a:ext>
            </a:extLst>
          </p:cNvPr>
          <p:cNvSpPr/>
          <p:nvPr/>
        </p:nvSpPr>
        <p:spPr>
          <a:xfrm>
            <a:off x="7452144" y="2324529"/>
            <a:ext cx="120580" cy="243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3123724072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A69C2D10-310D-4C5A-85C3-A683A76F10C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8C56A0D0-949E-4449-90D2-696F12FD55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127979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처방전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투약 문의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306EB81-9951-4EBF-8A1A-64F79F6B0D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8896237"/>
              </p:ext>
            </p:extLst>
          </p:nvPr>
        </p:nvGraphicFramePr>
        <p:xfrm>
          <a:off x="6774581" y="2107952"/>
          <a:ext cx="4745666" cy="68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처방전 </a:t>
                      </a:r>
                      <a:r>
                        <a:rPr kumimoji="0" lang="en-US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투약 문의</a:t>
                      </a: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8354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F976F3B4-F460-46F7-B9DD-29451F2E8E56}"/>
              </a:ext>
            </a:extLst>
          </p:cNvPr>
          <p:cNvSpPr/>
          <p:nvPr/>
        </p:nvSpPr>
        <p:spPr>
          <a:xfrm>
            <a:off x="7452144" y="2324529"/>
            <a:ext cx="120580" cy="468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E73930B-EA3E-47DB-9307-548D216D5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8736618"/>
              </p:ext>
            </p:extLst>
          </p:nvPr>
        </p:nvGraphicFramePr>
        <p:xfrm>
          <a:off x="1350334" y="2107950"/>
          <a:ext cx="5063884" cy="2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6388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6540045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19CB09F5-7819-4441-BD61-2FBB4C31A8D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9EBFBCA3-F215-4740-8AD6-65BF18FD4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609116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반지 제거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862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A5A6B812-6567-48BE-87A1-7881406438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760937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4" marB="45724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1443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신경혈관</a:t>
                      </a:r>
                      <a:r>
                        <a:rPr kumimoji="0" lang="ko-KR" altLang="en-CA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장애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984218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9438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kumimoji="0" lang="en-CA" altLang="ko-KR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4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반지 제거</a:t>
                      </a:r>
                      <a:endParaRPr kumimoji="0" lang="ko-KR" altLang="en-CA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DE43495-90A8-4600-8487-CF3AEFC736C7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F06EC213-7229-4C73-B1E8-309BBCB097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532754"/>
              </p:ext>
            </p:extLst>
          </p:nvPr>
        </p:nvGraphicFramePr>
        <p:xfrm>
          <a:off x="1350334" y="2107951"/>
          <a:ext cx="5063884" cy="1660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371868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55539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5321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646733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382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78B19470-8B45-4201-A4DE-5984642D70C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5" name="표 20">
            <a:extLst>
              <a:ext uri="{FF2B5EF4-FFF2-40B4-BE49-F238E27FC236}">
                <a16:creationId xmlns:a16="http://schemas.microsoft.com/office/drawing/2014/main" id="{B0C12A61-C952-4545-8FA4-B40939A67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9799544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비정상 검사 결과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87A27B2-F598-4C85-B084-84D27E6B39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148445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955615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A9C11B9A-6657-40B5-951E-8D70B014C1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3070169"/>
              </p:ext>
            </p:extLst>
          </p:nvPr>
        </p:nvGraphicFramePr>
        <p:xfrm>
          <a:off x="6774581" y="2107952"/>
          <a:ext cx="4745666" cy="33025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 치료가 시작되어야 할 위험수치나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이상소견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48199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위험수치나 이상소견에 해당되나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위험수치나 이상소견에 해당되지 않으며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7" marB="45727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690781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531CF6-DB59-42EF-8BA1-4B3749C9E21F}"/>
              </a:ext>
            </a:extLst>
          </p:cNvPr>
          <p:cNvSpPr/>
          <p:nvPr/>
        </p:nvSpPr>
        <p:spPr>
          <a:xfrm>
            <a:off x="7452144" y="2324529"/>
            <a:ext cx="120580" cy="30888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2978599889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383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43EC6D87-1E6C-423E-ABA0-EBFE913BA01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463BCB65-BD44-44BE-BAE9-5437549B0C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79465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창백함 </a:t>
                      </a:r>
                      <a:r>
                        <a:rPr lang="en-US" altLang="ko-KR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빈혈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864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FE6EEBD5-22CF-48A7-AA9E-35A721DC16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1833869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창백함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빈혈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8D2B9189-C769-43B1-90FF-1AE06DB0ED4F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DAB8DC27-4E6D-49B0-9B48-AEC3B03C2E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3507874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955615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871858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384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57825696-6BCA-4CED-88E0-2637D4DA88B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4" name="표 20">
            <a:extLst>
              <a:ext uri="{FF2B5EF4-FFF2-40B4-BE49-F238E27FC236}">
                <a16:creationId xmlns:a16="http://schemas.microsoft.com/office/drawing/2014/main" id="{CE74977D-68D6-408F-AEDB-5314DF3C59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470054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수술 후 합병증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865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68B8C76-2B17-4C36-8825-780CF7B8F3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722176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8534413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0760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3398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32874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387033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C92F17C-69E1-4E07-8F31-250BF41F1B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6090643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 없음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정기적인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540874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47ABB3EA-9462-452C-A626-D8F0EF4968D6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928333917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385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4404B88-D59E-453F-83B5-8E2D603BFC8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2EE8548E-CF56-4CCE-973B-EE272EBF00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91879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경증 및 </a:t>
                      </a:r>
                      <a:r>
                        <a:rPr lang="ko-KR" altLang="en-US" sz="16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비특이적</a:t>
                      </a: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증상 호소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866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BA0DF16-5AC6-4846-BABE-8BCBCFC615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0316562"/>
              </p:ext>
            </p:extLst>
          </p:nvPr>
        </p:nvGraphicFramePr>
        <p:xfrm>
          <a:off x="1350334" y="2107951"/>
          <a:ext cx="5063884" cy="391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12959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30368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3398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(8-10)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40886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387033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중등도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(4-7)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677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</a:t>
                      </a:r>
                      <a:r>
                        <a:rPr kumimoji="0" lang="ko-Kore-KR" alt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</a:t>
                      </a:r>
                      <a:r>
                        <a:rPr kumimoji="0" lang="ko-KR" alt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경증 통증 </a:t>
                      </a: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(&lt;4)</a:t>
                      </a:r>
                      <a:endParaRPr kumimoji="0" lang="ko-Kore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1117540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9FF1204E-0280-4AAD-9711-62037A3F7A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3083195"/>
              </p:ext>
            </p:extLst>
          </p:nvPr>
        </p:nvGraphicFramePr>
        <p:xfrm>
          <a:off x="6774581" y="2107952"/>
          <a:ext cx="4745666" cy="20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통증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만성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1525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ore-KR" altLang="en-US" sz="2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및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비특이적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증상 호소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03" marB="4570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540874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7CE8DD1A-AA8D-4569-9AA7-15BDAE82E864}"/>
              </a:ext>
            </a:extLst>
          </p:cNvPr>
          <p:cNvSpPr/>
          <p:nvPr/>
        </p:nvSpPr>
        <p:spPr>
          <a:xfrm>
            <a:off x="7452144" y="2324529"/>
            <a:ext cx="120580" cy="1872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1542346198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386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E347FCB-A751-4053-A85E-58F4EB76E77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87F8D44-971D-480A-87A0-8E8B38B105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2369382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영유아의 달랠 수 없는 울음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603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FDA4086-EBE2-4C58-A790-2210B74345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2644766"/>
              </p:ext>
            </p:extLst>
          </p:nvPr>
        </p:nvGraphicFramePr>
        <p:xfrm>
          <a:off x="6774581" y="2107952"/>
          <a:ext cx="4745666" cy="34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32" marB="45732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9964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달랠 수 없는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영유아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비정상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75068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달랠 수 없는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영유아</a:t>
                      </a:r>
                      <a:r>
                        <a:rPr lang="ko-KR" altLang="en-CA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활력징후는 안정적임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11540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보채지만 달랠 수 있는 영유아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277157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245437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01117728-EC8F-4D1E-BC6F-28E5E6AF57F2}"/>
              </a:ext>
            </a:extLst>
          </p:cNvPr>
          <p:cNvSpPr/>
          <p:nvPr/>
        </p:nvSpPr>
        <p:spPr>
          <a:xfrm>
            <a:off x="7452144" y="2324529"/>
            <a:ext cx="120580" cy="3276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0E813A1-FB92-4C75-9492-069B5A0517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6382189"/>
              </p:ext>
            </p:extLst>
          </p:nvPr>
        </p:nvGraphicFramePr>
        <p:xfrm>
          <a:off x="1350334" y="2107951"/>
          <a:ext cx="5063884" cy="30876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4123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11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1443131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387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A83CC866-2D1A-4668-BB2A-1D56A738C52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138F913C-668F-4750-9284-35192D8B26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575686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소아의 선천적 문제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611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1C8FEC0D-D7D9-4E69-B0F8-A1582A9C87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069378"/>
              </p:ext>
            </p:extLst>
          </p:nvPr>
        </p:nvGraphicFramePr>
        <p:xfrm>
          <a:off x="6774581" y="2107952"/>
          <a:ext cx="4745666" cy="4008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11" marB="45711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93394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7611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빠른 악화 가능성 또는 즉시 치료의 필요성이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있는 상태이거나 확인할 수 있는 프로토콜이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필요한 상황일 때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13330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유전 대사질환으로 인한 구토 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설사</a:t>
                      </a: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형 당뇨병 또는 부신 기능부전증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88709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출혈성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질환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치료가 필요한지 보호자가 확인하고 싶은 경우</a:t>
                      </a:r>
                      <a:endParaRPr lang="ko-KR" altLang="en-CA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28611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  <a:r>
                        <a:rPr lang="en-CA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잠재적인 문제가 있는 선천적 질환을 </a:t>
                      </a:r>
                      <a:endParaRPr lang="en-US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가진 안정적인 상태의 소아</a:t>
                      </a:r>
                      <a:endParaRPr lang="en-CA" altLang="ko-KR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45723" marB="45723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2265918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2B3A3C68-4B3E-4FCB-8558-5714C47604FD}"/>
              </a:ext>
            </a:extLst>
          </p:cNvPr>
          <p:cNvSpPr/>
          <p:nvPr/>
        </p:nvSpPr>
        <p:spPr>
          <a:xfrm>
            <a:off x="7452144" y="2324529"/>
            <a:ext cx="120580" cy="3780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68F7A3F-89D1-4C7C-9E07-A4F1A7B67F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1996225"/>
              </p:ext>
            </p:extLst>
          </p:nvPr>
        </p:nvGraphicFramePr>
        <p:xfrm>
          <a:off x="1350334" y="2107951"/>
          <a:ext cx="5063884" cy="3712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6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37490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혈역학적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장애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1037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의식변화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(V/P, GCS 9-13)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70906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면역저하 상태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51411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&lt;3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T&lt;36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27945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아파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87668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2161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범위 밖의 활력징후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499497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3-18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en-CA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</a:t>
                      </a:r>
                      <a:r>
                        <a:rPr lang="ko-KR" altLang="en-CA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건강해 보임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349949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이고 아파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3126762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&gt;18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개월이면서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T≥38</a:t>
                      </a:r>
                      <a:r>
                        <a:rPr lang="it-IT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°C</a:t>
                      </a:r>
                      <a:r>
                        <a:rPr lang="fr-FR" altLang="ko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이지만 건강해 보임</a:t>
                      </a:r>
                      <a:endParaRPr lang="en-US" altLang="ko-KR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49972"/>
                  </a:ext>
                </a:extLst>
              </a:tr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ore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밖의 </a:t>
                      </a:r>
                      <a:r>
                        <a:rPr lang="en-US" altLang="ko-KR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62654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생명 혹은 사지를 소실할 정도의 위급한 출혈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674221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출혈성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질환 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중등도나 경도의 출혈</a:t>
                      </a:r>
                      <a:r>
                        <a:rPr kumimoji="0" lang="en-US" altLang="ko-KR" sz="105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ore-KR" altLang="en-US" sz="105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3567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8385828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388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4404B88-D59E-453F-83B5-8E2D603BFC8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1" name="표 20">
            <a:extLst>
              <a:ext uri="{FF2B5EF4-FFF2-40B4-BE49-F238E27FC236}">
                <a16:creationId xmlns:a16="http://schemas.microsoft.com/office/drawing/2014/main" id="{2EE8548E-CF56-4CCE-973B-EE272EBF00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9360058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6008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663191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Coding System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Codes</a:t>
                      </a:r>
                      <a:endParaRPr lang="ko-Kore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457200" marR="0" lvl="1" indent="-3683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방금 태어난 신생아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4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NACRS</a:t>
                      </a:r>
                      <a:endParaRPr lang="ko-Kore-KR" altLang="en-US" sz="14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869</a:t>
                      </a:r>
                      <a:endParaRPr lang="ko-Kore-KR" altLang="en-US" sz="14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9383">
                        <a:alpha val="9804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ore-KR" altLang="en-US" sz="800" dirty="0"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9FF1204E-0280-4AAD-9711-62037A3F7A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7459001"/>
              </p:ext>
            </p:extLst>
          </p:nvPr>
        </p:nvGraphicFramePr>
        <p:xfrm>
          <a:off x="6774581" y="2107952"/>
          <a:ext cx="4745666" cy="16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974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3947692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6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증상별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BEC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ko-Kore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35583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9394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활력징후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816465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4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신생아</a:t>
                      </a:r>
                    </a:p>
                  </a:txBody>
                  <a:tcPr marT="45740" marB="45740" anchor="ctr" horzOverflow="overflow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46671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7CE8DD1A-AA8D-4569-9AA7-15BDAE82E864}"/>
              </a:ext>
            </a:extLst>
          </p:cNvPr>
          <p:cNvSpPr/>
          <p:nvPr/>
        </p:nvSpPr>
        <p:spPr>
          <a:xfrm>
            <a:off x="7452144" y="2324529"/>
            <a:ext cx="120580" cy="140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E3CA42E5-BCB6-4E8A-8F32-E8E3E49977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1281218"/>
              </p:ext>
            </p:extLst>
          </p:nvPr>
        </p:nvGraphicFramePr>
        <p:xfrm>
          <a:off x="1350334" y="2107951"/>
          <a:ext cx="5063884" cy="830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8367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4465517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214836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활력징후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고려사항</a:t>
                      </a:r>
                      <a:endParaRPr lang="ko-Kore-KR" altLang="en-US" sz="10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52458">
                        <a:alpha val="29804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ore-KR" altLang="en-US" sz="12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중증 호흡곤란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25549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쇼크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136376"/>
                  </a:ext>
                </a:extLst>
              </a:tr>
              <a:tr h="2052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ore-KR" altLang="en-US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무의식 </a:t>
                      </a:r>
                      <a:r>
                        <a:rPr lang="en-US" altLang="ko-Kore-KR" sz="105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(U, GCS 3-8)</a:t>
                      </a:r>
                      <a:endParaRPr lang="ko-Kore-KR" altLang="en-US" sz="105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7285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1255936"/>
      </p:ext>
    </p:extLst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389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2AEEEC26-4B89-4B14-B632-A9FEDE0C0BD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31"/>
          <a:stretch/>
        </p:blipFill>
        <p:spPr>
          <a:xfrm>
            <a:off x="4061138" y="1239330"/>
            <a:ext cx="7456411" cy="612000"/>
          </a:xfrm>
          <a:prstGeom prst="rect">
            <a:avLst/>
          </a:prstGeom>
        </p:spPr>
      </p:pic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E4784CF9-A55D-4D54-B4EA-04FBE0D749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642487"/>
              </p:ext>
            </p:extLst>
          </p:nvPr>
        </p:nvGraphicFramePr>
        <p:xfrm>
          <a:off x="1350335" y="1239330"/>
          <a:ext cx="10167214" cy="61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199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7458015">
                  <a:extLst>
                    <a:ext uri="{9D8B030D-6E8A-4147-A177-3AD203B41FA5}">
                      <a16:colId xmlns:a16="http://schemas.microsoft.com/office/drawing/2014/main" val="195649587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성인 </a:t>
                      </a:r>
                      <a:r>
                        <a:rPr lang="en-US" altLang="ko-KR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6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소아</a:t>
                      </a:r>
                      <a:endParaRPr lang="en-US" altLang="ko-Kore-KR" sz="16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37EC0"/>
                    </a:solidFill>
                  </a:tcPr>
                </a:tc>
                <a:tc>
                  <a:txBody>
                    <a:bodyPr/>
                    <a:lstStyle/>
                    <a:p>
                      <a:pPr marL="457200" lvl="1" indent="-368300" algn="l">
                        <a:tabLst/>
                      </a:pPr>
                      <a:r>
                        <a:rPr lang="ko-KR" altLang="en-US" sz="16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탈수</a:t>
                      </a:r>
                      <a:endParaRPr lang="ko-Kore-KR" altLang="en-US" sz="16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61A7955C-DB14-42B2-8911-074759C15B64}"/>
              </a:ext>
            </a:extLst>
          </p:cNvPr>
          <p:cNvGrpSpPr/>
          <p:nvPr/>
        </p:nvGrpSpPr>
        <p:grpSpPr>
          <a:xfrm>
            <a:off x="1350335" y="1238669"/>
            <a:ext cx="2710803" cy="612661"/>
            <a:chOff x="1350335" y="1238669"/>
            <a:chExt cx="2710803" cy="61266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C5C6EA19-389F-4100-BDD2-1E84E0C9C1D5}"/>
                </a:ext>
              </a:extLst>
            </p:cNvPr>
            <p:cNvSpPr/>
            <p:nvPr/>
          </p:nvSpPr>
          <p:spPr>
            <a:xfrm flipH="1">
              <a:off x="3963672" y="1239330"/>
              <a:ext cx="97466" cy="612000"/>
            </a:xfrm>
            <a:prstGeom prst="rect">
              <a:avLst/>
            </a:prstGeom>
            <a:solidFill>
              <a:srgbClr val="1253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1" name="삼각형 26">
              <a:extLst>
                <a:ext uri="{FF2B5EF4-FFF2-40B4-BE49-F238E27FC236}">
                  <a16:creationId xmlns:a16="http://schemas.microsoft.com/office/drawing/2014/main" id="{D805509E-F2F2-4C8D-9DC1-E49EB593767D}"/>
                </a:ext>
              </a:extLst>
            </p:cNvPr>
            <p:cNvSpPr/>
            <p:nvPr/>
          </p:nvSpPr>
          <p:spPr>
            <a:xfrm rot="10800000" flipH="1">
              <a:off x="1350340" y="1238670"/>
              <a:ext cx="669379" cy="612000"/>
            </a:xfrm>
            <a:prstGeom prst="triangle">
              <a:avLst>
                <a:gd name="adj" fmla="val 0"/>
              </a:avLst>
            </a:prstGeom>
            <a:gradFill>
              <a:gsLst>
                <a:gs pos="0">
                  <a:srgbClr val="1E7FBE">
                    <a:alpha val="0"/>
                  </a:srgbClr>
                </a:gs>
                <a:gs pos="100000">
                  <a:schemeClr val="bg1">
                    <a:alpha val="1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  <p:sp>
          <p:nvSpPr>
            <p:cNvPr id="22" name="삼각형 25">
              <a:extLst>
                <a:ext uri="{FF2B5EF4-FFF2-40B4-BE49-F238E27FC236}">
                  <a16:creationId xmlns:a16="http://schemas.microsoft.com/office/drawing/2014/main" id="{42EF02BE-15F1-423D-A08B-E3F9AAC350FF}"/>
                </a:ext>
              </a:extLst>
            </p:cNvPr>
            <p:cNvSpPr/>
            <p:nvPr/>
          </p:nvSpPr>
          <p:spPr>
            <a:xfrm rot="10800000" flipH="1">
              <a:off x="1350335" y="1238669"/>
              <a:ext cx="227256" cy="218341"/>
            </a:xfrm>
            <a:prstGeom prst="triangle">
              <a:avLst>
                <a:gd name="adj" fmla="val 0"/>
              </a:avLst>
            </a:prstGeom>
            <a:solidFill>
              <a:srgbClr val="0B52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/>
            </a:p>
          </p:txBody>
        </p:sp>
      </p:grp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31AA7CD6-1A6A-4C18-BC78-D539176977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3693788"/>
              </p:ext>
            </p:extLst>
          </p:nvPr>
        </p:nvGraphicFramePr>
        <p:xfrm>
          <a:off x="1350332" y="2109121"/>
          <a:ext cx="10167214" cy="374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4090">
                  <a:extLst>
                    <a:ext uri="{9D8B030D-6E8A-4147-A177-3AD203B41FA5}">
                      <a16:colId xmlns:a16="http://schemas.microsoft.com/office/drawing/2014/main" val="1043220399"/>
                    </a:ext>
                  </a:extLst>
                </a:gridCol>
                <a:gridCol w="9233124">
                  <a:extLst>
                    <a:ext uri="{9D8B030D-6E8A-4147-A177-3AD203B41FA5}">
                      <a16:colId xmlns:a16="http://schemas.microsoft.com/office/drawing/2014/main" val="1320345133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en-US" altLang="ko-Kore-KR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KTAS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단계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탈수 정도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479654"/>
                  </a:ext>
                </a:extLst>
              </a:tr>
              <a:tr h="82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F3D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dirty="0">
                          <a:solidFill>
                            <a:srgbClr val="0F3D97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중증 탈수</a:t>
                      </a:r>
                      <a:endParaRPr lang="en-US" altLang="ko-KR" sz="1600" b="1" dirty="0">
                        <a:solidFill>
                          <a:srgbClr val="0F3D97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고전적인 탈수 징후를 동반하는 심각한 체액 소실 및 쇼크의 증상과 징후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73384"/>
                  </a:ext>
                </a:extLst>
              </a:tr>
              <a:tr h="8280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1F2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중등도 탈수</a:t>
                      </a:r>
                      <a:endParaRPr lang="en-US" altLang="ko-KR" sz="1600" b="1" kern="120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건조한 점막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빈맥</a:t>
                      </a:r>
                      <a:r>
                        <a:rPr lang="en-US" altLang="ko-KR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피부 탄력도 저하 및 소변량 감소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804994"/>
                  </a:ext>
                </a:extLst>
              </a:tr>
              <a:tr h="82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D7A13B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경증 탈수</a:t>
                      </a:r>
                      <a:endParaRPr lang="en-US" altLang="ko-KR" sz="1600" b="1" kern="1200" dirty="0">
                        <a:solidFill>
                          <a:srgbClr val="D7A13B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안정된 활력징후를 보이나 목마름이 심해지고 소변색이 </a:t>
                      </a:r>
                      <a:r>
                        <a:rPr lang="ko-KR" altLang="en-US" sz="12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진해짐</a:t>
                      </a: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. </a:t>
                      </a:r>
                      <a:r>
                        <a:rPr lang="ko-KR" altLang="en-US" sz="12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수분 섭취 감소나 체액 소실의 병력이 동반됨</a:t>
                      </a:r>
                      <a:endParaRPr lang="ko-Kore-KR" altLang="en-US" sz="12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8819040"/>
                  </a:ext>
                </a:extLst>
              </a:tr>
              <a:tr h="828000">
                <a:tc>
                  <a:txBody>
                    <a:bodyPr/>
                    <a:lstStyle/>
                    <a:p>
                      <a:pPr algn="ctr"/>
                      <a:r>
                        <a:rPr lang="en-US" altLang="en-US" sz="25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ore-KR" altLang="en-US" sz="25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600" b="1" kern="1200" dirty="0">
                          <a:solidFill>
                            <a:srgbClr val="347B53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잠재적 탈수</a:t>
                      </a:r>
                      <a:endParaRPr lang="en-US" altLang="ko-KR" sz="1600" b="1" kern="1200" dirty="0">
                        <a:solidFill>
                          <a:srgbClr val="347B53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탈수 증상은 없으나 체액 소실이 지속되거나 경구 수분 섭취에 어려움이 동반된 경우 </a:t>
                      </a:r>
                    </a:p>
                  </a:txBody>
                  <a:tcPr marT="0" marB="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236103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1F3A0852-B183-4821-ADDE-C3A8722FBA7D}"/>
              </a:ext>
            </a:extLst>
          </p:cNvPr>
          <p:cNvSpPr/>
          <p:nvPr/>
        </p:nvSpPr>
        <p:spPr>
          <a:xfrm>
            <a:off x="2159274" y="2104953"/>
            <a:ext cx="120580" cy="3744000"/>
          </a:xfrm>
          <a:prstGeom prst="rect">
            <a:avLst/>
          </a:prstGeom>
          <a:solidFill>
            <a:srgbClr val="0D0D0D">
              <a:alpha val="1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/>
          </a:p>
        </p:txBody>
      </p:sp>
    </p:spTree>
    <p:extLst>
      <p:ext uri="{BB962C8B-B14F-4D97-AF65-F5344CB8AC3E}">
        <p14:creationId xmlns:p14="http://schemas.microsoft.com/office/powerpoint/2010/main" val="4132749368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390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2">
            <a:extLst>
              <a:ext uri="{FF2B5EF4-FFF2-40B4-BE49-F238E27FC236}">
                <a16:creationId xmlns:a16="http://schemas.microsoft.com/office/drawing/2014/main" id="{2332542A-9118-4618-ACF1-B1E125FB0D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741628"/>
              </p:ext>
            </p:extLst>
          </p:nvPr>
        </p:nvGraphicFramePr>
        <p:xfrm>
          <a:off x="1350332" y="1202706"/>
          <a:ext cx="10167216" cy="513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70902">
                  <a:extLst>
                    <a:ext uri="{9D8B030D-6E8A-4147-A177-3AD203B41FA5}">
                      <a16:colId xmlns:a16="http://schemas.microsoft.com/office/drawing/2014/main" val="1513472149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628076204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2051338785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821310283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98661409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023774640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558203925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438881023"/>
                    </a:ext>
                  </a:extLst>
                </a:gridCol>
              </a:tblGrid>
              <a:tr h="185678"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en-US" altLang="ko-KR" sz="14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CTAS Respiratory Rate Guidelines (KTAS </a:t>
                      </a:r>
                      <a:r>
                        <a:rPr lang="ko-KR" altLang="en-US" sz="14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분류시</a:t>
                      </a:r>
                      <a:r>
                        <a:rPr lang="ko-KR" altLang="en-US" sz="14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참고</a:t>
                      </a:r>
                      <a:r>
                        <a:rPr lang="en-US" altLang="ko-KR" sz="14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76590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Age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Level 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2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3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4 &amp; 5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3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2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240341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  -  53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62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71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92757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33  -  51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60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68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553478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32  -  48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57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65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6372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30  -  46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54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62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1551679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12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29  -  44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52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59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705686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15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  -  42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49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56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778062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18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27  -  39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46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52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167367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21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26  -  37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43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49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0951890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24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25  -  35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40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45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508055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 </a:t>
                      </a:r>
                      <a:r>
                        <a:rPr lang="en-US" altLang="ko-KR" sz="900" dirty="0" err="1">
                          <a:latin typeface="맑은 고딕" panose="020B0503020000020004" pitchFamily="50" charset="-127"/>
                          <a:ea typeface="+mn-ea"/>
                        </a:rPr>
                        <a:t>yr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18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22  -  30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34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38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659900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  -  24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30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33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2561431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18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20  -  23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31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2576479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19  -  22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4559695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19  -  21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30253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18  -  20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1603480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  -  20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807775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17  -  19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844012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16  -  19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461064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16  -  18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116570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16  -  18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346843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  -  17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131138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15  -  17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9478023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14  -  16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24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8124390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13  -  16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4854762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13  -  15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22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07779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941559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>
            <a:extLst>
              <a:ext uri="{FF2B5EF4-FFF2-40B4-BE49-F238E27FC236}">
                <a16:creationId xmlns:a16="http://schemas.microsoft.com/office/drawing/2014/main" id="{5B6A8803-EE34-1B42-9E2E-946F6AE6E071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증상에 따른 중증</a:t>
            </a:r>
            <a:r>
              <a:rPr lang="en-US" altLang="ko-KR" dirty="0"/>
              <a:t>/</a:t>
            </a:r>
            <a:r>
              <a:rPr lang="ko-KR" altLang="en-US" dirty="0"/>
              <a:t>긴급도 분류 </a:t>
            </a:r>
            <a:r>
              <a:rPr lang="en-US" altLang="ko-KR" dirty="0"/>
              <a:t>2021 - </a:t>
            </a:r>
            <a:r>
              <a:rPr lang="ko-KR" altLang="en-US" dirty="0"/>
              <a:t>한국형 응급환자 분류 도구</a:t>
            </a:r>
            <a:endParaRPr lang="ko-Kore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391</a:t>
            </a:fld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2">
            <a:extLst>
              <a:ext uri="{FF2B5EF4-FFF2-40B4-BE49-F238E27FC236}">
                <a16:creationId xmlns:a16="http://schemas.microsoft.com/office/drawing/2014/main" id="{CAA2F259-1B76-4B54-A177-0349B96241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9946571"/>
              </p:ext>
            </p:extLst>
          </p:nvPr>
        </p:nvGraphicFramePr>
        <p:xfrm>
          <a:off x="1350332" y="1202706"/>
          <a:ext cx="10167216" cy="513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70902">
                  <a:extLst>
                    <a:ext uri="{9D8B030D-6E8A-4147-A177-3AD203B41FA5}">
                      <a16:colId xmlns:a16="http://schemas.microsoft.com/office/drawing/2014/main" val="1513472149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628076204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2051338785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821310283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98661409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023774640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558203925"/>
                    </a:ext>
                  </a:extLst>
                </a:gridCol>
                <a:gridCol w="1270902">
                  <a:extLst>
                    <a:ext uri="{9D8B030D-6E8A-4147-A177-3AD203B41FA5}">
                      <a16:colId xmlns:a16="http://schemas.microsoft.com/office/drawing/2014/main" val="1438881023"/>
                    </a:ext>
                  </a:extLst>
                </a:gridCol>
              </a:tblGrid>
              <a:tr h="185678"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en-US" altLang="ko-KR" sz="14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CTAS Heart Rate Guidelines (KTAS </a:t>
                      </a:r>
                      <a:r>
                        <a:rPr lang="ko-KR" altLang="en-US" sz="14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분류시</a:t>
                      </a:r>
                      <a:r>
                        <a:rPr lang="ko-KR" altLang="en-US" sz="14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참고</a:t>
                      </a:r>
                      <a:r>
                        <a:rPr lang="en-US" altLang="ko-KR" sz="14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76590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Age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Level 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2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3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4 &amp; 5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3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2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Level 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240341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111  -  143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159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175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92757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111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127  -  158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173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189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553478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106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121  -  152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167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183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6372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116  -  145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160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175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1551679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12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83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111  -  140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155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169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705686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15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108  -  137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152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166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778062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18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105  -  134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148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163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167367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21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102  -  131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145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159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0951890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24 mon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85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99  -  128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142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156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508055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 </a:t>
                      </a:r>
                      <a:r>
                        <a:rPr lang="en-US" altLang="ko-KR" sz="900" dirty="0" err="1">
                          <a:latin typeface="맑은 고딕" panose="020B0503020000020004" pitchFamily="50" charset="-127"/>
                          <a:ea typeface="+mn-ea"/>
                        </a:rPr>
                        <a:t>yr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78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92  -  120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135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149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659900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59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  -  116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130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144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2561431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56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84  -  112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126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140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2576479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81  -  109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123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136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4559695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78  -  105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119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lang="en-US" altLang="ko-KR" sz="900">
                          <a:latin typeface="맑은 고딕" panose="020B0503020000020004" pitchFamily="50" charset="-127"/>
                          <a:ea typeface="+mn-ea"/>
                        </a:rPr>
                        <a:t>&gt; 133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30253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75  -  102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116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129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1603480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59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  -  99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113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126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807775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57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70  -  97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110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124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844012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68  -  95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108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122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4610644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40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53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67  -  93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106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120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116570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52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65  -  92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105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118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346843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  -  90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103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116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1311388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36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49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62  -  89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102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115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9478023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48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61  -  87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100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&gt; 113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8124390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34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47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60  -  86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99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112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4854762"/>
                  </a:ext>
                </a:extLst>
              </a:tr>
              <a:tr h="18567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&lt;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33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45 &lt; -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58  -  85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47B53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97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4A927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- &gt; 110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222B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0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3A9A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07779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7023379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392</a:t>
            </a:fld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" name="Group 183">
            <a:extLst>
              <a:ext uri="{FF2B5EF4-FFF2-40B4-BE49-F238E27FC236}">
                <a16:creationId xmlns:a16="http://schemas.microsoft.com/office/drawing/2014/main" id="{50859703-5453-4EF6-A06D-E09E3F8C81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4195231"/>
              </p:ext>
            </p:extLst>
          </p:nvPr>
        </p:nvGraphicFramePr>
        <p:xfrm>
          <a:off x="858643" y="5338291"/>
          <a:ext cx="6411949" cy="958560"/>
        </p:xfrm>
        <a:graphic>
          <a:graphicData uri="http://schemas.openxmlformats.org/drawingml/2006/table">
            <a:tbl>
              <a:tblPr/>
              <a:tblGrid>
                <a:gridCol w="1982886">
                  <a:extLst>
                    <a:ext uri="{9D8B030D-6E8A-4147-A177-3AD203B41FA5}">
                      <a16:colId xmlns:a16="http://schemas.microsoft.com/office/drawing/2014/main" val="1487092300"/>
                    </a:ext>
                  </a:extLst>
                </a:gridCol>
                <a:gridCol w="870987">
                  <a:extLst>
                    <a:ext uri="{9D8B030D-6E8A-4147-A177-3AD203B41FA5}">
                      <a16:colId xmlns:a16="http://schemas.microsoft.com/office/drawing/2014/main" val="2475955293"/>
                    </a:ext>
                  </a:extLst>
                </a:gridCol>
                <a:gridCol w="815392">
                  <a:extLst>
                    <a:ext uri="{9D8B030D-6E8A-4147-A177-3AD203B41FA5}">
                      <a16:colId xmlns:a16="http://schemas.microsoft.com/office/drawing/2014/main" val="350772239"/>
                    </a:ext>
                  </a:extLst>
                </a:gridCol>
                <a:gridCol w="796861">
                  <a:extLst>
                    <a:ext uri="{9D8B030D-6E8A-4147-A177-3AD203B41FA5}">
                      <a16:colId xmlns:a16="http://schemas.microsoft.com/office/drawing/2014/main" val="3532121573"/>
                    </a:ext>
                  </a:extLst>
                </a:gridCol>
                <a:gridCol w="889519">
                  <a:extLst>
                    <a:ext uri="{9D8B030D-6E8A-4147-A177-3AD203B41FA5}">
                      <a16:colId xmlns:a16="http://schemas.microsoft.com/office/drawing/2014/main" val="3600579494"/>
                    </a:ext>
                  </a:extLst>
                </a:gridCol>
                <a:gridCol w="1056304">
                  <a:extLst>
                    <a:ext uri="{9D8B030D-6E8A-4147-A177-3AD203B41FA5}">
                      <a16:colId xmlns:a16="http://schemas.microsoft.com/office/drawing/2014/main" val="2545924999"/>
                    </a:ext>
                  </a:extLst>
                </a:gridCol>
              </a:tblGrid>
              <a:tr h="19598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구분</a:t>
                      </a:r>
                      <a:endParaRPr kumimoji="0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7DC3">
                        <a:alpha val="30196"/>
                      </a:srgb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&lt;1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살</a:t>
                      </a:r>
                      <a:endParaRPr kumimoji="0" lang="ko-KR" altLang="en-CA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7DC3">
                        <a:alpha val="30196"/>
                      </a:srgb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살</a:t>
                      </a:r>
                      <a:endParaRPr kumimoji="0" lang="ko-KR" altLang="en-CA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7DC3">
                        <a:alpha val="30196"/>
                      </a:srgb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살</a:t>
                      </a:r>
                      <a:endParaRPr kumimoji="0" lang="ko-KR" altLang="en-CA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7DC3">
                        <a:alpha val="30196"/>
                      </a:srgb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10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살</a:t>
                      </a:r>
                      <a:endParaRPr kumimoji="0" lang="ko-KR" altLang="en-CA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7DC3">
                        <a:alpha val="30196"/>
                      </a:srgb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15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살</a:t>
                      </a:r>
                      <a:endParaRPr kumimoji="0" lang="ko-KR" altLang="en-CA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7DC3">
                        <a:alpha val="3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1017733"/>
                  </a:ext>
                </a:extLst>
              </a:tr>
              <a:tr h="19598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A: 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머리의 </a:t>
                      </a: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½ 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9.5%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6054194"/>
                  </a:ext>
                </a:extLst>
              </a:tr>
              <a:tr h="19598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B: 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허벅지의 </a:t>
                      </a: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½  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2.75%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3.25%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4.0%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4.25%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6199857"/>
                  </a:ext>
                </a:extLst>
              </a:tr>
              <a:tr h="19598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C: 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하지의 </a:t>
                      </a:r>
                      <a:r>
                        <a:rPr kumimoji="0" lang="en-CA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½ 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2.5%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2.75%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3.0%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SzPct val="6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CA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3.25%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44535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4948037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2299841E-A656-4468-896D-F6C2DB819F0B}"/>
              </a:ext>
            </a:extLst>
          </p:cNvPr>
          <p:cNvSpPr txBox="1"/>
          <p:nvPr/>
        </p:nvSpPr>
        <p:spPr>
          <a:xfrm>
            <a:off x="11528746" y="144645"/>
            <a:ext cx="6569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fld id="{4B7648E1-D0EF-4BCD-B05F-FC8B873938C6}" type="slidenum">
              <a:rPr lang="en-US" altLang="ko-KR" sz="900" smtClean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/>
              <a:t>393</a:t>
            </a:fld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ￜ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FD564F0-6CCE-42FC-B21A-AF8F1B9D8A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4665434"/>
              </p:ext>
            </p:extLst>
          </p:nvPr>
        </p:nvGraphicFramePr>
        <p:xfrm>
          <a:off x="1314956" y="2033814"/>
          <a:ext cx="4373154" cy="3998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0323">
                  <a:extLst>
                    <a:ext uri="{9D8B030D-6E8A-4147-A177-3AD203B41FA5}">
                      <a16:colId xmlns:a16="http://schemas.microsoft.com/office/drawing/2014/main" val="3281974142"/>
                    </a:ext>
                  </a:extLst>
                </a:gridCol>
                <a:gridCol w="4032831">
                  <a:extLst>
                    <a:ext uri="{9D8B030D-6E8A-4147-A177-3AD203B41FA5}">
                      <a16:colId xmlns:a16="http://schemas.microsoft.com/office/drawing/2014/main" val="3669090837"/>
                    </a:ext>
                  </a:extLst>
                </a:gridCol>
              </a:tblGrid>
              <a:tr h="208269">
                <a:tc gridSpan="2">
                  <a:txBody>
                    <a:bodyPr/>
                    <a:lstStyle/>
                    <a:p>
                      <a:pPr marL="0" lvl="1" indent="0" algn="l" defTabSz="914400" rtl="0" eaLnBrk="1" fontAlgn="t" latinLnBrk="0" hangingPunct="1">
                        <a:buSzPct val="90000"/>
                        <a:buFont typeface="Wingdings" panose="05000000000000000000" pitchFamily="2" charset="2"/>
                        <a:buNone/>
                        <a:tabLst>
                          <a:tab pos="88900" algn="l"/>
                        </a:tabLst>
                      </a:pPr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Eye Opening</a:t>
                      </a:r>
                      <a:endParaRPr lang="ko-KR" altLang="en-US" sz="12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의식 수준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4874652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Spontaneously</a:t>
                      </a:r>
                      <a:endParaRPr lang="en-US" sz="1050" b="0" i="0" u="none" strike="noStrike" dirty="0">
                        <a:solidFill>
                          <a:srgbClr val="9933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6976505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 response to voice</a:t>
                      </a:r>
                      <a:endParaRPr lang="en-US" altLang="ko-KR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194515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 response to painful stimuli</a:t>
                      </a: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481145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Does not open eyes</a:t>
                      </a: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8009192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659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90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6955695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Verbal response</a:t>
                      </a:r>
                      <a:endParaRPr lang="ko-KR" altLang="en-US" sz="12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호흡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08824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Coos, babbles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909948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Irritable cry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398485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Cries to pain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4675832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Moans to pain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380858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None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3807387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659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105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8125484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Motor response</a:t>
                      </a:r>
                      <a:endParaRPr lang="ko-KR" altLang="en-US" sz="12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체온 상태*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8663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Normal spontaneous movement</a:t>
                      </a:r>
                      <a:endParaRPr lang="ko-KR" altLang="en-US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3314316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Withdraws to touch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192030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Withdrawal to painful stimuli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867371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Abnormal flexion to painful stimuli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904769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Extension to painful stimuli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568923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7DC3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None</a:t>
                      </a:r>
                      <a:endParaRPr lang="en-US" altLang="ko-KR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738765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4166F97F-9057-4C82-B927-CBC3BA979175}"/>
              </a:ext>
            </a:extLst>
          </p:cNvPr>
          <p:cNvGrpSpPr/>
          <p:nvPr/>
        </p:nvGrpSpPr>
        <p:grpSpPr>
          <a:xfrm>
            <a:off x="1579859" y="1687999"/>
            <a:ext cx="3848727" cy="295345"/>
            <a:chOff x="1579859" y="1658971"/>
            <a:chExt cx="3848727" cy="295345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5B77FFE-4545-4B44-921B-D0454C68D90F}"/>
                </a:ext>
              </a:extLst>
            </p:cNvPr>
            <p:cNvSpPr txBox="1"/>
            <p:nvPr/>
          </p:nvSpPr>
          <p:spPr>
            <a:xfrm>
              <a:off x="1604851" y="1658971"/>
              <a:ext cx="3793365" cy="295345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en-US" altLang="ko-KR" sz="1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1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세 미만을 위한 </a:t>
              </a:r>
              <a:r>
                <a:rPr lang="ko-KR" altLang="en-US" sz="16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글라스고우</a:t>
              </a:r>
              <a:r>
                <a:rPr lang="ko-KR" altLang="en-US" sz="1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혼수 계수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BEB9026A-51D6-4751-9456-E5FE288EEB55}"/>
                </a:ext>
              </a:extLst>
            </p:cNvPr>
            <p:cNvSpPr/>
            <p:nvPr/>
          </p:nvSpPr>
          <p:spPr>
            <a:xfrm>
              <a:off x="5382867" y="1680643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024780B-9958-4400-AB38-559AC33FF83E}"/>
                </a:ext>
              </a:extLst>
            </p:cNvPr>
            <p:cNvSpPr/>
            <p:nvPr/>
          </p:nvSpPr>
          <p:spPr>
            <a:xfrm>
              <a:off x="1579859" y="1680643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2211907-97E0-46B3-9C7A-FBAAFB46FE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9599986"/>
              </p:ext>
            </p:extLst>
          </p:nvPr>
        </p:nvGraphicFramePr>
        <p:xfrm>
          <a:off x="6528223" y="2515424"/>
          <a:ext cx="4373154" cy="3998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0323">
                  <a:extLst>
                    <a:ext uri="{9D8B030D-6E8A-4147-A177-3AD203B41FA5}">
                      <a16:colId xmlns:a16="http://schemas.microsoft.com/office/drawing/2014/main" val="3281974142"/>
                    </a:ext>
                  </a:extLst>
                </a:gridCol>
                <a:gridCol w="4032831">
                  <a:extLst>
                    <a:ext uri="{9D8B030D-6E8A-4147-A177-3AD203B41FA5}">
                      <a16:colId xmlns:a16="http://schemas.microsoft.com/office/drawing/2014/main" val="3669090837"/>
                    </a:ext>
                  </a:extLst>
                </a:gridCol>
              </a:tblGrid>
              <a:tr h="208269">
                <a:tc gridSpan="2">
                  <a:txBody>
                    <a:bodyPr/>
                    <a:lstStyle/>
                    <a:p>
                      <a:pPr marL="0" lvl="1" indent="0" algn="l" defTabSz="914400" rtl="0" eaLnBrk="1" fontAlgn="t" latinLnBrk="0" hangingPunct="1">
                        <a:buSzPct val="90000"/>
                        <a:buFont typeface="Wingdings" panose="05000000000000000000" pitchFamily="2" charset="2"/>
                        <a:buNone/>
                        <a:tabLst>
                          <a:tab pos="88900" algn="l"/>
                        </a:tabLst>
                      </a:pPr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Eye Opening</a:t>
                      </a:r>
                      <a:endParaRPr lang="ko-KR" altLang="en-US" sz="12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의식 수준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4874652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Spontaneously</a:t>
                      </a:r>
                      <a:endParaRPr lang="en-US" sz="1050" b="0" i="0" u="none" strike="noStrike" dirty="0">
                        <a:solidFill>
                          <a:srgbClr val="9933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6976505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 response to voice</a:t>
                      </a:r>
                      <a:endParaRPr lang="en-US" altLang="ko-KR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194515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 response to painful stimuli</a:t>
                      </a: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481145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-276225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Does not open eyes</a:t>
                      </a: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8009192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659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50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6955695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Verbal response</a:t>
                      </a:r>
                      <a:endParaRPr lang="ko-KR" altLang="en-US" sz="12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호흡 상태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08824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Oriented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909948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Confused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398485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Utters inappropriate words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4675832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Incomprehensible sounds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3808588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Makes no sounds</a:t>
                      </a:r>
                      <a:endParaRPr lang="ko-KR" altLang="en-US" sz="1050" b="0" i="0" u="none" strike="noStrike" dirty="0">
                        <a:solidFill>
                          <a:srgbClr val="339966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3807387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t"/>
                      <a:endParaRPr lang="ko-KR" alt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659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vl="0" algn="l" fontAlgn="t"/>
                      <a:endParaRPr lang="ko-KR" altLang="en-US" sz="1050" b="0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8125484"/>
                  </a:ext>
                </a:extLst>
              </a:tr>
              <a:tr h="208269">
                <a:tc gridSpan="2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en-US" altLang="ko-KR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〮 Motor response</a:t>
                      </a:r>
                      <a:endParaRPr lang="ko-KR" altLang="en-US" sz="12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lvl="0" indent="-276225" algn="l" defTabSz="914400" rtl="0" eaLnBrk="1" fontAlgn="t" latinLnBrk="0" hangingPunct="1"/>
                      <a:r>
                        <a:rPr lang="ko-KR" altLang="en-US" sz="12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체온 상태*</a:t>
                      </a:r>
                    </a:p>
                  </a:txBody>
                  <a:tcPr marL="108000" marR="9525" marT="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8663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Obeys commands</a:t>
                      </a:r>
                      <a:endParaRPr lang="ko-KR" altLang="en-US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3314316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Localizes painful stimuli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192030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Withdrawal to painful stimuli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867371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en-US" altLang="ko-KR" sz="12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Abnormal flexion to painful stimuli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904769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Extension to painful stimuli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568923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659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F3A96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t"/>
                      <a:r>
                        <a:rPr lang="en-US" altLang="ko-KR" sz="105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None</a:t>
                      </a:r>
                      <a:endParaRPr lang="en-US" altLang="ko-KR" sz="1050" b="0" i="0" u="none" strike="noStrike" dirty="0">
                        <a:solidFill>
                          <a:srgbClr val="3366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8182" marR="8659" marT="0" marB="180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73876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B38C2BE2-13F5-487A-96D6-1B979728252D}"/>
              </a:ext>
            </a:extLst>
          </p:cNvPr>
          <p:cNvGrpSpPr/>
          <p:nvPr/>
        </p:nvGrpSpPr>
        <p:grpSpPr>
          <a:xfrm>
            <a:off x="7510238" y="2169609"/>
            <a:ext cx="2409124" cy="295345"/>
            <a:chOff x="7510238" y="2169609"/>
            <a:chExt cx="2409124" cy="29534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2DF0E45-34A3-41DC-B890-8D42C08B8B1B}"/>
                </a:ext>
              </a:extLst>
            </p:cNvPr>
            <p:cNvSpPr txBox="1"/>
            <p:nvPr/>
          </p:nvSpPr>
          <p:spPr>
            <a:xfrm>
              <a:off x="7537109" y="2169609"/>
              <a:ext cx="2355382" cy="295345"/>
            </a:xfrm>
            <a:prstGeom prst="rect">
              <a:avLst/>
            </a:prstGeom>
            <a:noFill/>
          </p:spPr>
          <p:txBody>
            <a:bodyPr wrap="square" anchor="ctr" anchorCtr="0">
              <a:noAutofit/>
            </a:bodyPr>
            <a:lstStyle/>
            <a:p>
              <a:pPr lvl="1" indent="-457200" algn="ctr"/>
              <a:r>
                <a:rPr lang="ko-KR" altLang="en-US" sz="16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글라스고우</a:t>
              </a:r>
              <a:r>
                <a:rPr lang="ko-KR" altLang="en-US" sz="1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혼수 계수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5DF19035-CAE0-42FB-8FE0-66B17DB24C77}"/>
                </a:ext>
              </a:extLst>
            </p:cNvPr>
            <p:cNvSpPr/>
            <p:nvPr/>
          </p:nvSpPr>
          <p:spPr>
            <a:xfrm>
              <a:off x="9873643" y="219128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67FA2664-2CA3-4C59-9099-113E2802C83B}"/>
                </a:ext>
              </a:extLst>
            </p:cNvPr>
            <p:cNvSpPr/>
            <p:nvPr/>
          </p:nvSpPr>
          <p:spPr>
            <a:xfrm>
              <a:off x="7510238" y="2191281"/>
              <a:ext cx="45719" cy="252000"/>
            </a:xfrm>
            <a:prstGeom prst="rect">
              <a:avLst/>
            </a:prstGeom>
            <a:solidFill>
              <a:srgbClr val="3F3A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F23F5FAC-E5D3-41A7-AD9D-245795ED60A5}"/>
              </a:ext>
            </a:extLst>
          </p:cNvPr>
          <p:cNvSpPr txBox="1"/>
          <p:nvPr/>
        </p:nvSpPr>
        <p:spPr>
          <a:xfrm>
            <a:off x="1319290" y="6034544"/>
            <a:ext cx="4373154" cy="569387"/>
          </a:xfrm>
          <a:prstGeom prst="rect">
            <a:avLst/>
          </a:prstGeom>
          <a:noFill/>
        </p:spPr>
        <p:txBody>
          <a:bodyPr wrap="square" lIns="0" rtlCol="0" anchor="t">
            <a:spAutoFit/>
          </a:bodyPr>
          <a:lstStyle/>
          <a:p>
            <a:pPr>
              <a:spcBef>
                <a:spcPts val="200"/>
              </a:spcBef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hlinkClick r:id="rId2"/>
              </a:rPr>
              <a:t>https://en.wikipedia.org/wiki/Glasgow_Coma_Scale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spcBef>
                <a:spcPts val="200"/>
              </a:spcBef>
            </a:pPr>
            <a:endParaRPr lang="en-US" altLang="ko-KR" sz="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spcBef>
                <a:spcPts val="200"/>
              </a:spcBef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hlinkClick r:id="rId3"/>
              </a:rPr>
              <a:t>https://www.uptodate.com/contents/image/print?imageKey=PEDS%2F59662&amp;topicKey=EM%2F6559&amp;source=outline_link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spcBef>
                <a:spcPts val="200"/>
              </a:spcBef>
            </a:pPr>
            <a:endParaRPr lang="en-US" altLang="ko-KR" sz="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1950420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106A71F-5E0B-4FF8-8564-EA2C5ABA56EF}"/>
              </a:ext>
            </a:extLst>
          </p:cNvPr>
          <p:cNvSpPr txBox="1"/>
          <p:nvPr/>
        </p:nvSpPr>
        <p:spPr>
          <a:xfrm>
            <a:off x="417014" y="2642841"/>
            <a:ext cx="1628079" cy="36668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조석주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이중의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임태호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박인철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이재호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   현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김상철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이경원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이진웅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김오현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김기영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구성모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이정일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강인혜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이원준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연구보조원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5479E12-D875-437E-B47D-6926161EFDFB}"/>
              </a:ext>
            </a:extLst>
          </p:cNvPr>
          <p:cNvSpPr txBox="1"/>
          <p:nvPr/>
        </p:nvSpPr>
        <p:spPr>
          <a:xfrm>
            <a:off x="1911277" y="2631690"/>
            <a:ext cx="3979346" cy="36668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부산대학교병원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서울대학교병원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한양대학교병원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세브란스병원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울산대학교 서울아산병원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충북대학교병원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계명대학교 동산병원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충남대학교병원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외래교수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전공의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박사과정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석사과정</a:t>
            </a:r>
          </a:p>
          <a:p>
            <a:pPr>
              <a:lnSpc>
                <a:spcPct val="13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석사과정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88E69B0-E808-42DD-BCEE-B71F528B13FA}"/>
              </a:ext>
            </a:extLst>
          </p:cNvPr>
          <p:cNvSpPr txBox="1"/>
          <p:nvPr/>
        </p:nvSpPr>
        <p:spPr>
          <a:xfrm>
            <a:off x="369629" y="911173"/>
            <a:ext cx="8060692" cy="8755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4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KTAS </a:t>
            </a:r>
            <a:r>
              <a:rPr lang="ko-KR" altLang="en-US" sz="4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개발에 도움을 주신 분들</a:t>
            </a:r>
            <a:endParaRPr lang="en-US" altLang="ko-KR" sz="44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C3767F2-1041-4C63-9CFD-FFCEFF0FEBF5}"/>
              </a:ext>
            </a:extLst>
          </p:cNvPr>
          <p:cNvSpPr txBox="1"/>
          <p:nvPr/>
        </p:nvSpPr>
        <p:spPr>
          <a:xfrm>
            <a:off x="417014" y="2206465"/>
            <a:ext cx="6623825" cy="3059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이강현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책임 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연세대학교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원주기독병원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교수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5A7DD0A-5CC7-4027-9A3C-EE1F6DA9916D}"/>
              </a:ext>
            </a:extLst>
          </p:cNvPr>
          <p:cNvSpPr txBox="1"/>
          <p:nvPr/>
        </p:nvSpPr>
        <p:spPr>
          <a:xfrm>
            <a:off x="8237308" y="1418349"/>
            <a:ext cx="1002945" cy="3059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VERSION.1 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028AE3E1-73B3-4DDB-8662-A8F45ADC262F}"/>
              </a:ext>
            </a:extLst>
          </p:cNvPr>
          <p:cNvGrpSpPr/>
          <p:nvPr/>
        </p:nvGrpSpPr>
        <p:grpSpPr>
          <a:xfrm>
            <a:off x="5488323" y="5962813"/>
            <a:ext cx="319728" cy="319728"/>
            <a:chOff x="5552768" y="5946827"/>
            <a:chExt cx="351701" cy="351701"/>
          </a:xfrm>
        </p:grpSpPr>
        <p:sp>
          <p:nvSpPr>
            <p:cNvPr id="15" name="타원 14">
              <a:extLst>
                <a:ext uri="{FF2B5EF4-FFF2-40B4-BE49-F238E27FC236}">
                  <a16:creationId xmlns:a16="http://schemas.microsoft.com/office/drawing/2014/main" id="{F0255410-D6AF-41A8-B6B5-F4F2C31DB910}"/>
                </a:ext>
              </a:extLst>
            </p:cNvPr>
            <p:cNvSpPr/>
            <p:nvPr/>
          </p:nvSpPr>
          <p:spPr>
            <a:xfrm>
              <a:off x="5552768" y="5946827"/>
              <a:ext cx="351701" cy="35170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사각형: 둥근 모서리 15">
              <a:extLst>
                <a:ext uri="{FF2B5EF4-FFF2-40B4-BE49-F238E27FC236}">
                  <a16:creationId xmlns:a16="http://schemas.microsoft.com/office/drawing/2014/main" id="{1D252AB6-6ABD-40CE-8223-C73371166542}"/>
                </a:ext>
              </a:extLst>
            </p:cNvPr>
            <p:cNvSpPr/>
            <p:nvPr/>
          </p:nvSpPr>
          <p:spPr>
            <a:xfrm>
              <a:off x="5623522" y="6103785"/>
              <a:ext cx="210193" cy="37785"/>
            </a:xfrm>
            <a:prstGeom prst="roundRect">
              <a:avLst>
                <a:gd name="adj" fmla="val 50000"/>
              </a:avLst>
            </a:prstGeom>
            <a:solidFill>
              <a:srgbClr val="177A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사각형: 둥근 모서리 16">
              <a:extLst>
                <a:ext uri="{FF2B5EF4-FFF2-40B4-BE49-F238E27FC236}">
                  <a16:creationId xmlns:a16="http://schemas.microsoft.com/office/drawing/2014/main" id="{B1570E5E-385C-40C4-8300-1F20866AAD9D}"/>
                </a:ext>
              </a:extLst>
            </p:cNvPr>
            <p:cNvSpPr/>
            <p:nvPr/>
          </p:nvSpPr>
          <p:spPr>
            <a:xfrm rot="5400000">
              <a:off x="5623522" y="6105502"/>
              <a:ext cx="210193" cy="34350"/>
            </a:xfrm>
            <a:prstGeom prst="roundRect">
              <a:avLst>
                <a:gd name="adj" fmla="val 50000"/>
              </a:avLst>
            </a:prstGeom>
            <a:solidFill>
              <a:srgbClr val="177A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ADB85C37-2989-4AB9-89C2-DDD345BE90E0}"/>
              </a:ext>
            </a:extLst>
          </p:cNvPr>
          <p:cNvSpPr txBox="1"/>
          <p:nvPr/>
        </p:nvSpPr>
        <p:spPr>
          <a:xfrm>
            <a:off x="5840100" y="5952543"/>
            <a:ext cx="2491608" cy="3059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대한응급의학회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이사장 </a:t>
            </a: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허탁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96121120"/>
      </p:ext>
    </p:extLst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그룹 10">
            <a:extLst>
              <a:ext uri="{FF2B5EF4-FFF2-40B4-BE49-F238E27FC236}">
                <a16:creationId xmlns:a16="http://schemas.microsoft.com/office/drawing/2014/main" id="{F040A789-D10A-418E-B8F4-EAD6E32D172C}"/>
              </a:ext>
            </a:extLst>
          </p:cNvPr>
          <p:cNvGrpSpPr/>
          <p:nvPr/>
        </p:nvGrpSpPr>
        <p:grpSpPr>
          <a:xfrm>
            <a:off x="520321" y="5929928"/>
            <a:ext cx="319728" cy="319728"/>
            <a:chOff x="5552768" y="5946827"/>
            <a:chExt cx="351701" cy="351701"/>
          </a:xfrm>
        </p:grpSpPr>
        <p:sp>
          <p:nvSpPr>
            <p:cNvPr id="7" name="타원 6">
              <a:extLst>
                <a:ext uri="{FF2B5EF4-FFF2-40B4-BE49-F238E27FC236}">
                  <a16:creationId xmlns:a16="http://schemas.microsoft.com/office/drawing/2014/main" id="{E43E74AB-3ACD-4737-8612-AD19C8FD48D4}"/>
                </a:ext>
              </a:extLst>
            </p:cNvPr>
            <p:cNvSpPr/>
            <p:nvPr/>
          </p:nvSpPr>
          <p:spPr>
            <a:xfrm>
              <a:off x="5552768" y="5946827"/>
              <a:ext cx="351701" cy="35170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사각형: 둥근 모서리 8">
              <a:extLst>
                <a:ext uri="{FF2B5EF4-FFF2-40B4-BE49-F238E27FC236}">
                  <a16:creationId xmlns:a16="http://schemas.microsoft.com/office/drawing/2014/main" id="{641D5420-9F8B-40D8-A0D4-9DB606B68BD7}"/>
                </a:ext>
              </a:extLst>
            </p:cNvPr>
            <p:cNvSpPr/>
            <p:nvPr/>
          </p:nvSpPr>
          <p:spPr>
            <a:xfrm>
              <a:off x="5623522" y="6103785"/>
              <a:ext cx="210193" cy="37785"/>
            </a:xfrm>
            <a:prstGeom prst="roundRect">
              <a:avLst>
                <a:gd name="adj" fmla="val 50000"/>
              </a:avLst>
            </a:prstGeom>
            <a:solidFill>
              <a:srgbClr val="177A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사각형: 둥근 모서리 9">
              <a:extLst>
                <a:ext uri="{FF2B5EF4-FFF2-40B4-BE49-F238E27FC236}">
                  <a16:creationId xmlns:a16="http://schemas.microsoft.com/office/drawing/2014/main" id="{7F5A9C57-DA1C-41ED-B023-84488C3EE154}"/>
                </a:ext>
              </a:extLst>
            </p:cNvPr>
            <p:cNvSpPr/>
            <p:nvPr/>
          </p:nvSpPr>
          <p:spPr>
            <a:xfrm rot="5400000">
              <a:off x="5623522" y="6105502"/>
              <a:ext cx="210193" cy="34350"/>
            </a:xfrm>
            <a:prstGeom prst="roundRect">
              <a:avLst>
                <a:gd name="adj" fmla="val 50000"/>
              </a:avLst>
            </a:prstGeom>
            <a:solidFill>
              <a:srgbClr val="177A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C0032BF8-F53F-47CD-B069-3AF1768C12BA}"/>
              </a:ext>
            </a:extLst>
          </p:cNvPr>
          <p:cNvSpPr txBox="1"/>
          <p:nvPr/>
        </p:nvSpPr>
        <p:spPr>
          <a:xfrm>
            <a:off x="872098" y="5919658"/>
            <a:ext cx="2491608" cy="3059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대한응급의학회 </a:t>
            </a: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이사장 </a:t>
            </a:r>
            <a:r>
              <a:rPr lang="ko-KR" altLang="en-US" sz="1200" b="1" dirty="0" err="1">
                <a:solidFill>
                  <a:schemeClr val="bg1"/>
                </a:solidFill>
                <a:latin typeface="+mn-ea"/>
              </a:rPr>
              <a:t>허탁</a:t>
            </a: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)</a:t>
            </a:r>
            <a:endParaRPr lang="en-US" altLang="ko-KR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F83B635-9B91-4E62-AF29-084450B01595}"/>
              </a:ext>
            </a:extLst>
          </p:cNvPr>
          <p:cNvSpPr txBox="1"/>
          <p:nvPr/>
        </p:nvSpPr>
        <p:spPr>
          <a:xfrm>
            <a:off x="417014" y="2631690"/>
            <a:ext cx="1628079" cy="31636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4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강창신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송경환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조영석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서준석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김상일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제상모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정혜진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박준범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이동건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노   현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서주현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40000"/>
              </a:lnSpc>
            </a:pPr>
            <a:r>
              <a:rPr lang="ko-KR" altLang="en-US" sz="12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김창선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7ECBB3D-57AF-4A68-A817-F4C5C2345B4C}"/>
              </a:ext>
            </a:extLst>
          </p:cNvPr>
          <p:cNvSpPr txBox="1"/>
          <p:nvPr/>
        </p:nvSpPr>
        <p:spPr>
          <a:xfrm>
            <a:off x="1911277" y="2631690"/>
            <a:ext cx="3979346" cy="31636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충남대학교병원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광주</a:t>
            </a:r>
            <a:r>
              <a:rPr lang="en-US" altLang="ko-KR" sz="1200" b="0" i="0" dirty="0"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KS</a:t>
            </a:r>
            <a:r>
              <a:rPr lang="ko-KR" altLang="en-US" sz="1200" b="0" i="0" dirty="0"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병원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한림대학교 강동성심병원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동국대학교 일산병원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순천향대학교 서울병원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필라델피아 어린이병원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소아중환자의학과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교수 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순천향대학교 서울병원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순천향대학교 서울병원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분당서울대학교병원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순천향대학교 부천병원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명지병원 응급의학과 교수</a:t>
            </a:r>
          </a:p>
          <a:p>
            <a:pPr>
              <a:lnSpc>
                <a:spcPct val="140000"/>
              </a:lnSpc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b="0" i="0" dirty="0"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한양대학교 구리병원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응급의학과 교수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4DB0B81-958D-41E6-AAD4-F9F75FC2E613}"/>
              </a:ext>
            </a:extLst>
          </p:cNvPr>
          <p:cNvSpPr txBox="1"/>
          <p:nvPr/>
        </p:nvSpPr>
        <p:spPr>
          <a:xfrm>
            <a:off x="417014" y="2200887"/>
            <a:ext cx="6623825" cy="3114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박정수 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책임 연구원</a:t>
            </a: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ￜ 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충남대학교병원 응급의학과 교수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A84956B-FEE6-4201-A937-70337F601D5D}"/>
              </a:ext>
            </a:extLst>
          </p:cNvPr>
          <p:cNvSpPr txBox="1"/>
          <p:nvPr/>
        </p:nvSpPr>
        <p:spPr>
          <a:xfrm>
            <a:off x="8237308" y="1418349"/>
            <a:ext cx="1002945" cy="3059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VERSION.2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D05E731-00D8-4BB6-BDA6-74FDCF342836}"/>
              </a:ext>
            </a:extLst>
          </p:cNvPr>
          <p:cNvSpPr txBox="1"/>
          <p:nvPr/>
        </p:nvSpPr>
        <p:spPr>
          <a:xfrm>
            <a:off x="369629" y="911173"/>
            <a:ext cx="8060692" cy="8755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4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KTAS </a:t>
            </a:r>
            <a:r>
              <a:rPr lang="ko-KR" altLang="en-US" sz="4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개발에 도움을 주신 분들</a:t>
            </a:r>
            <a:endParaRPr lang="en-US" altLang="ko-KR" sz="44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95087764"/>
      </p:ext>
    </p:extLst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72806C36-E7FB-478A-8581-092A49F12BE2}"/>
              </a:ext>
            </a:extLst>
          </p:cNvPr>
          <p:cNvSpPr txBox="1"/>
          <p:nvPr/>
        </p:nvSpPr>
        <p:spPr>
          <a:xfrm>
            <a:off x="369629" y="791117"/>
            <a:ext cx="8060692" cy="10535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5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KTAS </a:t>
            </a:r>
            <a:r>
              <a:rPr lang="ko-KR" altLang="en-US" sz="5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위원회 명단</a:t>
            </a:r>
            <a:endParaRPr lang="en-US" altLang="ko-KR" sz="54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1175E63-FC00-4014-86C3-7D5EBD6174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962674"/>
              </p:ext>
            </p:extLst>
          </p:nvPr>
        </p:nvGraphicFramePr>
        <p:xfrm>
          <a:off x="497602" y="2224517"/>
          <a:ext cx="5398720" cy="4251584"/>
        </p:xfrm>
        <a:graphic>
          <a:graphicData uri="http://schemas.openxmlformats.org/drawingml/2006/table">
            <a:tbl>
              <a:tblPr/>
              <a:tblGrid>
                <a:gridCol w="535132">
                  <a:extLst>
                    <a:ext uri="{9D8B030D-6E8A-4147-A177-3AD203B41FA5}">
                      <a16:colId xmlns:a16="http://schemas.microsoft.com/office/drawing/2014/main" val="3876957394"/>
                    </a:ext>
                  </a:extLst>
                </a:gridCol>
                <a:gridCol w="892885">
                  <a:extLst>
                    <a:ext uri="{9D8B030D-6E8A-4147-A177-3AD203B41FA5}">
                      <a16:colId xmlns:a16="http://schemas.microsoft.com/office/drawing/2014/main" val="861147286"/>
                    </a:ext>
                  </a:extLst>
                </a:gridCol>
                <a:gridCol w="3970703">
                  <a:extLst>
                    <a:ext uri="{9D8B030D-6E8A-4147-A177-3AD203B41FA5}">
                      <a16:colId xmlns:a16="http://schemas.microsoft.com/office/drawing/2014/main" val="2914096925"/>
                    </a:ext>
                  </a:extLst>
                </a:gridCol>
              </a:tblGrid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B0F0"/>
                        </a:buClr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박정수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</a:t>
                      </a:r>
                      <a:r>
                        <a:rPr lang="ko-KR" altLang="en-US" sz="9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</a:t>
                      </a:r>
                      <a:r>
                        <a:rPr lang="ko-KR" altLang="en-US" sz="9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충남대학교병원 응급의학과 교수</a:t>
                      </a:r>
                      <a:endParaRPr lang="en-US" altLang="ko-KR" sz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894014179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강창신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총괄간사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충남대학교병원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79119972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황보나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교육행정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대한응급의학회 연구원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62240885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방아영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  </a:t>
                      </a:r>
                      <a:r>
                        <a:rPr lang="ko-KR" altLang="en-US" sz="10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계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대한응급의학회 연구원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43334292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69115183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서준석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교육분과장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동국대학교 일산병원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25820031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이지환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연세대학교 세브란스병원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156971042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고동률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연세대학교 세브란스병원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10711478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김원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제주 한라병원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96758871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김윤성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삼척의료원 응급의학과 과장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42101837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김창호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칠곡경북대학교병원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응급의학과 과장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83617167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이성화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부산대학교병원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09317380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조성욱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옥천성모병원 응급의학과 과장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82797267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김인수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가톨릭대학교 대전성모병원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31932696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신현구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한양대학교 구리병원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1525742"/>
                  </a:ext>
                </a:extLst>
              </a:tr>
              <a:tr h="265724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최정우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원광대학교병원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947841350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87F7DB0E-A737-400F-AA7F-278AB7C1E7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3456240"/>
              </p:ext>
            </p:extLst>
          </p:nvPr>
        </p:nvGraphicFramePr>
        <p:xfrm>
          <a:off x="6241888" y="2224516"/>
          <a:ext cx="5398720" cy="3996000"/>
        </p:xfrm>
        <a:graphic>
          <a:graphicData uri="http://schemas.openxmlformats.org/drawingml/2006/table">
            <a:tbl>
              <a:tblPr/>
              <a:tblGrid>
                <a:gridCol w="546188">
                  <a:extLst>
                    <a:ext uri="{9D8B030D-6E8A-4147-A177-3AD203B41FA5}">
                      <a16:colId xmlns:a16="http://schemas.microsoft.com/office/drawing/2014/main" val="3876957394"/>
                    </a:ext>
                  </a:extLst>
                </a:gridCol>
                <a:gridCol w="959203">
                  <a:extLst>
                    <a:ext uri="{9D8B030D-6E8A-4147-A177-3AD203B41FA5}">
                      <a16:colId xmlns:a16="http://schemas.microsoft.com/office/drawing/2014/main" val="861147286"/>
                    </a:ext>
                  </a:extLst>
                </a:gridCol>
                <a:gridCol w="3893329">
                  <a:extLst>
                    <a:ext uri="{9D8B030D-6E8A-4147-A177-3AD203B41FA5}">
                      <a16:colId xmlns:a16="http://schemas.microsoft.com/office/drawing/2014/main" val="2914096925"/>
                    </a:ext>
                  </a:extLst>
                </a:gridCol>
              </a:tblGrid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조영석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개발분과장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한림대학교 강동성심병원 응급의학과 교수</a:t>
                      </a:r>
                      <a:endParaRPr lang="en-US" altLang="ko-KR" sz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95733006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김창선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한양대학교 구리병원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응급의학과 교수</a:t>
                      </a:r>
                      <a:endParaRPr lang="en-US" altLang="ko-KR" sz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7501235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노현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순천향대학교 부천병원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49194013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이원웅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성남시의료원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981211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이동건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분당서울대학교병원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38242176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조시온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보훈공단 중앙보훈병원 과장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47088256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송경환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광주</a:t>
                      </a:r>
                      <a:r>
                        <a:rPr lang="en-US" altLang="ko-KR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KS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병원 응급의학과 원장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51535221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서주현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명지병원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264149566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박송이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동아대학교병원 </a:t>
                      </a:r>
                      <a:r>
                        <a:rPr lang="ko-KR" altLang="en-US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30684202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오재훈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한양대학교병원 응급의학과 교수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89231521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최홍락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청주의료원 응급의학과 과장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03208564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이준철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국군수도병원 응급의학과 과장</a:t>
                      </a:r>
                      <a:endParaRPr lang="ko-KR" altLang="en-US" sz="120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32476976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김수현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질관리위원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가톨릭대학교 은평성모병원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39311886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 수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질관리위원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인하대학교병원 응급의학과 교수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69234846"/>
                  </a:ext>
                </a:extLst>
              </a:tr>
              <a:tr h="2664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박찬우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질관리위원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i="0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강원대학교병원 응급의학과 교수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88579061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79B97D43-7661-48DA-B5A5-64C33AF3F7E3}"/>
              </a:ext>
            </a:extLst>
          </p:cNvPr>
          <p:cNvSpPr/>
          <p:nvPr/>
        </p:nvSpPr>
        <p:spPr>
          <a:xfrm>
            <a:off x="497602" y="2134421"/>
            <a:ext cx="5040000" cy="45719"/>
          </a:xfrm>
          <a:prstGeom prst="rect">
            <a:avLst/>
          </a:prstGeom>
          <a:gradFill>
            <a:gsLst>
              <a:gs pos="0">
                <a:srgbClr val="B91F26">
                  <a:alpha val="50000"/>
                </a:srgbClr>
              </a:gs>
              <a:gs pos="100000">
                <a:srgbClr val="B91F26">
                  <a:alpha val="0"/>
                </a:srgb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59C56E5-5C88-4D0C-BEE5-FCA9C417FF35}"/>
              </a:ext>
            </a:extLst>
          </p:cNvPr>
          <p:cNvSpPr/>
          <p:nvPr/>
        </p:nvSpPr>
        <p:spPr>
          <a:xfrm>
            <a:off x="497602" y="3474719"/>
            <a:ext cx="5040000" cy="45719"/>
          </a:xfrm>
          <a:prstGeom prst="rect">
            <a:avLst/>
          </a:prstGeom>
          <a:gradFill>
            <a:gsLst>
              <a:gs pos="0">
                <a:srgbClr val="017DC4">
                  <a:alpha val="50000"/>
                </a:srgbClr>
              </a:gs>
              <a:gs pos="100000">
                <a:srgbClr val="017DC4">
                  <a:alpha val="0"/>
                </a:srgb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4CA9573-C593-41B3-B475-BFBDEC7EB51C}"/>
              </a:ext>
            </a:extLst>
          </p:cNvPr>
          <p:cNvSpPr/>
          <p:nvPr/>
        </p:nvSpPr>
        <p:spPr>
          <a:xfrm>
            <a:off x="6241888" y="2134421"/>
            <a:ext cx="5040000" cy="45719"/>
          </a:xfrm>
          <a:prstGeom prst="rect">
            <a:avLst/>
          </a:prstGeom>
          <a:gradFill>
            <a:gsLst>
              <a:gs pos="0">
                <a:srgbClr val="017DC4">
                  <a:alpha val="50000"/>
                </a:srgbClr>
              </a:gs>
              <a:gs pos="100000">
                <a:srgbClr val="017DC4">
                  <a:alpha val="0"/>
                </a:srgb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49540988"/>
      </p:ext>
    </p:extLst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72806C36-E7FB-478A-8581-092A49F12BE2}"/>
              </a:ext>
            </a:extLst>
          </p:cNvPr>
          <p:cNvSpPr txBox="1"/>
          <p:nvPr/>
        </p:nvSpPr>
        <p:spPr>
          <a:xfrm>
            <a:off x="369629" y="791117"/>
            <a:ext cx="8060692" cy="10535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5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KTAS </a:t>
            </a:r>
            <a:r>
              <a:rPr lang="ko-KR" altLang="en-US" sz="5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위원회 명단</a:t>
            </a:r>
            <a:endParaRPr lang="en-US" altLang="ko-KR" sz="54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1175E63-FC00-4014-86C3-7D5EBD6174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4999403"/>
              </p:ext>
            </p:extLst>
          </p:nvPr>
        </p:nvGraphicFramePr>
        <p:xfrm>
          <a:off x="497602" y="2238473"/>
          <a:ext cx="7223998" cy="4284000"/>
        </p:xfrm>
        <a:graphic>
          <a:graphicData uri="http://schemas.openxmlformats.org/drawingml/2006/table">
            <a:tbl>
              <a:tblPr/>
              <a:tblGrid>
                <a:gridCol w="556648">
                  <a:extLst>
                    <a:ext uri="{9D8B030D-6E8A-4147-A177-3AD203B41FA5}">
                      <a16:colId xmlns:a16="http://schemas.microsoft.com/office/drawing/2014/main" val="3876957394"/>
                    </a:ext>
                  </a:extLst>
                </a:gridCol>
                <a:gridCol w="1738377">
                  <a:extLst>
                    <a:ext uri="{9D8B030D-6E8A-4147-A177-3AD203B41FA5}">
                      <a16:colId xmlns:a16="http://schemas.microsoft.com/office/drawing/2014/main" val="861147286"/>
                    </a:ext>
                  </a:extLst>
                </a:gridCol>
                <a:gridCol w="4928973">
                  <a:extLst>
                    <a:ext uri="{9D8B030D-6E8A-4147-A177-3AD203B41FA5}">
                      <a16:colId xmlns:a16="http://schemas.microsoft.com/office/drawing/2014/main" val="2914096925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최한주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en-US" altLang="ko-KR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PreKTAS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개발분과장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단국대학교병원 응급의학과 교수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34870489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김상일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     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순천향대학교 서울병원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27616268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김오현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     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연세대학교 </a:t>
                      </a:r>
                      <a:r>
                        <a:rPr lang="ko-KR" altLang="en-US" sz="1200" b="0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원주기독병원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7911997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김형일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     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단국대학교병원 응급의학과 교수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6224088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위정희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     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가톨릭대학교 여의도성모병원 응급의학과 교수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4333429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이성민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     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전남대학교병원 응급의학과 교수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6911518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문형준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정보관리분과 팀장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순청향대학교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천안병원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2582003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박경아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중앙소방학교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15697104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성설희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인천 길병원 응급구조사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10711478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신동민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한국교통대학교 응급구조학과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9675887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이봉진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서울대학교병원 소아청소년과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4210183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이재환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충남대학교병원 응급실 간호사 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836171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임영수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고려대학교 안산병원 응급실 간호사</a:t>
                      </a:r>
                      <a:endParaRPr lang="ko-KR" altLang="en-US" sz="1200" b="0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0931738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홍석환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을지대학교 응급구조학과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827972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박준범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순천향대학교 서울병원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3193269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정혜진</a:t>
                      </a: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순천향대학교 서울병원 응급의학과 교수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152574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제상모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01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고문위원</a:t>
                      </a:r>
                      <a:r>
                        <a:rPr lang="en-US" altLang="ko-KR" sz="1200" b="1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200" b="1" kern="0" spc="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ￜ 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필라델피아 어린이병원 </a:t>
                      </a:r>
                      <a:r>
                        <a:rPr lang="ko-KR" altLang="en-US" sz="1200" b="0" kern="0" spc="0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소아중환자의학과</a:t>
                      </a:r>
                      <a:r>
                        <a:rPr lang="ko-KR" altLang="en-US" sz="1200" b="0" kern="0" spc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교수 </a:t>
                      </a:r>
                    </a:p>
                  </a:txBody>
                  <a:tcPr marL="72000" marR="10010" marT="2767" marB="2767" anchor="ctr">
                    <a:lnL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947841350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4C3A476D-A6F5-4F3E-9A94-64D277D9E5DF}"/>
              </a:ext>
            </a:extLst>
          </p:cNvPr>
          <p:cNvSpPr/>
          <p:nvPr/>
        </p:nvSpPr>
        <p:spPr>
          <a:xfrm>
            <a:off x="497602" y="2134421"/>
            <a:ext cx="6120000" cy="45719"/>
          </a:xfrm>
          <a:prstGeom prst="rect">
            <a:avLst/>
          </a:prstGeom>
          <a:gradFill>
            <a:gsLst>
              <a:gs pos="0">
                <a:srgbClr val="017DC4">
                  <a:alpha val="50000"/>
                </a:srgbClr>
              </a:gs>
              <a:gs pos="100000">
                <a:srgbClr val="017DC4">
                  <a:alpha val="0"/>
                </a:srgb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1492869"/>
      </p:ext>
    </p:extLst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DB3FEDD-3124-4940-847B-5FCB4470EED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37"/>
            <a:ext cx="12191999" cy="68573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9708118"/>
      </p:ext>
    </p:extLst>
  </p:cSld>
  <p:clrMapOvr>
    <a:masterClrMapping/>
  </p:clrMapOvr>
</p:sld>
</file>

<file path=ppt/theme/theme1.xml><?xml version="1.0" encoding="utf-8"?>
<a:theme xmlns:a="http://schemas.openxmlformats.org/drawingml/2006/main" name="표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간지1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간지2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소아-네비게이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성인-네비게이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성인-색구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성인-고려사항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1_성인-의식수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성인-혈역학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성인-호흡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1_성인-체온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성인-통증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성인-출혈성질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성인-사고기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2_성인-정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성인-물질오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성인-내지-물질오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성인-정신건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성인-내지-정신건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성인-신경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성인-내지-신경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성인-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성인-내지_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성인-코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1_성인-내지-코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성인-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성인-내지-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8.xml><?xml version="1.0" encoding="utf-8"?>
<a:theme xmlns:a="http://schemas.openxmlformats.org/drawingml/2006/main" name="성인-입,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9.xml><?xml version="1.0" encoding="utf-8"?>
<a:theme xmlns:a="http://schemas.openxmlformats.org/drawingml/2006/main" name="성인-내지-입,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0.xml><?xml version="1.0" encoding="utf-8"?>
<a:theme xmlns:a="http://schemas.openxmlformats.org/drawingml/2006/main" name="성인-호흡기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1.xml><?xml version="1.0" encoding="utf-8"?>
<a:theme xmlns:a="http://schemas.openxmlformats.org/drawingml/2006/main" name="성인-내지-호흡기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2.xml><?xml version="1.0" encoding="utf-8"?>
<a:theme xmlns:a="http://schemas.openxmlformats.org/drawingml/2006/main" name="성인-심혈관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3.xml><?xml version="1.0" encoding="utf-8"?>
<a:theme xmlns:a="http://schemas.openxmlformats.org/drawingml/2006/main" name="성인-내지-심혈관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4.xml><?xml version="1.0" encoding="utf-8"?>
<a:theme xmlns:a="http://schemas.openxmlformats.org/drawingml/2006/main" name="성인-소화기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5.xml><?xml version="1.0" encoding="utf-8"?>
<a:theme xmlns:a="http://schemas.openxmlformats.org/drawingml/2006/main" name="성인-내지-소화기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6.xml><?xml version="1.0" encoding="utf-8"?>
<a:theme xmlns:a="http://schemas.openxmlformats.org/drawingml/2006/main" name="성인-임신,여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7.xml><?xml version="1.0" encoding="utf-8"?>
<a:theme xmlns:a="http://schemas.openxmlformats.org/drawingml/2006/main" name="1_성인-내지_여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8.xml><?xml version="1.0" encoding="utf-8"?>
<a:theme xmlns:a="http://schemas.openxmlformats.org/drawingml/2006/main" name="성인-비뇨기계,남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9.xml><?xml version="1.0" encoding="utf-8"?>
<a:theme xmlns:a="http://schemas.openxmlformats.org/drawingml/2006/main" name="성인-내지_남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0.xml><?xml version="1.0" encoding="utf-8"?>
<a:theme xmlns:a="http://schemas.openxmlformats.org/drawingml/2006/main" name="성인-근골격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1.xml><?xml version="1.0" encoding="utf-8"?>
<a:theme xmlns:a="http://schemas.openxmlformats.org/drawingml/2006/main" name="성인-내지_근골격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2.xml><?xml version="1.0" encoding="utf-8"?>
<a:theme xmlns:a="http://schemas.openxmlformats.org/drawingml/2006/main" name="성인-몸통외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3.xml><?xml version="1.0" encoding="utf-8"?>
<a:theme xmlns:a="http://schemas.openxmlformats.org/drawingml/2006/main" name="성인-내지_몸통외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4.xml><?xml version="1.0" encoding="utf-8"?>
<a:theme xmlns:a="http://schemas.openxmlformats.org/drawingml/2006/main" name="성인-환경손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5.xml><?xml version="1.0" encoding="utf-8"?>
<a:theme xmlns:a="http://schemas.openxmlformats.org/drawingml/2006/main" name="성인-내지-환경손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6.xml><?xml version="1.0" encoding="utf-8"?>
<a:theme xmlns:a="http://schemas.openxmlformats.org/drawingml/2006/main" name="성인-피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7.xml><?xml version="1.0" encoding="utf-8"?>
<a:theme xmlns:a="http://schemas.openxmlformats.org/drawingml/2006/main" name="성인-내지-피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8.xml><?xml version="1.0" encoding="utf-8"?>
<a:theme xmlns:a="http://schemas.openxmlformats.org/drawingml/2006/main" name="성인-일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9.xml><?xml version="1.0" encoding="utf-8"?>
<a:theme xmlns:a="http://schemas.openxmlformats.org/drawingml/2006/main" name="성인-내지-일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0.xml><?xml version="1.0" encoding="utf-8"?>
<a:theme xmlns:a="http://schemas.openxmlformats.org/drawingml/2006/main" name="소아-색구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1.xml><?xml version="1.0" encoding="utf-8"?>
<a:theme xmlns:a="http://schemas.openxmlformats.org/drawingml/2006/main" name="소아-고려사항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2.xml><?xml version="1.0" encoding="utf-8"?>
<a:theme xmlns:a="http://schemas.openxmlformats.org/drawingml/2006/main" name="소아-첫인상평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3.xml><?xml version="1.0" encoding="utf-8"?>
<a:theme xmlns:a="http://schemas.openxmlformats.org/drawingml/2006/main" name="소아-의식수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4.xml><?xml version="1.0" encoding="utf-8"?>
<a:theme xmlns:a="http://schemas.openxmlformats.org/drawingml/2006/main" name="소아-혈역학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5.xml><?xml version="1.0" encoding="utf-8"?>
<a:theme xmlns:a="http://schemas.openxmlformats.org/drawingml/2006/main" name="소아-호흡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6.xml><?xml version="1.0" encoding="utf-8"?>
<a:theme xmlns:a="http://schemas.openxmlformats.org/drawingml/2006/main" name="5_소아-체온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7.xml><?xml version="1.0" encoding="utf-8"?>
<a:theme xmlns:a="http://schemas.openxmlformats.org/drawingml/2006/main" name="소아-통증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8.xml><?xml version="1.0" encoding="utf-8"?>
<a:theme xmlns:a="http://schemas.openxmlformats.org/drawingml/2006/main" name="소아-출혈성 질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9.xml><?xml version="1.0" encoding="utf-8"?>
<a:theme xmlns:a="http://schemas.openxmlformats.org/drawingml/2006/main" name="소아-사고기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0.xml><?xml version="1.0" encoding="utf-8"?>
<a:theme xmlns:a="http://schemas.openxmlformats.org/drawingml/2006/main" name="소아-정신과적응급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1.xml><?xml version="1.0" encoding="utf-8"?>
<a:theme xmlns:a="http://schemas.openxmlformats.org/drawingml/2006/main" name="소아-물질오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2.xml><?xml version="1.0" encoding="utf-8"?>
<a:theme xmlns:a="http://schemas.openxmlformats.org/drawingml/2006/main" name="소아-내지-물질오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3.xml><?xml version="1.0" encoding="utf-8"?>
<a:theme xmlns:a="http://schemas.openxmlformats.org/drawingml/2006/main" name="소아-정신건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4.xml><?xml version="1.0" encoding="utf-8"?>
<a:theme xmlns:a="http://schemas.openxmlformats.org/drawingml/2006/main" name="소아-내지-정신건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5.xml><?xml version="1.0" encoding="utf-8"?>
<a:theme xmlns:a="http://schemas.openxmlformats.org/drawingml/2006/main" name="소아-신경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6.xml><?xml version="1.0" encoding="utf-8"?>
<a:theme xmlns:a="http://schemas.openxmlformats.org/drawingml/2006/main" name="소아-내지-신경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7.xml><?xml version="1.0" encoding="utf-8"?>
<a:theme xmlns:a="http://schemas.openxmlformats.org/drawingml/2006/main" name="소아-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8.xml><?xml version="1.0" encoding="utf-8"?>
<a:theme xmlns:a="http://schemas.openxmlformats.org/drawingml/2006/main" name="소아-내지-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9.xml><?xml version="1.0" encoding="utf-8"?>
<a:theme xmlns:a="http://schemas.openxmlformats.org/drawingml/2006/main" name="소아-코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0.xml><?xml version="1.0" encoding="utf-8"?>
<a:theme xmlns:a="http://schemas.openxmlformats.org/drawingml/2006/main" name="소아-내지-코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1.xml><?xml version="1.0" encoding="utf-8"?>
<a:theme xmlns:a="http://schemas.openxmlformats.org/drawingml/2006/main" name="소아-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2.xml><?xml version="1.0" encoding="utf-8"?>
<a:theme xmlns:a="http://schemas.openxmlformats.org/drawingml/2006/main" name="소아-내지-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3.xml><?xml version="1.0" encoding="utf-8"?>
<a:theme xmlns:a="http://schemas.openxmlformats.org/drawingml/2006/main" name="소아-입,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4.xml><?xml version="1.0" encoding="utf-8"?>
<a:theme xmlns:a="http://schemas.openxmlformats.org/drawingml/2006/main" name="소아-내지-입,목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5.xml><?xml version="1.0" encoding="utf-8"?>
<a:theme xmlns:a="http://schemas.openxmlformats.org/drawingml/2006/main" name="소아-호흡기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6.xml><?xml version="1.0" encoding="utf-8"?>
<a:theme xmlns:a="http://schemas.openxmlformats.org/drawingml/2006/main" name="소아-내지-호흡기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7.xml><?xml version="1.0" encoding="utf-8"?>
<a:theme xmlns:a="http://schemas.openxmlformats.org/drawingml/2006/main" name="소아-심혈관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8.xml><?xml version="1.0" encoding="utf-8"?>
<a:theme xmlns:a="http://schemas.openxmlformats.org/drawingml/2006/main" name="소아-내지-심혈관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9.xml><?xml version="1.0" encoding="utf-8"?>
<a:theme xmlns:a="http://schemas.openxmlformats.org/drawingml/2006/main" name="소아-소화기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0.xml><?xml version="1.0" encoding="utf-8"?>
<a:theme xmlns:a="http://schemas.openxmlformats.org/drawingml/2006/main" name="소아-내지-소화기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1.xml><?xml version="1.0" encoding="utf-8"?>
<a:theme xmlns:a="http://schemas.openxmlformats.org/drawingml/2006/main" name="소아-여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2.xml><?xml version="1.0" encoding="utf-8"?>
<a:theme xmlns:a="http://schemas.openxmlformats.org/drawingml/2006/main" name="소아-내지-여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3.xml><?xml version="1.0" encoding="utf-8"?>
<a:theme xmlns:a="http://schemas.openxmlformats.org/drawingml/2006/main" name="소아-남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4.xml><?xml version="1.0" encoding="utf-8"?>
<a:theme xmlns:a="http://schemas.openxmlformats.org/drawingml/2006/main" name="소아-내지-남성생식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5.xml><?xml version="1.0" encoding="utf-8"?>
<a:theme xmlns:a="http://schemas.openxmlformats.org/drawingml/2006/main" name="소아-근골격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6.xml><?xml version="1.0" encoding="utf-8"?>
<a:theme xmlns:a="http://schemas.openxmlformats.org/drawingml/2006/main" name="소아-내지-근골격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7.xml><?xml version="1.0" encoding="utf-8"?>
<a:theme xmlns:a="http://schemas.openxmlformats.org/drawingml/2006/main" name="소아-몸통외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8.xml><?xml version="1.0" encoding="utf-8"?>
<a:theme xmlns:a="http://schemas.openxmlformats.org/drawingml/2006/main" name="소아-내지-몸통외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9.xml><?xml version="1.0" encoding="utf-8"?>
<a:theme xmlns:a="http://schemas.openxmlformats.org/drawingml/2006/main" name="소아-환경손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0.xml><?xml version="1.0" encoding="utf-8"?>
<a:theme xmlns:a="http://schemas.openxmlformats.org/drawingml/2006/main" name="소아-내지-환경손상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1.xml><?xml version="1.0" encoding="utf-8"?>
<a:theme xmlns:a="http://schemas.openxmlformats.org/drawingml/2006/main" name="소아-피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2.xml><?xml version="1.0" encoding="utf-8"?>
<a:theme xmlns:a="http://schemas.openxmlformats.org/drawingml/2006/main" name="소아-내지-피부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3.xml><?xml version="1.0" encoding="utf-8"?>
<a:theme xmlns:a="http://schemas.openxmlformats.org/drawingml/2006/main" name="소아-일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4.xml><?xml version="1.0" encoding="utf-8"?>
<a:theme xmlns:a="http://schemas.openxmlformats.org/drawingml/2006/main" name="소아-내지-일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5.xml><?xml version="1.0" encoding="utf-8"?>
<a:theme xmlns:a="http://schemas.openxmlformats.org/drawingml/2006/main" name="성인+소아 분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6.xml><?xml version="1.0" encoding="utf-8"?>
<a:theme xmlns:a="http://schemas.openxmlformats.org/drawingml/2006/main" name="1_화상범위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7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8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18899</TotalTime>
  <Words>54365</Words>
  <Application>Microsoft Office PowerPoint</Application>
  <PresentationFormat>와이드스크린</PresentationFormat>
  <Paragraphs>16230</Paragraphs>
  <Slides>398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96</vt:i4>
      </vt:variant>
      <vt:variant>
        <vt:lpstr>슬라이드 제목</vt:lpstr>
      </vt:variant>
      <vt:variant>
        <vt:i4>398</vt:i4>
      </vt:variant>
    </vt:vector>
  </HeadingPairs>
  <TitlesOfParts>
    <vt:vector size="499" baseType="lpstr">
      <vt:lpstr>맑은 고딕</vt:lpstr>
      <vt:lpstr>Wingdings</vt:lpstr>
      <vt:lpstr>Calibri</vt:lpstr>
      <vt:lpstr>나눔고딕</vt:lpstr>
      <vt:lpstr>Arial</vt:lpstr>
      <vt:lpstr>표지</vt:lpstr>
      <vt:lpstr>간지1</vt:lpstr>
      <vt:lpstr>간지2</vt:lpstr>
      <vt:lpstr>1_소아-네비게이션</vt:lpstr>
      <vt:lpstr>성인-네비게이션</vt:lpstr>
      <vt:lpstr>성인-색구별</vt:lpstr>
      <vt:lpstr>성인-고려사항</vt:lpstr>
      <vt:lpstr>1_성인-의식수준</vt:lpstr>
      <vt:lpstr>성인-혈역학</vt:lpstr>
      <vt:lpstr>성인-호흡</vt:lpstr>
      <vt:lpstr>1_성인-체온</vt:lpstr>
      <vt:lpstr>성인-통증</vt:lpstr>
      <vt:lpstr>성인-출혈성질환</vt:lpstr>
      <vt:lpstr>성인-사고기전</vt:lpstr>
      <vt:lpstr>2_성인-정의</vt:lpstr>
      <vt:lpstr>성인-물질오용</vt:lpstr>
      <vt:lpstr>성인-내지-물질오용</vt:lpstr>
      <vt:lpstr>성인-정신건강</vt:lpstr>
      <vt:lpstr>성인-내지-정신건강</vt:lpstr>
      <vt:lpstr>성인-신경계</vt:lpstr>
      <vt:lpstr>성인-내지-신경계</vt:lpstr>
      <vt:lpstr>성인-눈</vt:lpstr>
      <vt:lpstr>성인-내지_눈</vt:lpstr>
      <vt:lpstr>성인-코</vt:lpstr>
      <vt:lpstr>1_성인-내지-코</vt:lpstr>
      <vt:lpstr>성인-귀</vt:lpstr>
      <vt:lpstr>성인-내지-귀</vt:lpstr>
      <vt:lpstr>성인-입,목</vt:lpstr>
      <vt:lpstr>성인-내지-입,목</vt:lpstr>
      <vt:lpstr>성인-호흡기계</vt:lpstr>
      <vt:lpstr>성인-내지-호흡기계</vt:lpstr>
      <vt:lpstr>성인-심혈관계</vt:lpstr>
      <vt:lpstr>성인-내지-심혈관계</vt:lpstr>
      <vt:lpstr>성인-소화기계</vt:lpstr>
      <vt:lpstr>성인-내지-소화기</vt:lpstr>
      <vt:lpstr>성인-임신,여성생식계</vt:lpstr>
      <vt:lpstr>1_성인-내지_여성생식계</vt:lpstr>
      <vt:lpstr>성인-비뇨기계,남성생식계</vt:lpstr>
      <vt:lpstr>성인-내지_남성생식계</vt:lpstr>
      <vt:lpstr>성인-근골격계</vt:lpstr>
      <vt:lpstr>성인-내지_근골격계</vt:lpstr>
      <vt:lpstr>성인-몸통외상</vt:lpstr>
      <vt:lpstr>성인-내지_몸통외상</vt:lpstr>
      <vt:lpstr>성인-환경손상</vt:lpstr>
      <vt:lpstr>성인-내지-환경손상</vt:lpstr>
      <vt:lpstr>성인-피부</vt:lpstr>
      <vt:lpstr>성인-내지-피부</vt:lpstr>
      <vt:lpstr>성인-일반</vt:lpstr>
      <vt:lpstr>성인-내지-일반</vt:lpstr>
      <vt:lpstr>소아-색구별</vt:lpstr>
      <vt:lpstr>소아-고려사항</vt:lpstr>
      <vt:lpstr>소아-첫인상평가</vt:lpstr>
      <vt:lpstr>소아-의식수준</vt:lpstr>
      <vt:lpstr>소아-혈역학</vt:lpstr>
      <vt:lpstr>소아-호흡</vt:lpstr>
      <vt:lpstr>5_소아-체온</vt:lpstr>
      <vt:lpstr>소아-통증</vt:lpstr>
      <vt:lpstr>소아-출혈성 질환</vt:lpstr>
      <vt:lpstr>소아-사고기전</vt:lpstr>
      <vt:lpstr>소아-정신과적응급</vt:lpstr>
      <vt:lpstr>소아-물질오용</vt:lpstr>
      <vt:lpstr>소아-내지-물질오용</vt:lpstr>
      <vt:lpstr>소아-정신건강</vt:lpstr>
      <vt:lpstr>소아-내지-정신건강</vt:lpstr>
      <vt:lpstr>소아-신경계</vt:lpstr>
      <vt:lpstr>소아-내지-신경계</vt:lpstr>
      <vt:lpstr>소아-눈</vt:lpstr>
      <vt:lpstr>소아-내지-눈</vt:lpstr>
      <vt:lpstr>소아-코</vt:lpstr>
      <vt:lpstr>소아-내지-코</vt:lpstr>
      <vt:lpstr>소아-귀</vt:lpstr>
      <vt:lpstr>소아-내지-귀</vt:lpstr>
      <vt:lpstr>소아-입,목</vt:lpstr>
      <vt:lpstr>소아-내지-입,목</vt:lpstr>
      <vt:lpstr>소아-호흡기계</vt:lpstr>
      <vt:lpstr>소아-내지-호흡기계</vt:lpstr>
      <vt:lpstr>소아-심혈관계</vt:lpstr>
      <vt:lpstr>소아-내지-심혈관계</vt:lpstr>
      <vt:lpstr>소아-소화기계</vt:lpstr>
      <vt:lpstr>소아-내지-소화기계</vt:lpstr>
      <vt:lpstr>소아-여성생식계</vt:lpstr>
      <vt:lpstr>소아-내지-여성생식계</vt:lpstr>
      <vt:lpstr>소아-남성생식계</vt:lpstr>
      <vt:lpstr>소아-내지-남성생식계</vt:lpstr>
      <vt:lpstr>소아-근골격계</vt:lpstr>
      <vt:lpstr>소아-내지-근골격계</vt:lpstr>
      <vt:lpstr>소아-몸통외상</vt:lpstr>
      <vt:lpstr>소아-내지-몸통외상</vt:lpstr>
      <vt:lpstr>소아-환경손상</vt:lpstr>
      <vt:lpstr>소아-내지-환경손상</vt:lpstr>
      <vt:lpstr>소아-피부</vt:lpstr>
      <vt:lpstr>소아-내지-피부</vt:lpstr>
      <vt:lpstr>소아-일반</vt:lpstr>
      <vt:lpstr>소아-내지-일반</vt:lpstr>
      <vt:lpstr>성인+소아 분류</vt:lpstr>
      <vt:lpstr>1_화상범위</vt:lpstr>
      <vt:lpstr>PowerPoint 프레젠테이션</vt:lpstr>
      <vt:lpstr>PowerPoint 프레젠테이션</vt:lpstr>
      <vt:lpstr>PowerPoint 프레젠테이션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증상에 따른 중증/긴급도 분류 2021 - 한국형 응급환자 분류 도구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정 현식</dc:creator>
  <cp:lastModifiedBy>황 보나</cp:lastModifiedBy>
  <cp:revision>2057</cp:revision>
  <dcterms:created xsi:type="dcterms:W3CDTF">2020-11-17T02:06:11Z</dcterms:created>
  <dcterms:modified xsi:type="dcterms:W3CDTF">2021-07-27T06:52:37Z</dcterms:modified>
</cp:coreProperties>
</file>